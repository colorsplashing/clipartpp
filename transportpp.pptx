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86" r:id="rId2"/>
    <p:sldId id="290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D18E"/>
    <a:srgbClr val="80D8F6"/>
    <a:srgbClr val="FFF561"/>
    <a:srgbClr val="CA0202"/>
    <a:srgbClr val="98DD3E"/>
    <a:srgbClr val="966E50"/>
    <a:srgbClr val="F91F42"/>
    <a:srgbClr val="42B44F"/>
    <a:srgbClr val="8B55A1"/>
    <a:srgbClr val="F7F0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15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59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36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64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085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37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91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53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57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64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95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828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9E5BE-372F-4D7C-BC0C-F3FB3BEE47A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0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3523842-0099-6A01-CB15-D2A838AC543C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EE7B43C-7C28-45CD-15A3-37431D8220BA}"/>
              </a:ext>
            </a:extLst>
          </p:cNvPr>
          <p:cNvSpPr/>
          <p:nvPr/>
        </p:nvSpPr>
        <p:spPr>
          <a:xfrm>
            <a:off x="0" y="0"/>
            <a:ext cx="10058400" cy="10090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101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221F8C-D9F5-0E07-B06B-7AC734F5E09A}"/>
              </a:ext>
            </a:extLst>
          </p:cNvPr>
          <p:cNvSpPr txBox="1"/>
          <p:nvPr/>
        </p:nvSpPr>
        <p:spPr>
          <a:xfrm>
            <a:off x="0" y="0"/>
            <a:ext cx="10058400" cy="1015663"/>
          </a:xfrm>
          <a:prstGeom prst="rect">
            <a:avLst/>
          </a:prstGeom>
          <a:noFill/>
          <a:ln>
            <a:noFill/>
          </a:ln>
          <a:effectLst>
            <a:softEdge rad="457200"/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chemeClr val="accent2"/>
                </a:solidFill>
                <a:latin typeface="Arial Black" panose="020B0A04020102020204" pitchFamily="34" charset="0"/>
              </a:rPr>
              <a:t>	T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2CB4AC"/>
                </a:solidFill>
                <a:latin typeface="Arial Black" panose="020B0A04020102020204" pitchFamily="34" charset="0"/>
              </a:rPr>
              <a:t>r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latin typeface="Arial Black" panose="020B0A04020102020204" pitchFamily="34" charset="0"/>
              </a:rPr>
              <a:t>a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CC0099"/>
                </a:solidFill>
                <a:latin typeface="Arial Black" panose="020B0A04020102020204" pitchFamily="34" charset="0"/>
              </a:rPr>
              <a:t>n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B0CF71"/>
                </a:solidFill>
                <a:latin typeface="Arial Black" panose="020B0A04020102020204" pitchFamily="34" charset="0"/>
              </a:rPr>
              <a:t>s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7030A0"/>
                </a:solidFill>
                <a:latin typeface="Arial Black" panose="020B0A04020102020204" pitchFamily="34" charset="0"/>
              </a:rPr>
              <a:t>p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F91F42"/>
                </a:solidFill>
                <a:latin typeface="Arial Black" panose="020B0A04020102020204" pitchFamily="34" charset="0"/>
              </a:rPr>
              <a:t>o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966E50"/>
                </a:solidFill>
                <a:latin typeface="Arial Black" panose="020B0A04020102020204" pitchFamily="34" charset="0"/>
              </a:rPr>
              <a:t>r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latin typeface="Arial Black" panose="020B0A04020102020204" pitchFamily="34" charset="0"/>
              </a:rPr>
              <a:t>t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00B0F0"/>
                </a:solidFill>
                <a:latin typeface="Arial Black" panose="020B0A04020102020204" pitchFamily="34" charset="0"/>
              </a:rPr>
              <a:t>a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98DD3E"/>
                </a:solidFill>
                <a:latin typeface="Arial Black" panose="020B0A04020102020204" pitchFamily="34" charset="0"/>
              </a:rPr>
              <a:t>t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i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C00000"/>
                </a:solidFill>
                <a:latin typeface="Arial Black" panose="020B0A04020102020204" pitchFamily="34" charset="0"/>
              </a:rPr>
              <a:t>o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FFF561"/>
                </a:solidFill>
                <a:latin typeface="Arial Black" panose="020B0A04020102020204" pitchFamily="34" charset="0"/>
              </a:rPr>
              <a:t>n</a:t>
            </a:r>
            <a:endParaRPr kumimoji="0" lang="en-US" sz="6000" b="0" i="0" u="none" strike="noStrike" kern="1200" cap="none" spc="0" normalizeH="0" baseline="0" noProof="0" dirty="0">
              <a:ln w="12700">
                <a:solidFill>
                  <a:sysClr val="windowText" lastClr="000000"/>
                </a:solidFill>
              </a:ln>
              <a:solidFill>
                <a:srgbClr val="FFF561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1E1FCD4-4900-B6E8-6AD2-4EE8B2285E9D}"/>
              </a:ext>
            </a:extLst>
          </p:cNvPr>
          <p:cNvSpPr txBox="1"/>
          <p:nvPr/>
        </p:nvSpPr>
        <p:spPr>
          <a:xfrm>
            <a:off x="0" y="1009080"/>
            <a:ext cx="1005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Clipart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09D23C-2468-B7F6-D556-00FF5093B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38213" y="2619214"/>
            <a:ext cx="7780151" cy="4953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1BCF70-2800-340C-12D4-5F892B596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588" y="1516911"/>
            <a:ext cx="4032346" cy="59063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87052D-EB9B-DBA7-9800-FA20FE3C60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53" y="943249"/>
            <a:ext cx="3776535" cy="335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71E856C5-1173-B7C1-1C1C-65FA86BAC7C8}"/>
              </a:ext>
            </a:extLst>
          </p:cNvPr>
          <p:cNvGrpSpPr/>
          <p:nvPr/>
        </p:nvGrpSpPr>
        <p:grpSpPr>
          <a:xfrm>
            <a:off x="4254392" y="-470349"/>
            <a:ext cx="9270544" cy="3567817"/>
            <a:chOff x="4254392" y="-470349"/>
            <a:chExt cx="9270544" cy="356781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5063ADB-50F6-FDA0-0D4C-4DF02D008658}"/>
                </a:ext>
              </a:extLst>
            </p:cNvPr>
            <p:cNvGrpSpPr/>
            <p:nvPr/>
          </p:nvGrpSpPr>
          <p:grpSpPr>
            <a:xfrm>
              <a:off x="4254392" y="-470349"/>
              <a:ext cx="9270544" cy="2938023"/>
              <a:chOff x="420335" y="2584174"/>
              <a:chExt cx="9270544" cy="2938023"/>
            </a:xfrm>
            <a:solidFill>
              <a:schemeClr val="bg1"/>
            </a:solidFill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4C41C58D-E59F-CB46-509C-FEB12F21CA88}"/>
                  </a:ext>
                </a:extLst>
              </p:cNvPr>
              <p:cNvCxnSpPr>
                <a:cxnSpLocks/>
                <a:stCxn id="18" idx="24"/>
              </p:cNvCxnSpPr>
              <p:nvPr/>
            </p:nvCxnSpPr>
            <p:spPr>
              <a:xfrm>
                <a:off x="4479773" y="2844051"/>
                <a:ext cx="0" cy="1845763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9926964E-2C01-CBAA-4202-CFA2266D0645}"/>
                  </a:ext>
                </a:extLst>
              </p:cNvPr>
              <p:cNvGrpSpPr/>
              <p:nvPr/>
            </p:nvGrpSpPr>
            <p:grpSpPr>
              <a:xfrm flipH="1">
                <a:off x="420335" y="2584174"/>
                <a:ext cx="9270544" cy="2938023"/>
                <a:chOff x="623148" y="-260680"/>
                <a:chExt cx="7548484" cy="2392268"/>
              </a:xfrm>
              <a:grpFill/>
            </p:grpSpPr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0CFA8CA8-F2F3-37AB-7463-BBB6CCF99CD1}"/>
                    </a:ext>
                  </a:extLst>
                </p:cNvPr>
                <p:cNvSpPr/>
                <p:nvPr/>
              </p:nvSpPr>
              <p:spPr>
                <a:xfrm>
                  <a:off x="630077" y="-260680"/>
                  <a:ext cx="7541555" cy="2392268"/>
                </a:xfrm>
                <a:custGeom>
                  <a:avLst/>
                  <a:gdLst>
                    <a:gd name="connsiteX0" fmla="*/ 4318460 w 7541555"/>
                    <a:gd name="connsiteY0" fmla="*/ 489 h 2392268"/>
                    <a:gd name="connsiteX1" fmla="*/ 6779556 w 7541555"/>
                    <a:gd name="connsiteY1" fmla="*/ 773019 h 2392268"/>
                    <a:gd name="connsiteX2" fmla="*/ 7271677 w 7541555"/>
                    <a:gd name="connsiteY2" fmla="*/ 944468 h 2392268"/>
                    <a:gd name="connsiteX3" fmla="*/ 7541555 w 7541555"/>
                    <a:gd name="connsiteY3" fmla="*/ 1614396 h 2392268"/>
                    <a:gd name="connsiteX4" fmla="*/ 7541555 w 7541555"/>
                    <a:gd name="connsiteY4" fmla="*/ 2160490 h 2392268"/>
                    <a:gd name="connsiteX5" fmla="*/ 7405027 w 7541555"/>
                    <a:gd name="connsiteY5" fmla="*/ 2297018 h 2392268"/>
                    <a:gd name="connsiteX6" fmla="*/ 6667226 w 7541555"/>
                    <a:gd name="connsiteY6" fmla="*/ 2306812 h 2392268"/>
                    <a:gd name="connsiteX7" fmla="*/ 6673824 w 7541555"/>
                    <a:gd name="connsiteY7" fmla="*/ 2241362 h 2392268"/>
                    <a:gd name="connsiteX8" fmla="*/ 6031633 w 7541555"/>
                    <a:gd name="connsiteY8" fmla="*/ 1599171 h 2392268"/>
                    <a:gd name="connsiteX9" fmla="*/ 5389442 w 7541555"/>
                    <a:gd name="connsiteY9" fmla="*/ 2241362 h 2392268"/>
                    <a:gd name="connsiteX10" fmla="*/ 5397739 w 7541555"/>
                    <a:gd name="connsiteY10" fmla="*/ 2323664 h 2392268"/>
                    <a:gd name="connsiteX11" fmla="*/ 1874794 w 7541555"/>
                    <a:gd name="connsiteY11" fmla="*/ 2370428 h 2392268"/>
                    <a:gd name="connsiteX12" fmla="*/ 1879370 w 7541555"/>
                    <a:gd name="connsiteY12" fmla="*/ 2361997 h 2392268"/>
                    <a:gd name="connsiteX13" fmla="*/ 1929837 w 7541555"/>
                    <a:gd name="connsiteY13" fmla="*/ 2112027 h 2392268"/>
                    <a:gd name="connsiteX14" fmla="*/ 1287646 w 7541555"/>
                    <a:gd name="connsiteY14" fmla="*/ 1469836 h 2392268"/>
                    <a:gd name="connsiteX15" fmla="*/ 645455 w 7541555"/>
                    <a:gd name="connsiteY15" fmla="*/ 2112027 h 2392268"/>
                    <a:gd name="connsiteX16" fmla="*/ 695922 w 7541555"/>
                    <a:gd name="connsiteY16" fmla="*/ 2361997 h 2392268"/>
                    <a:gd name="connsiteX17" fmla="*/ 708899 w 7541555"/>
                    <a:gd name="connsiteY17" fmla="*/ 2385905 h 2392268"/>
                    <a:gd name="connsiteX18" fmla="*/ 229533 w 7541555"/>
                    <a:gd name="connsiteY18" fmla="*/ 2392268 h 2392268"/>
                    <a:gd name="connsiteX19" fmla="*/ 93005 w 7541555"/>
                    <a:gd name="connsiteY19" fmla="*/ 2160490 h 2392268"/>
                    <a:gd name="connsiteX20" fmla="*/ 93005 w 7541555"/>
                    <a:gd name="connsiteY20" fmla="*/ 1614396 h 2392268"/>
                    <a:gd name="connsiteX21" fmla="*/ 229533 w 7541555"/>
                    <a:gd name="connsiteY21" fmla="*/ 1477868 h 2392268"/>
                    <a:gd name="connsiteX22" fmla="*/ 1864655 w 7541555"/>
                    <a:gd name="connsiteY22" fmla="*/ 887318 h 2392268"/>
                    <a:gd name="connsiteX23" fmla="*/ 4318460 w 7541555"/>
                    <a:gd name="connsiteY23" fmla="*/ 489 h 2392268"/>
                    <a:gd name="connsiteX24" fmla="*/ 4236182 w 7541555"/>
                    <a:gd name="connsiteY24" fmla="*/ 211603 h 2392268"/>
                    <a:gd name="connsiteX25" fmla="*/ 2374677 w 7541555"/>
                    <a:gd name="connsiteY25" fmla="*/ 1054412 h 2392268"/>
                    <a:gd name="connsiteX26" fmla="*/ 6031633 w 7541555"/>
                    <a:gd name="connsiteY26" fmla="*/ 902012 h 2392268"/>
                    <a:gd name="connsiteX27" fmla="*/ 4412705 w 7541555"/>
                    <a:gd name="connsiteY27" fmla="*/ 216212 h 2392268"/>
                    <a:gd name="connsiteX28" fmla="*/ 4236182 w 7541555"/>
                    <a:gd name="connsiteY28" fmla="*/ 211603 h 2392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7541555" h="2392268">
                      <a:moveTo>
                        <a:pt x="4318460" y="489"/>
                      </a:moveTo>
                      <a:cubicBezTo>
                        <a:pt x="4996620" y="11763"/>
                        <a:pt x="5805824" y="219379"/>
                        <a:pt x="6779556" y="773019"/>
                      </a:cubicBezTo>
                      <a:cubicBezTo>
                        <a:pt x="6975876" y="801594"/>
                        <a:pt x="7135152" y="848689"/>
                        <a:pt x="7271677" y="944468"/>
                      </a:cubicBezTo>
                      <a:cubicBezTo>
                        <a:pt x="7347079" y="944468"/>
                        <a:pt x="7541555" y="1538994"/>
                        <a:pt x="7541555" y="1614396"/>
                      </a:cubicBezTo>
                      <a:lnTo>
                        <a:pt x="7541555" y="2160490"/>
                      </a:lnTo>
                      <a:cubicBezTo>
                        <a:pt x="7541555" y="2235892"/>
                        <a:pt x="7480429" y="2297018"/>
                        <a:pt x="7405027" y="2297018"/>
                      </a:cubicBezTo>
                      <a:lnTo>
                        <a:pt x="6667226" y="2306812"/>
                      </a:lnTo>
                      <a:lnTo>
                        <a:pt x="6673824" y="2241362"/>
                      </a:lnTo>
                      <a:cubicBezTo>
                        <a:pt x="6673824" y="1886690"/>
                        <a:pt x="6386305" y="1599171"/>
                        <a:pt x="6031633" y="1599171"/>
                      </a:cubicBezTo>
                      <a:cubicBezTo>
                        <a:pt x="5676961" y="1599171"/>
                        <a:pt x="5389442" y="1886690"/>
                        <a:pt x="5389442" y="2241362"/>
                      </a:cubicBezTo>
                      <a:lnTo>
                        <a:pt x="5397739" y="2323664"/>
                      </a:lnTo>
                      <a:lnTo>
                        <a:pt x="1874794" y="2370428"/>
                      </a:lnTo>
                      <a:lnTo>
                        <a:pt x="1879370" y="2361997"/>
                      </a:lnTo>
                      <a:cubicBezTo>
                        <a:pt x="1911867" y="2285166"/>
                        <a:pt x="1929837" y="2200695"/>
                        <a:pt x="1929837" y="2112027"/>
                      </a:cubicBezTo>
                      <a:cubicBezTo>
                        <a:pt x="1929837" y="1757355"/>
                        <a:pt x="1642318" y="1469836"/>
                        <a:pt x="1287646" y="1469836"/>
                      </a:cubicBezTo>
                      <a:cubicBezTo>
                        <a:pt x="932974" y="1469836"/>
                        <a:pt x="645455" y="1757355"/>
                        <a:pt x="645455" y="2112027"/>
                      </a:cubicBezTo>
                      <a:cubicBezTo>
                        <a:pt x="645455" y="2200695"/>
                        <a:pt x="663425" y="2285166"/>
                        <a:pt x="695922" y="2361997"/>
                      </a:cubicBezTo>
                      <a:lnTo>
                        <a:pt x="708899" y="2385905"/>
                      </a:lnTo>
                      <a:lnTo>
                        <a:pt x="229533" y="2392268"/>
                      </a:lnTo>
                      <a:cubicBezTo>
                        <a:pt x="154131" y="2392268"/>
                        <a:pt x="93005" y="2235892"/>
                        <a:pt x="93005" y="2160490"/>
                      </a:cubicBezTo>
                      <a:cubicBezTo>
                        <a:pt x="-40345" y="1978459"/>
                        <a:pt x="-21295" y="1796427"/>
                        <a:pt x="93005" y="1614396"/>
                      </a:cubicBezTo>
                      <a:cubicBezTo>
                        <a:pt x="93005" y="1538994"/>
                        <a:pt x="154131" y="1477868"/>
                        <a:pt x="229533" y="1477868"/>
                      </a:cubicBezTo>
                      <a:cubicBezTo>
                        <a:pt x="355474" y="1261968"/>
                        <a:pt x="1300564" y="893668"/>
                        <a:pt x="1864655" y="887318"/>
                      </a:cubicBezTo>
                      <a:cubicBezTo>
                        <a:pt x="2421933" y="508303"/>
                        <a:pt x="3188192" y="-18301"/>
                        <a:pt x="4318460" y="489"/>
                      </a:cubicBezTo>
                      <a:close/>
                      <a:moveTo>
                        <a:pt x="4236182" y="211603"/>
                      </a:moveTo>
                      <a:cubicBezTo>
                        <a:pt x="3330715" y="229532"/>
                        <a:pt x="2121720" y="840100"/>
                        <a:pt x="2374677" y="1054412"/>
                      </a:cubicBezTo>
                      <a:cubicBezTo>
                        <a:pt x="2644498" y="1283012"/>
                        <a:pt x="5872937" y="978212"/>
                        <a:pt x="6031633" y="902012"/>
                      </a:cubicBezTo>
                      <a:cubicBezTo>
                        <a:pt x="6031633" y="592357"/>
                        <a:pt x="5326998" y="286062"/>
                        <a:pt x="4412705" y="216212"/>
                      </a:cubicBezTo>
                      <a:cubicBezTo>
                        <a:pt x="4355562" y="211847"/>
                        <a:pt x="4296547" y="210408"/>
                        <a:pt x="4236182" y="211603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DAB9B135-2DF0-D1E8-6035-BC087F423BDE}"/>
                    </a:ext>
                  </a:extLst>
                </p:cNvPr>
                <p:cNvSpPr/>
                <p:nvPr/>
              </p:nvSpPr>
              <p:spPr>
                <a:xfrm rot="20797355">
                  <a:off x="7522739" y="828772"/>
                  <a:ext cx="549381" cy="341356"/>
                </a:xfrm>
                <a:custGeom>
                  <a:avLst/>
                  <a:gdLst>
                    <a:gd name="connsiteX0" fmla="*/ 315647 w 315647"/>
                    <a:gd name="connsiteY0" fmla="*/ 0 h 258589"/>
                    <a:gd name="connsiteX1" fmla="*/ 315647 w 315647"/>
                    <a:gd name="connsiteY1" fmla="*/ 258589 h 258589"/>
                    <a:gd name="connsiteX2" fmla="*/ 195123 w 315647"/>
                    <a:gd name="connsiteY2" fmla="*/ 246802 h 258589"/>
                    <a:gd name="connsiteX3" fmla="*/ 8 w 315647"/>
                    <a:gd name="connsiteY3" fmla="*/ 123934 h 258589"/>
                    <a:gd name="connsiteX4" fmla="*/ 199055 w 315647"/>
                    <a:gd name="connsiteY4" fmla="*/ 7544 h 258589"/>
                    <a:gd name="connsiteX5" fmla="*/ 315647 w 315647"/>
                    <a:gd name="connsiteY5" fmla="*/ 0 h 258589"/>
                    <a:gd name="connsiteX0" fmla="*/ 315647 w 339340"/>
                    <a:gd name="connsiteY0" fmla="*/ 0 h 253093"/>
                    <a:gd name="connsiteX1" fmla="*/ 339340 w 339340"/>
                    <a:gd name="connsiteY1" fmla="*/ 253093 h 253093"/>
                    <a:gd name="connsiteX2" fmla="*/ 195123 w 339340"/>
                    <a:gd name="connsiteY2" fmla="*/ 246802 h 253093"/>
                    <a:gd name="connsiteX3" fmla="*/ 8 w 339340"/>
                    <a:gd name="connsiteY3" fmla="*/ 123934 h 253093"/>
                    <a:gd name="connsiteX4" fmla="*/ 199055 w 339340"/>
                    <a:gd name="connsiteY4" fmla="*/ 7544 h 253093"/>
                    <a:gd name="connsiteX5" fmla="*/ 315647 w 339340"/>
                    <a:gd name="connsiteY5" fmla="*/ 0 h 253093"/>
                    <a:gd name="connsiteX0" fmla="*/ 315647 w 340006"/>
                    <a:gd name="connsiteY0" fmla="*/ 0 h 253093"/>
                    <a:gd name="connsiteX1" fmla="*/ 339340 w 340006"/>
                    <a:gd name="connsiteY1" fmla="*/ 253093 h 253093"/>
                    <a:gd name="connsiteX2" fmla="*/ 195123 w 340006"/>
                    <a:gd name="connsiteY2" fmla="*/ 246802 h 253093"/>
                    <a:gd name="connsiteX3" fmla="*/ 8 w 340006"/>
                    <a:gd name="connsiteY3" fmla="*/ 123934 h 253093"/>
                    <a:gd name="connsiteX4" fmla="*/ 199055 w 340006"/>
                    <a:gd name="connsiteY4" fmla="*/ 7544 h 253093"/>
                    <a:gd name="connsiteX5" fmla="*/ 315647 w 340006"/>
                    <a:gd name="connsiteY5" fmla="*/ 0 h 253093"/>
                    <a:gd name="connsiteX0" fmla="*/ 315647 w 345708"/>
                    <a:gd name="connsiteY0" fmla="*/ 0 h 254737"/>
                    <a:gd name="connsiteX1" fmla="*/ 345172 w 345708"/>
                    <a:gd name="connsiteY1" fmla="*/ 254737 h 254737"/>
                    <a:gd name="connsiteX2" fmla="*/ 195123 w 345708"/>
                    <a:gd name="connsiteY2" fmla="*/ 246802 h 254737"/>
                    <a:gd name="connsiteX3" fmla="*/ 8 w 345708"/>
                    <a:gd name="connsiteY3" fmla="*/ 123934 h 254737"/>
                    <a:gd name="connsiteX4" fmla="*/ 199055 w 345708"/>
                    <a:gd name="connsiteY4" fmla="*/ 7544 h 254737"/>
                    <a:gd name="connsiteX5" fmla="*/ 315647 w 345708"/>
                    <a:gd name="connsiteY5" fmla="*/ 0 h 254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45708" h="254737">
                      <a:moveTo>
                        <a:pt x="315647" y="0"/>
                      </a:moveTo>
                      <a:cubicBezTo>
                        <a:pt x="323545" y="84364"/>
                        <a:pt x="349766" y="159284"/>
                        <a:pt x="345172" y="254737"/>
                      </a:cubicBezTo>
                      <a:cubicBezTo>
                        <a:pt x="304997" y="250808"/>
                        <a:pt x="235298" y="250731"/>
                        <a:pt x="195123" y="246802"/>
                      </a:cubicBezTo>
                      <a:cubicBezTo>
                        <a:pt x="79630" y="225188"/>
                        <a:pt x="-876" y="177712"/>
                        <a:pt x="8" y="123934"/>
                      </a:cubicBezTo>
                      <a:cubicBezTo>
                        <a:pt x="892" y="70155"/>
                        <a:pt x="82916" y="25350"/>
                        <a:pt x="199055" y="7544"/>
                      </a:cubicBezTo>
                      <a:lnTo>
                        <a:pt x="315647" y="0"/>
                      </a:ln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9E5B8DD3-470A-C47E-9E1A-B913B966CDC3}"/>
                    </a:ext>
                  </a:extLst>
                </p:cNvPr>
                <p:cNvSpPr/>
                <p:nvPr/>
              </p:nvSpPr>
              <p:spPr>
                <a:xfrm rot="21263350">
                  <a:off x="725788" y="1163195"/>
                  <a:ext cx="645455" cy="259698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19993970-460F-70F1-0C52-9710DFD0A842}"/>
                    </a:ext>
                  </a:extLst>
                </p:cNvPr>
                <p:cNvSpPr/>
                <p:nvPr/>
              </p:nvSpPr>
              <p:spPr>
                <a:xfrm rot="264026">
                  <a:off x="623148" y="1507823"/>
                  <a:ext cx="364754" cy="260747"/>
                </a:xfrm>
                <a:custGeom>
                  <a:avLst/>
                  <a:gdLst>
                    <a:gd name="connsiteX0" fmla="*/ 134615 w 329737"/>
                    <a:gd name="connsiteY0" fmla="*/ 12268 h 259773"/>
                    <a:gd name="connsiteX1" fmla="*/ 329730 w 329737"/>
                    <a:gd name="connsiteY1" fmla="*/ 135135 h 259773"/>
                    <a:gd name="connsiteX2" fmla="*/ 4911 w 329737"/>
                    <a:gd name="connsiteY2" fmla="*/ 259663 h 259773"/>
                    <a:gd name="connsiteX3" fmla="*/ 0 w 329737"/>
                    <a:gd name="connsiteY3" fmla="*/ 259183 h 259773"/>
                    <a:gd name="connsiteX4" fmla="*/ 0 w 329737"/>
                    <a:gd name="connsiteY4" fmla="*/ 594 h 259773"/>
                    <a:gd name="connsiteX5" fmla="*/ 9180 w 329737"/>
                    <a:gd name="connsiteY5" fmla="*/ 0 h 259773"/>
                    <a:gd name="connsiteX6" fmla="*/ 134615 w 329737"/>
                    <a:gd name="connsiteY6" fmla="*/ 12268 h 259773"/>
                    <a:gd name="connsiteX0" fmla="*/ 159075 w 354197"/>
                    <a:gd name="connsiteY0" fmla="*/ 12268 h 259773"/>
                    <a:gd name="connsiteX1" fmla="*/ 354190 w 354197"/>
                    <a:gd name="connsiteY1" fmla="*/ 135135 h 259773"/>
                    <a:gd name="connsiteX2" fmla="*/ 29371 w 354197"/>
                    <a:gd name="connsiteY2" fmla="*/ 259663 h 259773"/>
                    <a:gd name="connsiteX3" fmla="*/ 24460 w 354197"/>
                    <a:gd name="connsiteY3" fmla="*/ 259183 h 259773"/>
                    <a:gd name="connsiteX4" fmla="*/ 24460 w 354197"/>
                    <a:gd name="connsiteY4" fmla="*/ 594 h 259773"/>
                    <a:gd name="connsiteX5" fmla="*/ 33640 w 354197"/>
                    <a:gd name="connsiteY5" fmla="*/ 0 h 259773"/>
                    <a:gd name="connsiteX6" fmla="*/ 159075 w 354197"/>
                    <a:gd name="connsiteY6" fmla="*/ 12268 h 259773"/>
                    <a:gd name="connsiteX0" fmla="*/ 159075 w 354197"/>
                    <a:gd name="connsiteY0" fmla="*/ 12268 h 259773"/>
                    <a:gd name="connsiteX1" fmla="*/ 354190 w 354197"/>
                    <a:gd name="connsiteY1" fmla="*/ 135135 h 259773"/>
                    <a:gd name="connsiteX2" fmla="*/ 29371 w 354197"/>
                    <a:gd name="connsiteY2" fmla="*/ 259663 h 259773"/>
                    <a:gd name="connsiteX3" fmla="*/ 24460 w 354197"/>
                    <a:gd name="connsiteY3" fmla="*/ 259183 h 259773"/>
                    <a:gd name="connsiteX4" fmla="*/ 24460 w 354197"/>
                    <a:gd name="connsiteY4" fmla="*/ 594 h 259773"/>
                    <a:gd name="connsiteX5" fmla="*/ 33640 w 354197"/>
                    <a:gd name="connsiteY5" fmla="*/ 0 h 259773"/>
                    <a:gd name="connsiteX6" fmla="*/ 159075 w 354197"/>
                    <a:gd name="connsiteY6" fmla="*/ 12268 h 259773"/>
                    <a:gd name="connsiteX0" fmla="*/ 159075 w 354197"/>
                    <a:gd name="connsiteY0" fmla="*/ 13242 h 260747"/>
                    <a:gd name="connsiteX1" fmla="*/ 354190 w 354197"/>
                    <a:gd name="connsiteY1" fmla="*/ 136109 h 260747"/>
                    <a:gd name="connsiteX2" fmla="*/ 29371 w 354197"/>
                    <a:gd name="connsiteY2" fmla="*/ 260637 h 260747"/>
                    <a:gd name="connsiteX3" fmla="*/ 24460 w 354197"/>
                    <a:gd name="connsiteY3" fmla="*/ 260157 h 260747"/>
                    <a:gd name="connsiteX4" fmla="*/ 24460 w 354197"/>
                    <a:gd name="connsiteY4" fmla="*/ 1568 h 260747"/>
                    <a:gd name="connsiteX5" fmla="*/ 46303 w 354197"/>
                    <a:gd name="connsiteY5" fmla="*/ 0 h 260747"/>
                    <a:gd name="connsiteX6" fmla="*/ 159075 w 354197"/>
                    <a:gd name="connsiteY6" fmla="*/ 13242 h 260747"/>
                    <a:gd name="connsiteX0" fmla="*/ 162936 w 358058"/>
                    <a:gd name="connsiteY0" fmla="*/ 13865 h 261370"/>
                    <a:gd name="connsiteX1" fmla="*/ 358051 w 358058"/>
                    <a:gd name="connsiteY1" fmla="*/ 136732 h 261370"/>
                    <a:gd name="connsiteX2" fmla="*/ 33232 w 358058"/>
                    <a:gd name="connsiteY2" fmla="*/ 261260 h 261370"/>
                    <a:gd name="connsiteX3" fmla="*/ 28321 w 358058"/>
                    <a:gd name="connsiteY3" fmla="*/ 260780 h 261370"/>
                    <a:gd name="connsiteX4" fmla="*/ 15415 w 358058"/>
                    <a:gd name="connsiteY4" fmla="*/ 0 h 261370"/>
                    <a:gd name="connsiteX5" fmla="*/ 50164 w 358058"/>
                    <a:gd name="connsiteY5" fmla="*/ 623 h 261370"/>
                    <a:gd name="connsiteX6" fmla="*/ 162936 w 358058"/>
                    <a:gd name="connsiteY6" fmla="*/ 13865 h 261370"/>
                    <a:gd name="connsiteX0" fmla="*/ 165295 w 360417"/>
                    <a:gd name="connsiteY0" fmla="*/ 13378 h 260883"/>
                    <a:gd name="connsiteX1" fmla="*/ 360410 w 360417"/>
                    <a:gd name="connsiteY1" fmla="*/ 136245 h 260883"/>
                    <a:gd name="connsiteX2" fmla="*/ 35591 w 360417"/>
                    <a:gd name="connsiteY2" fmla="*/ 260773 h 260883"/>
                    <a:gd name="connsiteX3" fmla="*/ 30680 w 360417"/>
                    <a:gd name="connsiteY3" fmla="*/ 260293 h 260883"/>
                    <a:gd name="connsiteX4" fmla="*/ 11443 w 360417"/>
                    <a:gd name="connsiteY4" fmla="*/ 0 h 260883"/>
                    <a:gd name="connsiteX5" fmla="*/ 52523 w 360417"/>
                    <a:gd name="connsiteY5" fmla="*/ 136 h 260883"/>
                    <a:gd name="connsiteX6" fmla="*/ 165295 w 360417"/>
                    <a:gd name="connsiteY6" fmla="*/ 13378 h 260883"/>
                    <a:gd name="connsiteX0" fmla="*/ 134615 w 329737"/>
                    <a:gd name="connsiteY0" fmla="*/ 13242 h 260747"/>
                    <a:gd name="connsiteX1" fmla="*/ 329730 w 329737"/>
                    <a:gd name="connsiteY1" fmla="*/ 136109 h 260747"/>
                    <a:gd name="connsiteX2" fmla="*/ 4911 w 329737"/>
                    <a:gd name="connsiteY2" fmla="*/ 260637 h 260747"/>
                    <a:gd name="connsiteX3" fmla="*/ 0 w 329737"/>
                    <a:gd name="connsiteY3" fmla="*/ 260157 h 260747"/>
                    <a:gd name="connsiteX4" fmla="*/ 21843 w 329737"/>
                    <a:gd name="connsiteY4" fmla="*/ 0 h 260747"/>
                    <a:gd name="connsiteX5" fmla="*/ 134615 w 329737"/>
                    <a:gd name="connsiteY5" fmla="*/ 13242 h 260747"/>
                    <a:gd name="connsiteX0" fmla="*/ 160936 w 356058"/>
                    <a:gd name="connsiteY0" fmla="*/ 13242 h 260747"/>
                    <a:gd name="connsiteX1" fmla="*/ 356051 w 356058"/>
                    <a:gd name="connsiteY1" fmla="*/ 136109 h 260747"/>
                    <a:gd name="connsiteX2" fmla="*/ 31232 w 356058"/>
                    <a:gd name="connsiteY2" fmla="*/ 260637 h 260747"/>
                    <a:gd name="connsiteX3" fmla="*/ 26321 w 356058"/>
                    <a:gd name="connsiteY3" fmla="*/ 260157 h 260747"/>
                    <a:gd name="connsiteX4" fmla="*/ 48164 w 356058"/>
                    <a:gd name="connsiteY4" fmla="*/ 0 h 260747"/>
                    <a:gd name="connsiteX5" fmla="*/ 160936 w 356058"/>
                    <a:gd name="connsiteY5" fmla="*/ 13242 h 260747"/>
                    <a:gd name="connsiteX0" fmla="*/ 169632 w 364754"/>
                    <a:gd name="connsiteY0" fmla="*/ 13242 h 260747"/>
                    <a:gd name="connsiteX1" fmla="*/ 364747 w 364754"/>
                    <a:gd name="connsiteY1" fmla="*/ 136109 h 260747"/>
                    <a:gd name="connsiteX2" fmla="*/ 39928 w 364754"/>
                    <a:gd name="connsiteY2" fmla="*/ 260637 h 260747"/>
                    <a:gd name="connsiteX3" fmla="*/ 35017 w 364754"/>
                    <a:gd name="connsiteY3" fmla="*/ 260157 h 260747"/>
                    <a:gd name="connsiteX4" fmla="*/ 56860 w 364754"/>
                    <a:gd name="connsiteY4" fmla="*/ 0 h 260747"/>
                    <a:gd name="connsiteX5" fmla="*/ 169632 w 364754"/>
                    <a:gd name="connsiteY5" fmla="*/ 13242 h 2607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64754" h="260747">
                      <a:moveTo>
                        <a:pt x="169632" y="13242"/>
                      </a:moveTo>
                      <a:cubicBezTo>
                        <a:pt x="285125" y="34854"/>
                        <a:pt x="365631" y="82331"/>
                        <a:pt x="364747" y="136109"/>
                      </a:cubicBezTo>
                      <a:cubicBezTo>
                        <a:pt x="363569" y="207814"/>
                        <a:pt x="218143" y="263566"/>
                        <a:pt x="39928" y="260637"/>
                      </a:cubicBezTo>
                      <a:lnTo>
                        <a:pt x="35017" y="260157"/>
                      </a:lnTo>
                      <a:cubicBezTo>
                        <a:pt x="9349" y="218911"/>
                        <a:pt x="-38630" y="2193"/>
                        <a:pt x="56860" y="0"/>
                      </a:cubicBezTo>
                      <a:cubicBezTo>
                        <a:pt x="101413" y="733"/>
                        <a:pt x="131135" y="6037"/>
                        <a:pt x="169632" y="13242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950280B-A14B-2FB8-DF71-142666411D51}"/>
                </a:ext>
              </a:extLst>
            </p:cNvPr>
            <p:cNvGrpSpPr/>
            <p:nvPr/>
          </p:nvGrpSpPr>
          <p:grpSpPr>
            <a:xfrm>
              <a:off x="5215328" y="1377112"/>
              <a:ext cx="1720356" cy="1720356"/>
              <a:chOff x="5290329" y="1412830"/>
              <a:chExt cx="1720356" cy="1720356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2633927B-E87E-68D2-553B-38DE73115033}"/>
                  </a:ext>
                </a:extLst>
              </p:cNvPr>
              <p:cNvSpPr/>
              <p:nvPr/>
            </p:nvSpPr>
            <p:spPr>
              <a:xfrm>
                <a:off x="5290329" y="1412830"/>
                <a:ext cx="1720356" cy="172035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9C1A3E8B-C10D-16D5-20A0-2342368C4D63}"/>
                  </a:ext>
                </a:extLst>
              </p:cNvPr>
              <p:cNvSpPr/>
              <p:nvPr/>
            </p:nvSpPr>
            <p:spPr>
              <a:xfrm>
                <a:off x="5823598" y="1946099"/>
                <a:ext cx="653818" cy="653818"/>
              </a:xfrm>
              <a:custGeom>
                <a:avLst/>
                <a:gdLst>
                  <a:gd name="connsiteX0" fmla="*/ 386463 w 772926"/>
                  <a:gd name="connsiteY0" fmla="*/ 0 h 772926"/>
                  <a:gd name="connsiteX1" fmla="*/ 772926 w 772926"/>
                  <a:gd name="connsiteY1" fmla="*/ 386463 h 772926"/>
                  <a:gd name="connsiteX2" fmla="*/ 386463 w 772926"/>
                  <a:gd name="connsiteY2" fmla="*/ 772926 h 772926"/>
                  <a:gd name="connsiteX3" fmla="*/ 0 w 772926"/>
                  <a:gd name="connsiteY3" fmla="*/ 386463 h 772926"/>
                  <a:gd name="connsiteX4" fmla="*/ 386463 w 772926"/>
                  <a:gd name="connsiteY4" fmla="*/ 0 h 772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2926" h="772926">
                    <a:moveTo>
                      <a:pt x="386463" y="0"/>
                    </a:moveTo>
                    <a:cubicBezTo>
                      <a:pt x="599901" y="0"/>
                      <a:pt x="772926" y="173025"/>
                      <a:pt x="772926" y="386463"/>
                    </a:cubicBezTo>
                    <a:cubicBezTo>
                      <a:pt x="772926" y="599901"/>
                      <a:pt x="599901" y="772926"/>
                      <a:pt x="386463" y="772926"/>
                    </a:cubicBezTo>
                    <a:cubicBezTo>
                      <a:pt x="173025" y="772926"/>
                      <a:pt x="0" y="599901"/>
                      <a:pt x="0" y="386463"/>
                    </a:cubicBezTo>
                    <a:cubicBezTo>
                      <a:pt x="0" y="173025"/>
                      <a:pt x="173025" y="0"/>
                      <a:pt x="38646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55F22CB-B8C9-D3F9-E534-6BE38EEB7598}"/>
                </a:ext>
              </a:extLst>
            </p:cNvPr>
            <p:cNvGrpSpPr/>
            <p:nvPr/>
          </p:nvGrpSpPr>
          <p:grpSpPr>
            <a:xfrm>
              <a:off x="11070123" y="1350683"/>
              <a:ext cx="1720356" cy="1720356"/>
              <a:chOff x="5290329" y="1412830"/>
              <a:chExt cx="1720356" cy="1720356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D0F83479-F501-A0BC-FEF3-0BA895E259C0}"/>
                  </a:ext>
                </a:extLst>
              </p:cNvPr>
              <p:cNvSpPr/>
              <p:nvPr/>
            </p:nvSpPr>
            <p:spPr>
              <a:xfrm>
                <a:off x="5290329" y="1412830"/>
                <a:ext cx="1720356" cy="172035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80EC558E-DAC1-AEF7-4A3D-8C43529A9676}"/>
                  </a:ext>
                </a:extLst>
              </p:cNvPr>
              <p:cNvSpPr/>
              <p:nvPr/>
            </p:nvSpPr>
            <p:spPr>
              <a:xfrm>
                <a:off x="5823598" y="1946099"/>
                <a:ext cx="653818" cy="653818"/>
              </a:xfrm>
              <a:custGeom>
                <a:avLst/>
                <a:gdLst>
                  <a:gd name="connsiteX0" fmla="*/ 386463 w 772926"/>
                  <a:gd name="connsiteY0" fmla="*/ 0 h 772926"/>
                  <a:gd name="connsiteX1" fmla="*/ 772926 w 772926"/>
                  <a:gd name="connsiteY1" fmla="*/ 386463 h 772926"/>
                  <a:gd name="connsiteX2" fmla="*/ 386463 w 772926"/>
                  <a:gd name="connsiteY2" fmla="*/ 772926 h 772926"/>
                  <a:gd name="connsiteX3" fmla="*/ 0 w 772926"/>
                  <a:gd name="connsiteY3" fmla="*/ 386463 h 772926"/>
                  <a:gd name="connsiteX4" fmla="*/ 386463 w 772926"/>
                  <a:gd name="connsiteY4" fmla="*/ 0 h 772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2926" h="772926">
                    <a:moveTo>
                      <a:pt x="386463" y="0"/>
                    </a:moveTo>
                    <a:cubicBezTo>
                      <a:pt x="599901" y="0"/>
                      <a:pt x="772926" y="173025"/>
                      <a:pt x="772926" y="386463"/>
                    </a:cubicBezTo>
                    <a:cubicBezTo>
                      <a:pt x="772926" y="599901"/>
                      <a:pt x="599901" y="772926"/>
                      <a:pt x="386463" y="772926"/>
                    </a:cubicBezTo>
                    <a:cubicBezTo>
                      <a:pt x="173025" y="772926"/>
                      <a:pt x="0" y="599901"/>
                      <a:pt x="0" y="386463"/>
                    </a:cubicBezTo>
                    <a:cubicBezTo>
                      <a:pt x="0" y="173025"/>
                      <a:pt x="173025" y="0"/>
                      <a:pt x="38646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0E6551A-8499-7E52-2327-6A42EF3C2587}"/>
              </a:ext>
            </a:extLst>
          </p:cNvPr>
          <p:cNvGrpSpPr/>
          <p:nvPr/>
        </p:nvGrpSpPr>
        <p:grpSpPr>
          <a:xfrm>
            <a:off x="-4132068" y="4809"/>
            <a:ext cx="9270544" cy="3599499"/>
            <a:chOff x="-4132068" y="4809"/>
            <a:chExt cx="9270544" cy="3599499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DF2751C-A758-F8AF-E4DA-0E73AE3ADE3C}"/>
                </a:ext>
              </a:extLst>
            </p:cNvPr>
            <p:cNvGrpSpPr/>
            <p:nvPr/>
          </p:nvGrpSpPr>
          <p:grpSpPr>
            <a:xfrm>
              <a:off x="-4132068" y="4809"/>
              <a:ext cx="9270544" cy="2938023"/>
              <a:chOff x="420335" y="2584174"/>
              <a:chExt cx="9270544" cy="2938023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3CE88D4B-BA12-0E15-22DC-F4A976DAE036}"/>
                  </a:ext>
                </a:extLst>
              </p:cNvPr>
              <p:cNvCxnSpPr>
                <a:cxnSpLocks/>
                <a:stCxn id="52" idx="24"/>
              </p:cNvCxnSpPr>
              <p:nvPr/>
            </p:nvCxnSpPr>
            <p:spPr>
              <a:xfrm>
                <a:off x="4479773" y="2844051"/>
                <a:ext cx="0" cy="1845763"/>
              </a:xfrm>
              <a:prstGeom prst="line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42D182BA-BCB5-F120-A189-81F63CEAAA7F}"/>
                  </a:ext>
                </a:extLst>
              </p:cNvPr>
              <p:cNvGrpSpPr/>
              <p:nvPr/>
            </p:nvGrpSpPr>
            <p:grpSpPr>
              <a:xfrm flipH="1">
                <a:off x="420335" y="2584174"/>
                <a:ext cx="9270544" cy="2938023"/>
                <a:chOff x="623148" y="-260680"/>
                <a:chExt cx="7548484" cy="2392268"/>
              </a:xfrm>
            </p:grpSpPr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3AEBD614-D02C-6F6A-EB5D-D29DFFA2E783}"/>
                    </a:ext>
                  </a:extLst>
                </p:cNvPr>
                <p:cNvSpPr/>
                <p:nvPr/>
              </p:nvSpPr>
              <p:spPr>
                <a:xfrm>
                  <a:off x="630077" y="-260680"/>
                  <a:ext cx="7541555" cy="2392268"/>
                </a:xfrm>
                <a:custGeom>
                  <a:avLst/>
                  <a:gdLst>
                    <a:gd name="connsiteX0" fmla="*/ 4318460 w 7541555"/>
                    <a:gd name="connsiteY0" fmla="*/ 489 h 2392268"/>
                    <a:gd name="connsiteX1" fmla="*/ 6779556 w 7541555"/>
                    <a:gd name="connsiteY1" fmla="*/ 773019 h 2392268"/>
                    <a:gd name="connsiteX2" fmla="*/ 7271677 w 7541555"/>
                    <a:gd name="connsiteY2" fmla="*/ 944468 h 2392268"/>
                    <a:gd name="connsiteX3" fmla="*/ 7541555 w 7541555"/>
                    <a:gd name="connsiteY3" fmla="*/ 1614396 h 2392268"/>
                    <a:gd name="connsiteX4" fmla="*/ 7541555 w 7541555"/>
                    <a:gd name="connsiteY4" fmla="*/ 2160490 h 2392268"/>
                    <a:gd name="connsiteX5" fmla="*/ 7405027 w 7541555"/>
                    <a:gd name="connsiteY5" fmla="*/ 2297018 h 2392268"/>
                    <a:gd name="connsiteX6" fmla="*/ 6667226 w 7541555"/>
                    <a:gd name="connsiteY6" fmla="*/ 2306812 h 2392268"/>
                    <a:gd name="connsiteX7" fmla="*/ 6673824 w 7541555"/>
                    <a:gd name="connsiteY7" fmla="*/ 2241362 h 2392268"/>
                    <a:gd name="connsiteX8" fmla="*/ 6031633 w 7541555"/>
                    <a:gd name="connsiteY8" fmla="*/ 1599171 h 2392268"/>
                    <a:gd name="connsiteX9" fmla="*/ 5389442 w 7541555"/>
                    <a:gd name="connsiteY9" fmla="*/ 2241362 h 2392268"/>
                    <a:gd name="connsiteX10" fmla="*/ 5397739 w 7541555"/>
                    <a:gd name="connsiteY10" fmla="*/ 2323664 h 2392268"/>
                    <a:gd name="connsiteX11" fmla="*/ 1874794 w 7541555"/>
                    <a:gd name="connsiteY11" fmla="*/ 2370428 h 2392268"/>
                    <a:gd name="connsiteX12" fmla="*/ 1879370 w 7541555"/>
                    <a:gd name="connsiteY12" fmla="*/ 2361997 h 2392268"/>
                    <a:gd name="connsiteX13" fmla="*/ 1929837 w 7541555"/>
                    <a:gd name="connsiteY13" fmla="*/ 2112027 h 2392268"/>
                    <a:gd name="connsiteX14" fmla="*/ 1287646 w 7541555"/>
                    <a:gd name="connsiteY14" fmla="*/ 1469836 h 2392268"/>
                    <a:gd name="connsiteX15" fmla="*/ 645455 w 7541555"/>
                    <a:gd name="connsiteY15" fmla="*/ 2112027 h 2392268"/>
                    <a:gd name="connsiteX16" fmla="*/ 695922 w 7541555"/>
                    <a:gd name="connsiteY16" fmla="*/ 2361997 h 2392268"/>
                    <a:gd name="connsiteX17" fmla="*/ 708899 w 7541555"/>
                    <a:gd name="connsiteY17" fmla="*/ 2385905 h 2392268"/>
                    <a:gd name="connsiteX18" fmla="*/ 229533 w 7541555"/>
                    <a:gd name="connsiteY18" fmla="*/ 2392268 h 2392268"/>
                    <a:gd name="connsiteX19" fmla="*/ 93005 w 7541555"/>
                    <a:gd name="connsiteY19" fmla="*/ 2160490 h 2392268"/>
                    <a:gd name="connsiteX20" fmla="*/ 93005 w 7541555"/>
                    <a:gd name="connsiteY20" fmla="*/ 1614396 h 2392268"/>
                    <a:gd name="connsiteX21" fmla="*/ 229533 w 7541555"/>
                    <a:gd name="connsiteY21" fmla="*/ 1477868 h 2392268"/>
                    <a:gd name="connsiteX22" fmla="*/ 1864655 w 7541555"/>
                    <a:gd name="connsiteY22" fmla="*/ 887318 h 2392268"/>
                    <a:gd name="connsiteX23" fmla="*/ 4318460 w 7541555"/>
                    <a:gd name="connsiteY23" fmla="*/ 489 h 2392268"/>
                    <a:gd name="connsiteX24" fmla="*/ 4236182 w 7541555"/>
                    <a:gd name="connsiteY24" fmla="*/ 211603 h 2392268"/>
                    <a:gd name="connsiteX25" fmla="*/ 2374677 w 7541555"/>
                    <a:gd name="connsiteY25" fmla="*/ 1054412 h 2392268"/>
                    <a:gd name="connsiteX26" fmla="*/ 6031633 w 7541555"/>
                    <a:gd name="connsiteY26" fmla="*/ 902012 h 2392268"/>
                    <a:gd name="connsiteX27" fmla="*/ 4412705 w 7541555"/>
                    <a:gd name="connsiteY27" fmla="*/ 216212 h 2392268"/>
                    <a:gd name="connsiteX28" fmla="*/ 4236182 w 7541555"/>
                    <a:gd name="connsiteY28" fmla="*/ 211603 h 2392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7541555" h="2392268">
                      <a:moveTo>
                        <a:pt x="4318460" y="489"/>
                      </a:moveTo>
                      <a:cubicBezTo>
                        <a:pt x="4996620" y="11763"/>
                        <a:pt x="5805824" y="219379"/>
                        <a:pt x="6779556" y="773019"/>
                      </a:cubicBezTo>
                      <a:cubicBezTo>
                        <a:pt x="6975876" y="801594"/>
                        <a:pt x="7135152" y="848689"/>
                        <a:pt x="7271677" y="944468"/>
                      </a:cubicBezTo>
                      <a:cubicBezTo>
                        <a:pt x="7347079" y="944468"/>
                        <a:pt x="7541555" y="1538994"/>
                        <a:pt x="7541555" y="1614396"/>
                      </a:cubicBezTo>
                      <a:lnTo>
                        <a:pt x="7541555" y="2160490"/>
                      </a:lnTo>
                      <a:cubicBezTo>
                        <a:pt x="7541555" y="2235892"/>
                        <a:pt x="7480429" y="2297018"/>
                        <a:pt x="7405027" y="2297018"/>
                      </a:cubicBezTo>
                      <a:lnTo>
                        <a:pt x="6667226" y="2306812"/>
                      </a:lnTo>
                      <a:lnTo>
                        <a:pt x="6673824" y="2241362"/>
                      </a:lnTo>
                      <a:cubicBezTo>
                        <a:pt x="6673824" y="1886690"/>
                        <a:pt x="6386305" y="1599171"/>
                        <a:pt x="6031633" y="1599171"/>
                      </a:cubicBezTo>
                      <a:cubicBezTo>
                        <a:pt x="5676961" y="1599171"/>
                        <a:pt x="5389442" y="1886690"/>
                        <a:pt x="5389442" y="2241362"/>
                      </a:cubicBezTo>
                      <a:lnTo>
                        <a:pt x="5397739" y="2323664"/>
                      </a:lnTo>
                      <a:lnTo>
                        <a:pt x="1874794" y="2370428"/>
                      </a:lnTo>
                      <a:lnTo>
                        <a:pt x="1879370" y="2361997"/>
                      </a:lnTo>
                      <a:cubicBezTo>
                        <a:pt x="1911867" y="2285166"/>
                        <a:pt x="1929837" y="2200695"/>
                        <a:pt x="1929837" y="2112027"/>
                      </a:cubicBezTo>
                      <a:cubicBezTo>
                        <a:pt x="1929837" y="1757355"/>
                        <a:pt x="1642318" y="1469836"/>
                        <a:pt x="1287646" y="1469836"/>
                      </a:cubicBezTo>
                      <a:cubicBezTo>
                        <a:pt x="932974" y="1469836"/>
                        <a:pt x="645455" y="1757355"/>
                        <a:pt x="645455" y="2112027"/>
                      </a:cubicBezTo>
                      <a:cubicBezTo>
                        <a:pt x="645455" y="2200695"/>
                        <a:pt x="663425" y="2285166"/>
                        <a:pt x="695922" y="2361997"/>
                      </a:cubicBezTo>
                      <a:lnTo>
                        <a:pt x="708899" y="2385905"/>
                      </a:lnTo>
                      <a:lnTo>
                        <a:pt x="229533" y="2392268"/>
                      </a:lnTo>
                      <a:cubicBezTo>
                        <a:pt x="154131" y="2392268"/>
                        <a:pt x="93005" y="2235892"/>
                        <a:pt x="93005" y="2160490"/>
                      </a:cubicBezTo>
                      <a:cubicBezTo>
                        <a:pt x="-40345" y="1978459"/>
                        <a:pt x="-21295" y="1796427"/>
                        <a:pt x="93005" y="1614396"/>
                      </a:cubicBezTo>
                      <a:cubicBezTo>
                        <a:pt x="93005" y="1538994"/>
                        <a:pt x="154131" y="1477868"/>
                        <a:pt x="229533" y="1477868"/>
                      </a:cubicBezTo>
                      <a:cubicBezTo>
                        <a:pt x="355474" y="1261968"/>
                        <a:pt x="1300564" y="893668"/>
                        <a:pt x="1864655" y="887318"/>
                      </a:cubicBezTo>
                      <a:cubicBezTo>
                        <a:pt x="2421933" y="508303"/>
                        <a:pt x="3188192" y="-18301"/>
                        <a:pt x="4318460" y="489"/>
                      </a:cubicBezTo>
                      <a:close/>
                      <a:moveTo>
                        <a:pt x="4236182" y="211603"/>
                      </a:moveTo>
                      <a:cubicBezTo>
                        <a:pt x="3330715" y="229532"/>
                        <a:pt x="2121720" y="840100"/>
                        <a:pt x="2374677" y="1054412"/>
                      </a:cubicBezTo>
                      <a:cubicBezTo>
                        <a:pt x="2644498" y="1283012"/>
                        <a:pt x="5872937" y="978212"/>
                        <a:pt x="6031633" y="902012"/>
                      </a:cubicBezTo>
                      <a:cubicBezTo>
                        <a:pt x="6031633" y="592357"/>
                        <a:pt x="5326998" y="286062"/>
                        <a:pt x="4412705" y="216212"/>
                      </a:cubicBezTo>
                      <a:cubicBezTo>
                        <a:pt x="4355562" y="211847"/>
                        <a:pt x="4296547" y="210408"/>
                        <a:pt x="4236182" y="211603"/>
                      </a:cubicBezTo>
                      <a:close/>
                    </a:path>
                  </a:pathLst>
                </a:custGeom>
                <a:solidFill>
                  <a:srgbClr val="70AD47">
                    <a:lumMod val="60000"/>
                    <a:lumOff val="40000"/>
                  </a:srgbClr>
                </a:solidFill>
                <a:ln w="38100" cap="flat" cmpd="sng" algn="ctr">
                  <a:solidFill>
                    <a:srgbClr val="A9D18E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2507F216-FF18-4E4F-27E2-D29D3A7F354C}"/>
                    </a:ext>
                  </a:extLst>
                </p:cNvPr>
                <p:cNvSpPr/>
                <p:nvPr/>
              </p:nvSpPr>
              <p:spPr>
                <a:xfrm rot="20797355">
                  <a:off x="7522739" y="828772"/>
                  <a:ext cx="549381" cy="341356"/>
                </a:xfrm>
                <a:custGeom>
                  <a:avLst/>
                  <a:gdLst>
                    <a:gd name="connsiteX0" fmla="*/ 315647 w 315647"/>
                    <a:gd name="connsiteY0" fmla="*/ 0 h 258589"/>
                    <a:gd name="connsiteX1" fmla="*/ 315647 w 315647"/>
                    <a:gd name="connsiteY1" fmla="*/ 258589 h 258589"/>
                    <a:gd name="connsiteX2" fmla="*/ 195123 w 315647"/>
                    <a:gd name="connsiteY2" fmla="*/ 246802 h 258589"/>
                    <a:gd name="connsiteX3" fmla="*/ 8 w 315647"/>
                    <a:gd name="connsiteY3" fmla="*/ 123934 h 258589"/>
                    <a:gd name="connsiteX4" fmla="*/ 199055 w 315647"/>
                    <a:gd name="connsiteY4" fmla="*/ 7544 h 258589"/>
                    <a:gd name="connsiteX5" fmla="*/ 315647 w 315647"/>
                    <a:gd name="connsiteY5" fmla="*/ 0 h 258589"/>
                    <a:gd name="connsiteX0" fmla="*/ 315647 w 339340"/>
                    <a:gd name="connsiteY0" fmla="*/ 0 h 253093"/>
                    <a:gd name="connsiteX1" fmla="*/ 339340 w 339340"/>
                    <a:gd name="connsiteY1" fmla="*/ 253093 h 253093"/>
                    <a:gd name="connsiteX2" fmla="*/ 195123 w 339340"/>
                    <a:gd name="connsiteY2" fmla="*/ 246802 h 253093"/>
                    <a:gd name="connsiteX3" fmla="*/ 8 w 339340"/>
                    <a:gd name="connsiteY3" fmla="*/ 123934 h 253093"/>
                    <a:gd name="connsiteX4" fmla="*/ 199055 w 339340"/>
                    <a:gd name="connsiteY4" fmla="*/ 7544 h 253093"/>
                    <a:gd name="connsiteX5" fmla="*/ 315647 w 339340"/>
                    <a:gd name="connsiteY5" fmla="*/ 0 h 253093"/>
                    <a:gd name="connsiteX0" fmla="*/ 315647 w 340006"/>
                    <a:gd name="connsiteY0" fmla="*/ 0 h 253093"/>
                    <a:gd name="connsiteX1" fmla="*/ 339340 w 340006"/>
                    <a:gd name="connsiteY1" fmla="*/ 253093 h 253093"/>
                    <a:gd name="connsiteX2" fmla="*/ 195123 w 340006"/>
                    <a:gd name="connsiteY2" fmla="*/ 246802 h 253093"/>
                    <a:gd name="connsiteX3" fmla="*/ 8 w 340006"/>
                    <a:gd name="connsiteY3" fmla="*/ 123934 h 253093"/>
                    <a:gd name="connsiteX4" fmla="*/ 199055 w 340006"/>
                    <a:gd name="connsiteY4" fmla="*/ 7544 h 253093"/>
                    <a:gd name="connsiteX5" fmla="*/ 315647 w 340006"/>
                    <a:gd name="connsiteY5" fmla="*/ 0 h 253093"/>
                    <a:gd name="connsiteX0" fmla="*/ 315647 w 345708"/>
                    <a:gd name="connsiteY0" fmla="*/ 0 h 254737"/>
                    <a:gd name="connsiteX1" fmla="*/ 345172 w 345708"/>
                    <a:gd name="connsiteY1" fmla="*/ 254737 h 254737"/>
                    <a:gd name="connsiteX2" fmla="*/ 195123 w 345708"/>
                    <a:gd name="connsiteY2" fmla="*/ 246802 h 254737"/>
                    <a:gd name="connsiteX3" fmla="*/ 8 w 345708"/>
                    <a:gd name="connsiteY3" fmla="*/ 123934 h 254737"/>
                    <a:gd name="connsiteX4" fmla="*/ 199055 w 345708"/>
                    <a:gd name="connsiteY4" fmla="*/ 7544 h 254737"/>
                    <a:gd name="connsiteX5" fmla="*/ 315647 w 345708"/>
                    <a:gd name="connsiteY5" fmla="*/ 0 h 254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45708" h="254737">
                      <a:moveTo>
                        <a:pt x="315647" y="0"/>
                      </a:moveTo>
                      <a:cubicBezTo>
                        <a:pt x="323545" y="84364"/>
                        <a:pt x="349766" y="159284"/>
                        <a:pt x="345172" y="254737"/>
                      </a:cubicBezTo>
                      <a:cubicBezTo>
                        <a:pt x="304997" y="250808"/>
                        <a:pt x="235298" y="250731"/>
                        <a:pt x="195123" y="246802"/>
                      </a:cubicBezTo>
                      <a:cubicBezTo>
                        <a:pt x="79630" y="225188"/>
                        <a:pt x="-876" y="177712"/>
                        <a:pt x="8" y="123934"/>
                      </a:cubicBezTo>
                      <a:cubicBezTo>
                        <a:pt x="892" y="70155"/>
                        <a:pt x="82916" y="25350"/>
                        <a:pt x="199055" y="7544"/>
                      </a:cubicBezTo>
                      <a:lnTo>
                        <a:pt x="315647" y="0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95000"/>
                  </a:sysClr>
                </a:solidFill>
                <a:ln w="38100" cap="flat" cmpd="sng" algn="ctr">
                  <a:noFill/>
                  <a:prstDash val="solid"/>
                  <a:miter lim="800000"/>
                </a:ln>
                <a:effectLst>
                  <a:innerShdw blurRad="114300">
                    <a:prstClr val="black">
                      <a:alpha val="43000"/>
                    </a:prstClr>
                  </a:innerShdw>
                </a:effectLst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8F458CD4-3AD0-C9FE-B201-6C1F6C3230A6}"/>
                    </a:ext>
                  </a:extLst>
                </p:cNvPr>
                <p:cNvSpPr/>
                <p:nvPr/>
              </p:nvSpPr>
              <p:spPr>
                <a:xfrm rot="21263350">
                  <a:off x="725788" y="1163195"/>
                  <a:ext cx="645455" cy="259698"/>
                </a:xfrm>
                <a:prstGeom prst="ellipse">
                  <a:avLst/>
                </a:prstGeom>
                <a:solidFill>
                  <a:sysClr val="window" lastClr="FFFFFF">
                    <a:lumMod val="95000"/>
                  </a:sysClr>
                </a:solidFill>
                <a:ln w="38100" cap="flat" cmpd="sng" algn="ctr">
                  <a:noFill/>
                  <a:prstDash val="solid"/>
                  <a:miter lim="800000"/>
                </a:ln>
                <a:effectLst>
                  <a:innerShdw blurRad="114300">
                    <a:prstClr val="black">
                      <a:alpha val="43000"/>
                    </a:prstClr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31209CE9-6B09-A7D2-E109-CC09FC75DD69}"/>
                    </a:ext>
                  </a:extLst>
                </p:cNvPr>
                <p:cNvSpPr/>
                <p:nvPr/>
              </p:nvSpPr>
              <p:spPr>
                <a:xfrm rot="264026">
                  <a:off x="623148" y="1507823"/>
                  <a:ext cx="364754" cy="260747"/>
                </a:xfrm>
                <a:custGeom>
                  <a:avLst/>
                  <a:gdLst>
                    <a:gd name="connsiteX0" fmla="*/ 134615 w 329737"/>
                    <a:gd name="connsiteY0" fmla="*/ 12268 h 259773"/>
                    <a:gd name="connsiteX1" fmla="*/ 329730 w 329737"/>
                    <a:gd name="connsiteY1" fmla="*/ 135135 h 259773"/>
                    <a:gd name="connsiteX2" fmla="*/ 4911 w 329737"/>
                    <a:gd name="connsiteY2" fmla="*/ 259663 h 259773"/>
                    <a:gd name="connsiteX3" fmla="*/ 0 w 329737"/>
                    <a:gd name="connsiteY3" fmla="*/ 259183 h 259773"/>
                    <a:gd name="connsiteX4" fmla="*/ 0 w 329737"/>
                    <a:gd name="connsiteY4" fmla="*/ 594 h 259773"/>
                    <a:gd name="connsiteX5" fmla="*/ 9180 w 329737"/>
                    <a:gd name="connsiteY5" fmla="*/ 0 h 259773"/>
                    <a:gd name="connsiteX6" fmla="*/ 134615 w 329737"/>
                    <a:gd name="connsiteY6" fmla="*/ 12268 h 259773"/>
                    <a:gd name="connsiteX0" fmla="*/ 159075 w 354197"/>
                    <a:gd name="connsiteY0" fmla="*/ 12268 h 259773"/>
                    <a:gd name="connsiteX1" fmla="*/ 354190 w 354197"/>
                    <a:gd name="connsiteY1" fmla="*/ 135135 h 259773"/>
                    <a:gd name="connsiteX2" fmla="*/ 29371 w 354197"/>
                    <a:gd name="connsiteY2" fmla="*/ 259663 h 259773"/>
                    <a:gd name="connsiteX3" fmla="*/ 24460 w 354197"/>
                    <a:gd name="connsiteY3" fmla="*/ 259183 h 259773"/>
                    <a:gd name="connsiteX4" fmla="*/ 24460 w 354197"/>
                    <a:gd name="connsiteY4" fmla="*/ 594 h 259773"/>
                    <a:gd name="connsiteX5" fmla="*/ 33640 w 354197"/>
                    <a:gd name="connsiteY5" fmla="*/ 0 h 259773"/>
                    <a:gd name="connsiteX6" fmla="*/ 159075 w 354197"/>
                    <a:gd name="connsiteY6" fmla="*/ 12268 h 259773"/>
                    <a:gd name="connsiteX0" fmla="*/ 159075 w 354197"/>
                    <a:gd name="connsiteY0" fmla="*/ 12268 h 259773"/>
                    <a:gd name="connsiteX1" fmla="*/ 354190 w 354197"/>
                    <a:gd name="connsiteY1" fmla="*/ 135135 h 259773"/>
                    <a:gd name="connsiteX2" fmla="*/ 29371 w 354197"/>
                    <a:gd name="connsiteY2" fmla="*/ 259663 h 259773"/>
                    <a:gd name="connsiteX3" fmla="*/ 24460 w 354197"/>
                    <a:gd name="connsiteY3" fmla="*/ 259183 h 259773"/>
                    <a:gd name="connsiteX4" fmla="*/ 24460 w 354197"/>
                    <a:gd name="connsiteY4" fmla="*/ 594 h 259773"/>
                    <a:gd name="connsiteX5" fmla="*/ 33640 w 354197"/>
                    <a:gd name="connsiteY5" fmla="*/ 0 h 259773"/>
                    <a:gd name="connsiteX6" fmla="*/ 159075 w 354197"/>
                    <a:gd name="connsiteY6" fmla="*/ 12268 h 259773"/>
                    <a:gd name="connsiteX0" fmla="*/ 159075 w 354197"/>
                    <a:gd name="connsiteY0" fmla="*/ 13242 h 260747"/>
                    <a:gd name="connsiteX1" fmla="*/ 354190 w 354197"/>
                    <a:gd name="connsiteY1" fmla="*/ 136109 h 260747"/>
                    <a:gd name="connsiteX2" fmla="*/ 29371 w 354197"/>
                    <a:gd name="connsiteY2" fmla="*/ 260637 h 260747"/>
                    <a:gd name="connsiteX3" fmla="*/ 24460 w 354197"/>
                    <a:gd name="connsiteY3" fmla="*/ 260157 h 260747"/>
                    <a:gd name="connsiteX4" fmla="*/ 24460 w 354197"/>
                    <a:gd name="connsiteY4" fmla="*/ 1568 h 260747"/>
                    <a:gd name="connsiteX5" fmla="*/ 46303 w 354197"/>
                    <a:gd name="connsiteY5" fmla="*/ 0 h 260747"/>
                    <a:gd name="connsiteX6" fmla="*/ 159075 w 354197"/>
                    <a:gd name="connsiteY6" fmla="*/ 13242 h 260747"/>
                    <a:gd name="connsiteX0" fmla="*/ 162936 w 358058"/>
                    <a:gd name="connsiteY0" fmla="*/ 13865 h 261370"/>
                    <a:gd name="connsiteX1" fmla="*/ 358051 w 358058"/>
                    <a:gd name="connsiteY1" fmla="*/ 136732 h 261370"/>
                    <a:gd name="connsiteX2" fmla="*/ 33232 w 358058"/>
                    <a:gd name="connsiteY2" fmla="*/ 261260 h 261370"/>
                    <a:gd name="connsiteX3" fmla="*/ 28321 w 358058"/>
                    <a:gd name="connsiteY3" fmla="*/ 260780 h 261370"/>
                    <a:gd name="connsiteX4" fmla="*/ 15415 w 358058"/>
                    <a:gd name="connsiteY4" fmla="*/ 0 h 261370"/>
                    <a:gd name="connsiteX5" fmla="*/ 50164 w 358058"/>
                    <a:gd name="connsiteY5" fmla="*/ 623 h 261370"/>
                    <a:gd name="connsiteX6" fmla="*/ 162936 w 358058"/>
                    <a:gd name="connsiteY6" fmla="*/ 13865 h 261370"/>
                    <a:gd name="connsiteX0" fmla="*/ 165295 w 360417"/>
                    <a:gd name="connsiteY0" fmla="*/ 13378 h 260883"/>
                    <a:gd name="connsiteX1" fmla="*/ 360410 w 360417"/>
                    <a:gd name="connsiteY1" fmla="*/ 136245 h 260883"/>
                    <a:gd name="connsiteX2" fmla="*/ 35591 w 360417"/>
                    <a:gd name="connsiteY2" fmla="*/ 260773 h 260883"/>
                    <a:gd name="connsiteX3" fmla="*/ 30680 w 360417"/>
                    <a:gd name="connsiteY3" fmla="*/ 260293 h 260883"/>
                    <a:gd name="connsiteX4" fmla="*/ 11443 w 360417"/>
                    <a:gd name="connsiteY4" fmla="*/ 0 h 260883"/>
                    <a:gd name="connsiteX5" fmla="*/ 52523 w 360417"/>
                    <a:gd name="connsiteY5" fmla="*/ 136 h 260883"/>
                    <a:gd name="connsiteX6" fmla="*/ 165295 w 360417"/>
                    <a:gd name="connsiteY6" fmla="*/ 13378 h 260883"/>
                    <a:gd name="connsiteX0" fmla="*/ 134615 w 329737"/>
                    <a:gd name="connsiteY0" fmla="*/ 13242 h 260747"/>
                    <a:gd name="connsiteX1" fmla="*/ 329730 w 329737"/>
                    <a:gd name="connsiteY1" fmla="*/ 136109 h 260747"/>
                    <a:gd name="connsiteX2" fmla="*/ 4911 w 329737"/>
                    <a:gd name="connsiteY2" fmla="*/ 260637 h 260747"/>
                    <a:gd name="connsiteX3" fmla="*/ 0 w 329737"/>
                    <a:gd name="connsiteY3" fmla="*/ 260157 h 260747"/>
                    <a:gd name="connsiteX4" fmla="*/ 21843 w 329737"/>
                    <a:gd name="connsiteY4" fmla="*/ 0 h 260747"/>
                    <a:gd name="connsiteX5" fmla="*/ 134615 w 329737"/>
                    <a:gd name="connsiteY5" fmla="*/ 13242 h 260747"/>
                    <a:gd name="connsiteX0" fmla="*/ 160936 w 356058"/>
                    <a:gd name="connsiteY0" fmla="*/ 13242 h 260747"/>
                    <a:gd name="connsiteX1" fmla="*/ 356051 w 356058"/>
                    <a:gd name="connsiteY1" fmla="*/ 136109 h 260747"/>
                    <a:gd name="connsiteX2" fmla="*/ 31232 w 356058"/>
                    <a:gd name="connsiteY2" fmla="*/ 260637 h 260747"/>
                    <a:gd name="connsiteX3" fmla="*/ 26321 w 356058"/>
                    <a:gd name="connsiteY3" fmla="*/ 260157 h 260747"/>
                    <a:gd name="connsiteX4" fmla="*/ 48164 w 356058"/>
                    <a:gd name="connsiteY4" fmla="*/ 0 h 260747"/>
                    <a:gd name="connsiteX5" fmla="*/ 160936 w 356058"/>
                    <a:gd name="connsiteY5" fmla="*/ 13242 h 260747"/>
                    <a:gd name="connsiteX0" fmla="*/ 169632 w 364754"/>
                    <a:gd name="connsiteY0" fmla="*/ 13242 h 260747"/>
                    <a:gd name="connsiteX1" fmla="*/ 364747 w 364754"/>
                    <a:gd name="connsiteY1" fmla="*/ 136109 h 260747"/>
                    <a:gd name="connsiteX2" fmla="*/ 39928 w 364754"/>
                    <a:gd name="connsiteY2" fmla="*/ 260637 h 260747"/>
                    <a:gd name="connsiteX3" fmla="*/ 35017 w 364754"/>
                    <a:gd name="connsiteY3" fmla="*/ 260157 h 260747"/>
                    <a:gd name="connsiteX4" fmla="*/ 56860 w 364754"/>
                    <a:gd name="connsiteY4" fmla="*/ 0 h 260747"/>
                    <a:gd name="connsiteX5" fmla="*/ 169632 w 364754"/>
                    <a:gd name="connsiteY5" fmla="*/ 13242 h 2607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64754" h="260747">
                      <a:moveTo>
                        <a:pt x="169632" y="13242"/>
                      </a:moveTo>
                      <a:cubicBezTo>
                        <a:pt x="285125" y="34854"/>
                        <a:pt x="365631" y="82331"/>
                        <a:pt x="364747" y="136109"/>
                      </a:cubicBezTo>
                      <a:cubicBezTo>
                        <a:pt x="363569" y="207814"/>
                        <a:pt x="218143" y="263566"/>
                        <a:pt x="39928" y="260637"/>
                      </a:cubicBezTo>
                      <a:lnTo>
                        <a:pt x="35017" y="260157"/>
                      </a:lnTo>
                      <a:cubicBezTo>
                        <a:pt x="9349" y="218911"/>
                        <a:pt x="-38630" y="2193"/>
                        <a:pt x="56860" y="0"/>
                      </a:cubicBezTo>
                      <a:cubicBezTo>
                        <a:pt x="101413" y="733"/>
                        <a:pt x="131135" y="6037"/>
                        <a:pt x="169632" y="13242"/>
                      </a:cubicBezTo>
                      <a:close/>
                    </a:path>
                  </a:pathLst>
                </a:custGeom>
                <a:solidFill>
                  <a:sysClr val="window" lastClr="FFFFFF">
                    <a:lumMod val="95000"/>
                  </a:sysClr>
                </a:solidFill>
                <a:ln w="38100" cap="flat" cmpd="sng" algn="ctr">
                  <a:noFill/>
                  <a:prstDash val="solid"/>
                  <a:miter lim="800000"/>
                </a:ln>
                <a:effectLst>
                  <a:innerShdw blurRad="114300">
                    <a:prstClr val="black">
                      <a:alpha val="43000"/>
                    </a:prstClr>
                  </a:innerShdw>
                </a:effectLst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51F112B-5A32-B9FC-5CA0-313DBB54DA27}"/>
                </a:ext>
              </a:extLst>
            </p:cNvPr>
            <p:cNvSpPr/>
            <p:nvPr/>
          </p:nvSpPr>
          <p:spPr>
            <a:xfrm>
              <a:off x="-3138532" y="1883952"/>
              <a:ext cx="1720356" cy="172035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AB16869-935B-893F-34E4-3CB07E280E85}"/>
                </a:ext>
              </a:extLst>
            </p:cNvPr>
            <p:cNvSpPr/>
            <p:nvPr/>
          </p:nvSpPr>
          <p:spPr>
            <a:xfrm>
              <a:off x="-2605263" y="2417221"/>
              <a:ext cx="653818" cy="653818"/>
            </a:xfrm>
            <a:custGeom>
              <a:avLst/>
              <a:gdLst>
                <a:gd name="connsiteX0" fmla="*/ 386463 w 772926"/>
                <a:gd name="connsiteY0" fmla="*/ 0 h 772926"/>
                <a:gd name="connsiteX1" fmla="*/ 772926 w 772926"/>
                <a:gd name="connsiteY1" fmla="*/ 386463 h 772926"/>
                <a:gd name="connsiteX2" fmla="*/ 386463 w 772926"/>
                <a:gd name="connsiteY2" fmla="*/ 772926 h 772926"/>
                <a:gd name="connsiteX3" fmla="*/ 0 w 772926"/>
                <a:gd name="connsiteY3" fmla="*/ 386463 h 772926"/>
                <a:gd name="connsiteX4" fmla="*/ 386463 w 772926"/>
                <a:gd name="connsiteY4" fmla="*/ 0 h 772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2926" h="772926">
                  <a:moveTo>
                    <a:pt x="386463" y="0"/>
                  </a:moveTo>
                  <a:cubicBezTo>
                    <a:pt x="599901" y="0"/>
                    <a:pt x="772926" y="173025"/>
                    <a:pt x="772926" y="386463"/>
                  </a:cubicBezTo>
                  <a:cubicBezTo>
                    <a:pt x="772926" y="599901"/>
                    <a:pt x="599901" y="772926"/>
                    <a:pt x="386463" y="772926"/>
                  </a:cubicBezTo>
                  <a:cubicBezTo>
                    <a:pt x="173025" y="772926"/>
                    <a:pt x="0" y="599901"/>
                    <a:pt x="0" y="386463"/>
                  </a:cubicBezTo>
                  <a:cubicBezTo>
                    <a:pt x="0" y="173025"/>
                    <a:pt x="173025" y="0"/>
                    <a:pt x="38646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CF9EB2E4-2332-8273-5CA8-B1A9F0870C8E}"/>
                </a:ext>
              </a:extLst>
            </p:cNvPr>
            <p:cNvSpPr/>
            <p:nvPr/>
          </p:nvSpPr>
          <p:spPr>
            <a:xfrm>
              <a:off x="2683663" y="1812989"/>
              <a:ext cx="1720356" cy="172035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1AC3349F-D6D2-D554-6694-B8E68B2558F8}"/>
                </a:ext>
              </a:extLst>
            </p:cNvPr>
            <p:cNvSpPr/>
            <p:nvPr/>
          </p:nvSpPr>
          <p:spPr>
            <a:xfrm>
              <a:off x="3216932" y="2346258"/>
              <a:ext cx="653818" cy="653818"/>
            </a:xfrm>
            <a:custGeom>
              <a:avLst/>
              <a:gdLst>
                <a:gd name="connsiteX0" fmla="*/ 386463 w 772926"/>
                <a:gd name="connsiteY0" fmla="*/ 0 h 772926"/>
                <a:gd name="connsiteX1" fmla="*/ 772926 w 772926"/>
                <a:gd name="connsiteY1" fmla="*/ 386463 h 772926"/>
                <a:gd name="connsiteX2" fmla="*/ 386463 w 772926"/>
                <a:gd name="connsiteY2" fmla="*/ 772926 h 772926"/>
                <a:gd name="connsiteX3" fmla="*/ 0 w 772926"/>
                <a:gd name="connsiteY3" fmla="*/ 386463 h 772926"/>
                <a:gd name="connsiteX4" fmla="*/ 386463 w 772926"/>
                <a:gd name="connsiteY4" fmla="*/ 0 h 772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2926" h="772926">
                  <a:moveTo>
                    <a:pt x="386463" y="0"/>
                  </a:moveTo>
                  <a:cubicBezTo>
                    <a:pt x="599901" y="0"/>
                    <a:pt x="772926" y="173025"/>
                    <a:pt x="772926" y="386463"/>
                  </a:cubicBezTo>
                  <a:cubicBezTo>
                    <a:pt x="772926" y="599901"/>
                    <a:pt x="599901" y="772926"/>
                    <a:pt x="386463" y="772926"/>
                  </a:cubicBezTo>
                  <a:cubicBezTo>
                    <a:pt x="173025" y="772926"/>
                    <a:pt x="0" y="599901"/>
                    <a:pt x="0" y="386463"/>
                  </a:cubicBezTo>
                  <a:cubicBezTo>
                    <a:pt x="0" y="173025"/>
                    <a:pt x="173025" y="0"/>
                    <a:pt x="38646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8EB6B55-7F18-9445-F7F4-F70D1FEF8E9C}"/>
              </a:ext>
            </a:extLst>
          </p:cNvPr>
          <p:cNvGrpSpPr/>
          <p:nvPr/>
        </p:nvGrpSpPr>
        <p:grpSpPr>
          <a:xfrm>
            <a:off x="941403" y="3630737"/>
            <a:ext cx="9270544" cy="3599499"/>
            <a:chOff x="-4132068" y="4809"/>
            <a:chExt cx="9270544" cy="3599499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4370D491-30EA-847E-B90C-B194CC212340}"/>
                </a:ext>
              </a:extLst>
            </p:cNvPr>
            <p:cNvGrpSpPr/>
            <p:nvPr/>
          </p:nvGrpSpPr>
          <p:grpSpPr>
            <a:xfrm>
              <a:off x="-4132068" y="4809"/>
              <a:ext cx="9270544" cy="2938023"/>
              <a:chOff x="420335" y="2584174"/>
              <a:chExt cx="9270544" cy="2938023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E5B4FF67-FE7D-1106-199F-67793620B26B}"/>
                  </a:ext>
                </a:extLst>
              </p:cNvPr>
              <p:cNvCxnSpPr>
                <a:cxnSpLocks/>
                <a:stCxn id="71" idx="24"/>
              </p:cNvCxnSpPr>
              <p:nvPr/>
            </p:nvCxnSpPr>
            <p:spPr>
              <a:xfrm>
                <a:off x="4479773" y="2844051"/>
                <a:ext cx="0" cy="1845763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</p:cxn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D50754E1-65F6-37FF-E10E-5FEF7A4F678C}"/>
                  </a:ext>
                </a:extLst>
              </p:cNvPr>
              <p:cNvGrpSpPr/>
              <p:nvPr/>
            </p:nvGrpSpPr>
            <p:grpSpPr>
              <a:xfrm flipH="1">
                <a:off x="420335" y="2584174"/>
                <a:ext cx="9270544" cy="2938023"/>
                <a:chOff x="623148" y="-260680"/>
                <a:chExt cx="7548484" cy="2392268"/>
              </a:xfrm>
            </p:grpSpPr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29C18CFC-EFA3-1A4C-5363-F4633EDD31B5}"/>
                    </a:ext>
                  </a:extLst>
                </p:cNvPr>
                <p:cNvSpPr/>
                <p:nvPr/>
              </p:nvSpPr>
              <p:spPr>
                <a:xfrm>
                  <a:off x="630077" y="-260680"/>
                  <a:ext cx="7541555" cy="2392268"/>
                </a:xfrm>
                <a:custGeom>
                  <a:avLst/>
                  <a:gdLst>
                    <a:gd name="connsiteX0" fmla="*/ 4318460 w 7541555"/>
                    <a:gd name="connsiteY0" fmla="*/ 489 h 2392268"/>
                    <a:gd name="connsiteX1" fmla="*/ 6779556 w 7541555"/>
                    <a:gd name="connsiteY1" fmla="*/ 773019 h 2392268"/>
                    <a:gd name="connsiteX2" fmla="*/ 7271677 w 7541555"/>
                    <a:gd name="connsiteY2" fmla="*/ 944468 h 2392268"/>
                    <a:gd name="connsiteX3" fmla="*/ 7541555 w 7541555"/>
                    <a:gd name="connsiteY3" fmla="*/ 1614396 h 2392268"/>
                    <a:gd name="connsiteX4" fmla="*/ 7541555 w 7541555"/>
                    <a:gd name="connsiteY4" fmla="*/ 2160490 h 2392268"/>
                    <a:gd name="connsiteX5" fmla="*/ 7405027 w 7541555"/>
                    <a:gd name="connsiteY5" fmla="*/ 2297018 h 2392268"/>
                    <a:gd name="connsiteX6" fmla="*/ 6667226 w 7541555"/>
                    <a:gd name="connsiteY6" fmla="*/ 2306812 h 2392268"/>
                    <a:gd name="connsiteX7" fmla="*/ 6673824 w 7541555"/>
                    <a:gd name="connsiteY7" fmla="*/ 2241362 h 2392268"/>
                    <a:gd name="connsiteX8" fmla="*/ 6031633 w 7541555"/>
                    <a:gd name="connsiteY8" fmla="*/ 1599171 h 2392268"/>
                    <a:gd name="connsiteX9" fmla="*/ 5389442 w 7541555"/>
                    <a:gd name="connsiteY9" fmla="*/ 2241362 h 2392268"/>
                    <a:gd name="connsiteX10" fmla="*/ 5397739 w 7541555"/>
                    <a:gd name="connsiteY10" fmla="*/ 2323664 h 2392268"/>
                    <a:gd name="connsiteX11" fmla="*/ 1874794 w 7541555"/>
                    <a:gd name="connsiteY11" fmla="*/ 2370428 h 2392268"/>
                    <a:gd name="connsiteX12" fmla="*/ 1879370 w 7541555"/>
                    <a:gd name="connsiteY12" fmla="*/ 2361997 h 2392268"/>
                    <a:gd name="connsiteX13" fmla="*/ 1929837 w 7541555"/>
                    <a:gd name="connsiteY13" fmla="*/ 2112027 h 2392268"/>
                    <a:gd name="connsiteX14" fmla="*/ 1287646 w 7541555"/>
                    <a:gd name="connsiteY14" fmla="*/ 1469836 h 2392268"/>
                    <a:gd name="connsiteX15" fmla="*/ 645455 w 7541555"/>
                    <a:gd name="connsiteY15" fmla="*/ 2112027 h 2392268"/>
                    <a:gd name="connsiteX16" fmla="*/ 695922 w 7541555"/>
                    <a:gd name="connsiteY16" fmla="*/ 2361997 h 2392268"/>
                    <a:gd name="connsiteX17" fmla="*/ 708899 w 7541555"/>
                    <a:gd name="connsiteY17" fmla="*/ 2385905 h 2392268"/>
                    <a:gd name="connsiteX18" fmla="*/ 229533 w 7541555"/>
                    <a:gd name="connsiteY18" fmla="*/ 2392268 h 2392268"/>
                    <a:gd name="connsiteX19" fmla="*/ 93005 w 7541555"/>
                    <a:gd name="connsiteY19" fmla="*/ 2160490 h 2392268"/>
                    <a:gd name="connsiteX20" fmla="*/ 93005 w 7541555"/>
                    <a:gd name="connsiteY20" fmla="*/ 1614396 h 2392268"/>
                    <a:gd name="connsiteX21" fmla="*/ 229533 w 7541555"/>
                    <a:gd name="connsiteY21" fmla="*/ 1477868 h 2392268"/>
                    <a:gd name="connsiteX22" fmla="*/ 1864655 w 7541555"/>
                    <a:gd name="connsiteY22" fmla="*/ 887318 h 2392268"/>
                    <a:gd name="connsiteX23" fmla="*/ 4318460 w 7541555"/>
                    <a:gd name="connsiteY23" fmla="*/ 489 h 2392268"/>
                    <a:gd name="connsiteX24" fmla="*/ 4236182 w 7541555"/>
                    <a:gd name="connsiteY24" fmla="*/ 211603 h 2392268"/>
                    <a:gd name="connsiteX25" fmla="*/ 2374677 w 7541555"/>
                    <a:gd name="connsiteY25" fmla="*/ 1054412 h 2392268"/>
                    <a:gd name="connsiteX26" fmla="*/ 6031633 w 7541555"/>
                    <a:gd name="connsiteY26" fmla="*/ 902012 h 2392268"/>
                    <a:gd name="connsiteX27" fmla="*/ 4412705 w 7541555"/>
                    <a:gd name="connsiteY27" fmla="*/ 216212 h 2392268"/>
                    <a:gd name="connsiteX28" fmla="*/ 4236182 w 7541555"/>
                    <a:gd name="connsiteY28" fmla="*/ 211603 h 2392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7541555" h="2392268">
                      <a:moveTo>
                        <a:pt x="4318460" y="489"/>
                      </a:moveTo>
                      <a:cubicBezTo>
                        <a:pt x="4996620" y="11763"/>
                        <a:pt x="5805824" y="219379"/>
                        <a:pt x="6779556" y="773019"/>
                      </a:cubicBezTo>
                      <a:cubicBezTo>
                        <a:pt x="6975876" y="801594"/>
                        <a:pt x="7135152" y="848689"/>
                        <a:pt x="7271677" y="944468"/>
                      </a:cubicBezTo>
                      <a:cubicBezTo>
                        <a:pt x="7347079" y="944468"/>
                        <a:pt x="7541555" y="1538994"/>
                        <a:pt x="7541555" y="1614396"/>
                      </a:cubicBezTo>
                      <a:lnTo>
                        <a:pt x="7541555" y="2160490"/>
                      </a:lnTo>
                      <a:cubicBezTo>
                        <a:pt x="7541555" y="2235892"/>
                        <a:pt x="7480429" y="2297018"/>
                        <a:pt x="7405027" y="2297018"/>
                      </a:cubicBezTo>
                      <a:lnTo>
                        <a:pt x="6667226" y="2306812"/>
                      </a:lnTo>
                      <a:lnTo>
                        <a:pt x="6673824" y="2241362"/>
                      </a:lnTo>
                      <a:cubicBezTo>
                        <a:pt x="6673824" y="1886690"/>
                        <a:pt x="6386305" y="1599171"/>
                        <a:pt x="6031633" y="1599171"/>
                      </a:cubicBezTo>
                      <a:cubicBezTo>
                        <a:pt x="5676961" y="1599171"/>
                        <a:pt x="5389442" y="1886690"/>
                        <a:pt x="5389442" y="2241362"/>
                      </a:cubicBezTo>
                      <a:lnTo>
                        <a:pt x="5397739" y="2323664"/>
                      </a:lnTo>
                      <a:lnTo>
                        <a:pt x="1874794" y="2370428"/>
                      </a:lnTo>
                      <a:lnTo>
                        <a:pt x="1879370" y="2361997"/>
                      </a:lnTo>
                      <a:cubicBezTo>
                        <a:pt x="1911867" y="2285166"/>
                        <a:pt x="1929837" y="2200695"/>
                        <a:pt x="1929837" y="2112027"/>
                      </a:cubicBezTo>
                      <a:cubicBezTo>
                        <a:pt x="1929837" y="1757355"/>
                        <a:pt x="1642318" y="1469836"/>
                        <a:pt x="1287646" y="1469836"/>
                      </a:cubicBezTo>
                      <a:cubicBezTo>
                        <a:pt x="932974" y="1469836"/>
                        <a:pt x="645455" y="1757355"/>
                        <a:pt x="645455" y="2112027"/>
                      </a:cubicBezTo>
                      <a:cubicBezTo>
                        <a:pt x="645455" y="2200695"/>
                        <a:pt x="663425" y="2285166"/>
                        <a:pt x="695922" y="2361997"/>
                      </a:cubicBezTo>
                      <a:lnTo>
                        <a:pt x="708899" y="2385905"/>
                      </a:lnTo>
                      <a:lnTo>
                        <a:pt x="229533" y="2392268"/>
                      </a:lnTo>
                      <a:cubicBezTo>
                        <a:pt x="154131" y="2392268"/>
                        <a:pt x="93005" y="2235892"/>
                        <a:pt x="93005" y="2160490"/>
                      </a:cubicBezTo>
                      <a:cubicBezTo>
                        <a:pt x="-40345" y="1978459"/>
                        <a:pt x="-21295" y="1796427"/>
                        <a:pt x="93005" y="1614396"/>
                      </a:cubicBezTo>
                      <a:cubicBezTo>
                        <a:pt x="93005" y="1538994"/>
                        <a:pt x="154131" y="1477868"/>
                        <a:pt x="229533" y="1477868"/>
                      </a:cubicBezTo>
                      <a:cubicBezTo>
                        <a:pt x="355474" y="1261968"/>
                        <a:pt x="1300564" y="893668"/>
                        <a:pt x="1864655" y="887318"/>
                      </a:cubicBezTo>
                      <a:cubicBezTo>
                        <a:pt x="2421933" y="508303"/>
                        <a:pt x="3188192" y="-18301"/>
                        <a:pt x="4318460" y="489"/>
                      </a:cubicBezTo>
                      <a:close/>
                      <a:moveTo>
                        <a:pt x="4236182" y="211603"/>
                      </a:moveTo>
                      <a:cubicBezTo>
                        <a:pt x="3330715" y="229532"/>
                        <a:pt x="2121720" y="840100"/>
                        <a:pt x="2374677" y="1054412"/>
                      </a:cubicBezTo>
                      <a:cubicBezTo>
                        <a:pt x="2644498" y="1283012"/>
                        <a:pt x="5872937" y="978212"/>
                        <a:pt x="6031633" y="902012"/>
                      </a:cubicBezTo>
                      <a:cubicBezTo>
                        <a:pt x="6031633" y="592357"/>
                        <a:pt x="5326998" y="286062"/>
                        <a:pt x="4412705" y="216212"/>
                      </a:cubicBezTo>
                      <a:cubicBezTo>
                        <a:pt x="4355562" y="211847"/>
                        <a:pt x="4296547" y="210408"/>
                        <a:pt x="4236182" y="211603"/>
                      </a:cubicBezTo>
                      <a:close/>
                    </a:path>
                  </a:pathLst>
                </a:custGeom>
                <a:solidFill>
                  <a:srgbClr val="70AD47">
                    <a:lumMod val="60000"/>
                    <a:lumOff val="40000"/>
                  </a:srgbClr>
                </a:solidFill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E432DB57-2116-6D58-D2AB-E1B9148B1FC3}"/>
                    </a:ext>
                  </a:extLst>
                </p:cNvPr>
                <p:cNvSpPr/>
                <p:nvPr/>
              </p:nvSpPr>
              <p:spPr>
                <a:xfrm rot="20797355">
                  <a:off x="7522739" y="828772"/>
                  <a:ext cx="549381" cy="341356"/>
                </a:xfrm>
                <a:custGeom>
                  <a:avLst/>
                  <a:gdLst>
                    <a:gd name="connsiteX0" fmla="*/ 315647 w 315647"/>
                    <a:gd name="connsiteY0" fmla="*/ 0 h 258589"/>
                    <a:gd name="connsiteX1" fmla="*/ 315647 w 315647"/>
                    <a:gd name="connsiteY1" fmla="*/ 258589 h 258589"/>
                    <a:gd name="connsiteX2" fmla="*/ 195123 w 315647"/>
                    <a:gd name="connsiteY2" fmla="*/ 246802 h 258589"/>
                    <a:gd name="connsiteX3" fmla="*/ 8 w 315647"/>
                    <a:gd name="connsiteY3" fmla="*/ 123934 h 258589"/>
                    <a:gd name="connsiteX4" fmla="*/ 199055 w 315647"/>
                    <a:gd name="connsiteY4" fmla="*/ 7544 h 258589"/>
                    <a:gd name="connsiteX5" fmla="*/ 315647 w 315647"/>
                    <a:gd name="connsiteY5" fmla="*/ 0 h 258589"/>
                    <a:gd name="connsiteX0" fmla="*/ 315647 w 339340"/>
                    <a:gd name="connsiteY0" fmla="*/ 0 h 253093"/>
                    <a:gd name="connsiteX1" fmla="*/ 339340 w 339340"/>
                    <a:gd name="connsiteY1" fmla="*/ 253093 h 253093"/>
                    <a:gd name="connsiteX2" fmla="*/ 195123 w 339340"/>
                    <a:gd name="connsiteY2" fmla="*/ 246802 h 253093"/>
                    <a:gd name="connsiteX3" fmla="*/ 8 w 339340"/>
                    <a:gd name="connsiteY3" fmla="*/ 123934 h 253093"/>
                    <a:gd name="connsiteX4" fmla="*/ 199055 w 339340"/>
                    <a:gd name="connsiteY4" fmla="*/ 7544 h 253093"/>
                    <a:gd name="connsiteX5" fmla="*/ 315647 w 339340"/>
                    <a:gd name="connsiteY5" fmla="*/ 0 h 253093"/>
                    <a:gd name="connsiteX0" fmla="*/ 315647 w 340006"/>
                    <a:gd name="connsiteY0" fmla="*/ 0 h 253093"/>
                    <a:gd name="connsiteX1" fmla="*/ 339340 w 340006"/>
                    <a:gd name="connsiteY1" fmla="*/ 253093 h 253093"/>
                    <a:gd name="connsiteX2" fmla="*/ 195123 w 340006"/>
                    <a:gd name="connsiteY2" fmla="*/ 246802 h 253093"/>
                    <a:gd name="connsiteX3" fmla="*/ 8 w 340006"/>
                    <a:gd name="connsiteY3" fmla="*/ 123934 h 253093"/>
                    <a:gd name="connsiteX4" fmla="*/ 199055 w 340006"/>
                    <a:gd name="connsiteY4" fmla="*/ 7544 h 253093"/>
                    <a:gd name="connsiteX5" fmla="*/ 315647 w 340006"/>
                    <a:gd name="connsiteY5" fmla="*/ 0 h 253093"/>
                    <a:gd name="connsiteX0" fmla="*/ 315647 w 345708"/>
                    <a:gd name="connsiteY0" fmla="*/ 0 h 254737"/>
                    <a:gd name="connsiteX1" fmla="*/ 345172 w 345708"/>
                    <a:gd name="connsiteY1" fmla="*/ 254737 h 254737"/>
                    <a:gd name="connsiteX2" fmla="*/ 195123 w 345708"/>
                    <a:gd name="connsiteY2" fmla="*/ 246802 h 254737"/>
                    <a:gd name="connsiteX3" fmla="*/ 8 w 345708"/>
                    <a:gd name="connsiteY3" fmla="*/ 123934 h 254737"/>
                    <a:gd name="connsiteX4" fmla="*/ 199055 w 345708"/>
                    <a:gd name="connsiteY4" fmla="*/ 7544 h 254737"/>
                    <a:gd name="connsiteX5" fmla="*/ 315647 w 345708"/>
                    <a:gd name="connsiteY5" fmla="*/ 0 h 254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45708" h="254737">
                      <a:moveTo>
                        <a:pt x="315647" y="0"/>
                      </a:moveTo>
                      <a:cubicBezTo>
                        <a:pt x="323545" y="84364"/>
                        <a:pt x="349766" y="159284"/>
                        <a:pt x="345172" y="254737"/>
                      </a:cubicBezTo>
                      <a:cubicBezTo>
                        <a:pt x="304997" y="250808"/>
                        <a:pt x="235298" y="250731"/>
                        <a:pt x="195123" y="246802"/>
                      </a:cubicBezTo>
                      <a:cubicBezTo>
                        <a:pt x="79630" y="225188"/>
                        <a:pt x="-876" y="177712"/>
                        <a:pt x="8" y="123934"/>
                      </a:cubicBezTo>
                      <a:cubicBezTo>
                        <a:pt x="892" y="70155"/>
                        <a:pt x="82916" y="25350"/>
                        <a:pt x="199055" y="7544"/>
                      </a:cubicBezTo>
                      <a:lnTo>
                        <a:pt x="315647" y="0"/>
                      </a:lnTo>
                      <a:close/>
                    </a:path>
                  </a:pathLst>
                </a:custGeom>
                <a:solidFill>
                  <a:sysClr val="window" lastClr="FFFFFF">
                    <a:lumMod val="95000"/>
                  </a:sysClr>
                </a:solidFill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>
                  <a:innerShdw blurRad="114300">
                    <a:prstClr val="black">
                      <a:alpha val="43000"/>
                    </a:prstClr>
                  </a:innerShdw>
                </a:effectLst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B1E10478-498F-A07E-18E3-7776FAFAA34D}"/>
                    </a:ext>
                  </a:extLst>
                </p:cNvPr>
                <p:cNvSpPr/>
                <p:nvPr/>
              </p:nvSpPr>
              <p:spPr>
                <a:xfrm rot="21263350">
                  <a:off x="725788" y="1163195"/>
                  <a:ext cx="645455" cy="259698"/>
                </a:xfrm>
                <a:prstGeom prst="ellipse">
                  <a:avLst/>
                </a:prstGeom>
                <a:solidFill>
                  <a:sysClr val="window" lastClr="FFFFFF">
                    <a:lumMod val="95000"/>
                  </a:sysClr>
                </a:solidFill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>
                  <a:innerShdw blurRad="114300">
                    <a:prstClr val="black">
                      <a:alpha val="43000"/>
                    </a:prstClr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B03FB194-3FA5-9B44-F679-E5EC7B8FEC68}"/>
                    </a:ext>
                  </a:extLst>
                </p:cNvPr>
                <p:cNvSpPr/>
                <p:nvPr/>
              </p:nvSpPr>
              <p:spPr>
                <a:xfrm rot="264026">
                  <a:off x="623148" y="1507823"/>
                  <a:ext cx="364754" cy="260747"/>
                </a:xfrm>
                <a:custGeom>
                  <a:avLst/>
                  <a:gdLst>
                    <a:gd name="connsiteX0" fmla="*/ 134615 w 329737"/>
                    <a:gd name="connsiteY0" fmla="*/ 12268 h 259773"/>
                    <a:gd name="connsiteX1" fmla="*/ 329730 w 329737"/>
                    <a:gd name="connsiteY1" fmla="*/ 135135 h 259773"/>
                    <a:gd name="connsiteX2" fmla="*/ 4911 w 329737"/>
                    <a:gd name="connsiteY2" fmla="*/ 259663 h 259773"/>
                    <a:gd name="connsiteX3" fmla="*/ 0 w 329737"/>
                    <a:gd name="connsiteY3" fmla="*/ 259183 h 259773"/>
                    <a:gd name="connsiteX4" fmla="*/ 0 w 329737"/>
                    <a:gd name="connsiteY4" fmla="*/ 594 h 259773"/>
                    <a:gd name="connsiteX5" fmla="*/ 9180 w 329737"/>
                    <a:gd name="connsiteY5" fmla="*/ 0 h 259773"/>
                    <a:gd name="connsiteX6" fmla="*/ 134615 w 329737"/>
                    <a:gd name="connsiteY6" fmla="*/ 12268 h 259773"/>
                    <a:gd name="connsiteX0" fmla="*/ 159075 w 354197"/>
                    <a:gd name="connsiteY0" fmla="*/ 12268 h 259773"/>
                    <a:gd name="connsiteX1" fmla="*/ 354190 w 354197"/>
                    <a:gd name="connsiteY1" fmla="*/ 135135 h 259773"/>
                    <a:gd name="connsiteX2" fmla="*/ 29371 w 354197"/>
                    <a:gd name="connsiteY2" fmla="*/ 259663 h 259773"/>
                    <a:gd name="connsiteX3" fmla="*/ 24460 w 354197"/>
                    <a:gd name="connsiteY3" fmla="*/ 259183 h 259773"/>
                    <a:gd name="connsiteX4" fmla="*/ 24460 w 354197"/>
                    <a:gd name="connsiteY4" fmla="*/ 594 h 259773"/>
                    <a:gd name="connsiteX5" fmla="*/ 33640 w 354197"/>
                    <a:gd name="connsiteY5" fmla="*/ 0 h 259773"/>
                    <a:gd name="connsiteX6" fmla="*/ 159075 w 354197"/>
                    <a:gd name="connsiteY6" fmla="*/ 12268 h 259773"/>
                    <a:gd name="connsiteX0" fmla="*/ 159075 w 354197"/>
                    <a:gd name="connsiteY0" fmla="*/ 12268 h 259773"/>
                    <a:gd name="connsiteX1" fmla="*/ 354190 w 354197"/>
                    <a:gd name="connsiteY1" fmla="*/ 135135 h 259773"/>
                    <a:gd name="connsiteX2" fmla="*/ 29371 w 354197"/>
                    <a:gd name="connsiteY2" fmla="*/ 259663 h 259773"/>
                    <a:gd name="connsiteX3" fmla="*/ 24460 w 354197"/>
                    <a:gd name="connsiteY3" fmla="*/ 259183 h 259773"/>
                    <a:gd name="connsiteX4" fmla="*/ 24460 w 354197"/>
                    <a:gd name="connsiteY4" fmla="*/ 594 h 259773"/>
                    <a:gd name="connsiteX5" fmla="*/ 33640 w 354197"/>
                    <a:gd name="connsiteY5" fmla="*/ 0 h 259773"/>
                    <a:gd name="connsiteX6" fmla="*/ 159075 w 354197"/>
                    <a:gd name="connsiteY6" fmla="*/ 12268 h 259773"/>
                    <a:gd name="connsiteX0" fmla="*/ 159075 w 354197"/>
                    <a:gd name="connsiteY0" fmla="*/ 13242 h 260747"/>
                    <a:gd name="connsiteX1" fmla="*/ 354190 w 354197"/>
                    <a:gd name="connsiteY1" fmla="*/ 136109 h 260747"/>
                    <a:gd name="connsiteX2" fmla="*/ 29371 w 354197"/>
                    <a:gd name="connsiteY2" fmla="*/ 260637 h 260747"/>
                    <a:gd name="connsiteX3" fmla="*/ 24460 w 354197"/>
                    <a:gd name="connsiteY3" fmla="*/ 260157 h 260747"/>
                    <a:gd name="connsiteX4" fmla="*/ 24460 w 354197"/>
                    <a:gd name="connsiteY4" fmla="*/ 1568 h 260747"/>
                    <a:gd name="connsiteX5" fmla="*/ 46303 w 354197"/>
                    <a:gd name="connsiteY5" fmla="*/ 0 h 260747"/>
                    <a:gd name="connsiteX6" fmla="*/ 159075 w 354197"/>
                    <a:gd name="connsiteY6" fmla="*/ 13242 h 260747"/>
                    <a:gd name="connsiteX0" fmla="*/ 162936 w 358058"/>
                    <a:gd name="connsiteY0" fmla="*/ 13865 h 261370"/>
                    <a:gd name="connsiteX1" fmla="*/ 358051 w 358058"/>
                    <a:gd name="connsiteY1" fmla="*/ 136732 h 261370"/>
                    <a:gd name="connsiteX2" fmla="*/ 33232 w 358058"/>
                    <a:gd name="connsiteY2" fmla="*/ 261260 h 261370"/>
                    <a:gd name="connsiteX3" fmla="*/ 28321 w 358058"/>
                    <a:gd name="connsiteY3" fmla="*/ 260780 h 261370"/>
                    <a:gd name="connsiteX4" fmla="*/ 15415 w 358058"/>
                    <a:gd name="connsiteY4" fmla="*/ 0 h 261370"/>
                    <a:gd name="connsiteX5" fmla="*/ 50164 w 358058"/>
                    <a:gd name="connsiteY5" fmla="*/ 623 h 261370"/>
                    <a:gd name="connsiteX6" fmla="*/ 162936 w 358058"/>
                    <a:gd name="connsiteY6" fmla="*/ 13865 h 261370"/>
                    <a:gd name="connsiteX0" fmla="*/ 165295 w 360417"/>
                    <a:gd name="connsiteY0" fmla="*/ 13378 h 260883"/>
                    <a:gd name="connsiteX1" fmla="*/ 360410 w 360417"/>
                    <a:gd name="connsiteY1" fmla="*/ 136245 h 260883"/>
                    <a:gd name="connsiteX2" fmla="*/ 35591 w 360417"/>
                    <a:gd name="connsiteY2" fmla="*/ 260773 h 260883"/>
                    <a:gd name="connsiteX3" fmla="*/ 30680 w 360417"/>
                    <a:gd name="connsiteY3" fmla="*/ 260293 h 260883"/>
                    <a:gd name="connsiteX4" fmla="*/ 11443 w 360417"/>
                    <a:gd name="connsiteY4" fmla="*/ 0 h 260883"/>
                    <a:gd name="connsiteX5" fmla="*/ 52523 w 360417"/>
                    <a:gd name="connsiteY5" fmla="*/ 136 h 260883"/>
                    <a:gd name="connsiteX6" fmla="*/ 165295 w 360417"/>
                    <a:gd name="connsiteY6" fmla="*/ 13378 h 260883"/>
                    <a:gd name="connsiteX0" fmla="*/ 134615 w 329737"/>
                    <a:gd name="connsiteY0" fmla="*/ 13242 h 260747"/>
                    <a:gd name="connsiteX1" fmla="*/ 329730 w 329737"/>
                    <a:gd name="connsiteY1" fmla="*/ 136109 h 260747"/>
                    <a:gd name="connsiteX2" fmla="*/ 4911 w 329737"/>
                    <a:gd name="connsiteY2" fmla="*/ 260637 h 260747"/>
                    <a:gd name="connsiteX3" fmla="*/ 0 w 329737"/>
                    <a:gd name="connsiteY3" fmla="*/ 260157 h 260747"/>
                    <a:gd name="connsiteX4" fmla="*/ 21843 w 329737"/>
                    <a:gd name="connsiteY4" fmla="*/ 0 h 260747"/>
                    <a:gd name="connsiteX5" fmla="*/ 134615 w 329737"/>
                    <a:gd name="connsiteY5" fmla="*/ 13242 h 260747"/>
                    <a:gd name="connsiteX0" fmla="*/ 160936 w 356058"/>
                    <a:gd name="connsiteY0" fmla="*/ 13242 h 260747"/>
                    <a:gd name="connsiteX1" fmla="*/ 356051 w 356058"/>
                    <a:gd name="connsiteY1" fmla="*/ 136109 h 260747"/>
                    <a:gd name="connsiteX2" fmla="*/ 31232 w 356058"/>
                    <a:gd name="connsiteY2" fmla="*/ 260637 h 260747"/>
                    <a:gd name="connsiteX3" fmla="*/ 26321 w 356058"/>
                    <a:gd name="connsiteY3" fmla="*/ 260157 h 260747"/>
                    <a:gd name="connsiteX4" fmla="*/ 48164 w 356058"/>
                    <a:gd name="connsiteY4" fmla="*/ 0 h 260747"/>
                    <a:gd name="connsiteX5" fmla="*/ 160936 w 356058"/>
                    <a:gd name="connsiteY5" fmla="*/ 13242 h 260747"/>
                    <a:gd name="connsiteX0" fmla="*/ 169632 w 364754"/>
                    <a:gd name="connsiteY0" fmla="*/ 13242 h 260747"/>
                    <a:gd name="connsiteX1" fmla="*/ 364747 w 364754"/>
                    <a:gd name="connsiteY1" fmla="*/ 136109 h 260747"/>
                    <a:gd name="connsiteX2" fmla="*/ 39928 w 364754"/>
                    <a:gd name="connsiteY2" fmla="*/ 260637 h 260747"/>
                    <a:gd name="connsiteX3" fmla="*/ 35017 w 364754"/>
                    <a:gd name="connsiteY3" fmla="*/ 260157 h 260747"/>
                    <a:gd name="connsiteX4" fmla="*/ 56860 w 364754"/>
                    <a:gd name="connsiteY4" fmla="*/ 0 h 260747"/>
                    <a:gd name="connsiteX5" fmla="*/ 169632 w 364754"/>
                    <a:gd name="connsiteY5" fmla="*/ 13242 h 2607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64754" h="260747">
                      <a:moveTo>
                        <a:pt x="169632" y="13242"/>
                      </a:moveTo>
                      <a:cubicBezTo>
                        <a:pt x="285125" y="34854"/>
                        <a:pt x="365631" y="82331"/>
                        <a:pt x="364747" y="136109"/>
                      </a:cubicBezTo>
                      <a:cubicBezTo>
                        <a:pt x="363569" y="207814"/>
                        <a:pt x="218143" y="263566"/>
                        <a:pt x="39928" y="260637"/>
                      </a:cubicBezTo>
                      <a:lnTo>
                        <a:pt x="35017" y="260157"/>
                      </a:lnTo>
                      <a:cubicBezTo>
                        <a:pt x="9349" y="218911"/>
                        <a:pt x="-38630" y="2193"/>
                        <a:pt x="56860" y="0"/>
                      </a:cubicBezTo>
                      <a:cubicBezTo>
                        <a:pt x="101413" y="733"/>
                        <a:pt x="131135" y="6037"/>
                        <a:pt x="169632" y="13242"/>
                      </a:cubicBezTo>
                      <a:close/>
                    </a:path>
                  </a:pathLst>
                </a:custGeom>
                <a:solidFill>
                  <a:sysClr val="window" lastClr="FFFFFF">
                    <a:lumMod val="95000"/>
                  </a:sysClr>
                </a:solidFill>
                <a:ln w="381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>
                  <a:innerShdw blurRad="114300">
                    <a:prstClr val="black">
                      <a:alpha val="43000"/>
                    </a:prstClr>
                  </a:innerShdw>
                </a:effectLst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95FB196C-D611-7E1E-F6C9-7E8656299FCB}"/>
                </a:ext>
              </a:extLst>
            </p:cNvPr>
            <p:cNvSpPr/>
            <p:nvPr/>
          </p:nvSpPr>
          <p:spPr>
            <a:xfrm>
              <a:off x="-3138532" y="1883952"/>
              <a:ext cx="1720356" cy="172035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D2E7F5D-B9BF-609F-A109-8A0841E403D3}"/>
                </a:ext>
              </a:extLst>
            </p:cNvPr>
            <p:cNvSpPr/>
            <p:nvPr/>
          </p:nvSpPr>
          <p:spPr>
            <a:xfrm>
              <a:off x="-2605263" y="2417221"/>
              <a:ext cx="653818" cy="653818"/>
            </a:xfrm>
            <a:custGeom>
              <a:avLst/>
              <a:gdLst>
                <a:gd name="connsiteX0" fmla="*/ 386463 w 772926"/>
                <a:gd name="connsiteY0" fmla="*/ 0 h 772926"/>
                <a:gd name="connsiteX1" fmla="*/ 772926 w 772926"/>
                <a:gd name="connsiteY1" fmla="*/ 386463 h 772926"/>
                <a:gd name="connsiteX2" fmla="*/ 386463 w 772926"/>
                <a:gd name="connsiteY2" fmla="*/ 772926 h 772926"/>
                <a:gd name="connsiteX3" fmla="*/ 0 w 772926"/>
                <a:gd name="connsiteY3" fmla="*/ 386463 h 772926"/>
                <a:gd name="connsiteX4" fmla="*/ 386463 w 772926"/>
                <a:gd name="connsiteY4" fmla="*/ 0 h 772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2926" h="772926">
                  <a:moveTo>
                    <a:pt x="386463" y="0"/>
                  </a:moveTo>
                  <a:cubicBezTo>
                    <a:pt x="599901" y="0"/>
                    <a:pt x="772926" y="173025"/>
                    <a:pt x="772926" y="386463"/>
                  </a:cubicBezTo>
                  <a:cubicBezTo>
                    <a:pt x="772926" y="599901"/>
                    <a:pt x="599901" y="772926"/>
                    <a:pt x="386463" y="772926"/>
                  </a:cubicBezTo>
                  <a:cubicBezTo>
                    <a:pt x="173025" y="772926"/>
                    <a:pt x="0" y="599901"/>
                    <a:pt x="0" y="386463"/>
                  </a:cubicBezTo>
                  <a:cubicBezTo>
                    <a:pt x="0" y="173025"/>
                    <a:pt x="173025" y="0"/>
                    <a:pt x="386463" y="0"/>
                  </a:cubicBez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21EF9B28-919D-9175-5F95-EE649E96D98E}"/>
                </a:ext>
              </a:extLst>
            </p:cNvPr>
            <p:cNvSpPr/>
            <p:nvPr/>
          </p:nvSpPr>
          <p:spPr>
            <a:xfrm>
              <a:off x="2683663" y="1812989"/>
              <a:ext cx="1720356" cy="172035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94E7419D-9AC4-9490-35BE-57EE2BE02A89}"/>
                </a:ext>
              </a:extLst>
            </p:cNvPr>
            <p:cNvSpPr/>
            <p:nvPr/>
          </p:nvSpPr>
          <p:spPr>
            <a:xfrm>
              <a:off x="3216932" y="2346258"/>
              <a:ext cx="653818" cy="653818"/>
            </a:xfrm>
            <a:custGeom>
              <a:avLst/>
              <a:gdLst>
                <a:gd name="connsiteX0" fmla="*/ 386463 w 772926"/>
                <a:gd name="connsiteY0" fmla="*/ 0 h 772926"/>
                <a:gd name="connsiteX1" fmla="*/ 772926 w 772926"/>
                <a:gd name="connsiteY1" fmla="*/ 386463 h 772926"/>
                <a:gd name="connsiteX2" fmla="*/ 386463 w 772926"/>
                <a:gd name="connsiteY2" fmla="*/ 772926 h 772926"/>
                <a:gd name="connsiteX3" fmla="*/ 0 w 772926"/>
                <a:gd name="connsiteY3" fmla="*/ 386463 h 772926"/>
                <a:gd name="connsiteX4" fmla="*/ 386463 w 772926"/>
                <a:gd name="connsiteY4" fmla="*/ 0 h 772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2926" h="772926">
                  <a:moveTo>
                    <a:pt x="386463" y="0"/>
                  </a:moveTo>
                  <a:cubicBezTo>
                    <a:pt x="599901" y="0"/>
                    <a:pt x="772926" y="173025"/>
                    <a:pt x="772926" y="386463"/>
                  </a:cubicBezTo>
                  <a:cubicBezTo>
                    <a:pt x="772926" y="599901"/>
                    <a:pt x="599901" y="772926"/>
                    <a:pt x="386463" y="772926"/>
                  </a:cubicBezTo>
                  <a:cubicBezTo>
                    <a:pt x="173025" y="772926"/>
                    <a:pt x="0" y="599901"/>
                    <a:pt x="0" y="386463"/>
                  </a:cubicBezTo>
                  <a:cubicBezTo>
                    <a:pt x="0" y="173025"/>
                    <a:pt x="173025" y="0"/>
                    <a:pt x="386463" y="0"/>
                  </a:cubicBez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92891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2BCF5D2-74AA-5F15-3F29-2050ED608F87}"/>
              </a:ext>
            </a:extLst>
          </p:cNvPr>
          <p:cNvGrpSpPr/>
          <p:nvPr/>
        </p:nvGrpSpPr>
        <p:grpSpPr>
          <a:xfrm flipH="1">
            <a:off x="198782" y="1322201"/>
            <a:ext cx="8437197" cy="5356929"/>
            <a:chOff x="2250252" y="848095"/>
            <a:chExt cx="7759699" cy="4926772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4F82AF8-66A3-0798-1EBA-B4A13C77987F}"/>
                </a:ext>
              </a:extLst>
            </p:cNvPr>
            <p:cNvSpPr/>
            <p:nvPr/>
          </p:nvSpPr>
          <p:spPr>
            <a:xfrm rot="16449497">
              <a:off x="2251106" y="4615006"/>
              <a:ext cx="525844" cy="380387"/>
            </a:xfrm>
            <a:prstGeom prst="roundRect">
              <a:avLst>
                <a:gd name="adj" fmla="val 33113"/>
              </a:avLst>
            </a:prstGeom>
            <a:solidFill>
              <a:srgbClr val="686868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646048F-3F20-E6A7-F1A4-A29638CEAA56}"/>
                </a:ext>
              </a:extLst>
            </p:cNvPr>
            <p:cNvSpPr/>
            <p:nvPr/>
          </p:nvSpPr>
          <p:spPr>
            <a:xfrm rot="21411363">
              <a:off x="4871474" y="4917691"/>
              <a:ext cx="525844" cy="160548"/>
            </a:xfrm>
            <a:prstGeom prst="roundRect">
              <a:avLst>
                <a:gd name="adj" fmla="val 33113"/>
              </a:avLst>
            </a:prstGeom>
            <a:solidFill>
              <a:srgbClr val="44546A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74">
              <a:extLst>
                <a:ext uri="{FF2B5EF4-FFF2-40B4-BE49-F238E27FC236}">
                  <a16:creationId xmlns:a16="http://schemas.microsoft.com/office/drawing/2014/main" id="{498F16CB-EBC2-627D-200E-C81B1920F73F}"/>
                </a:ext>
              </a:extLst>
            </p:cNvPr>
            <p:cNvSpPr/>
            <p:nvPr/>
          </p:nvSpPr>
          <p:spPr>
            <a:xfrm>
              <a:off x="2659360" y="848095"/>
              <a:ext cx="7350591" cy="2442570"/>
            </a:xfrm>
            <a:custGeom>
              <a:avLst/>
              <a:gdLst>
                <a:gd name="connsiteX0" fmla="*/ 0 w 5433060"/>
                <a:gd name="connsiteY0" fmla="*/ 0 h 1094737"/>
                <a:gd name="connsiteX1" fmla="*/ 5433060 w 5433060"/>
                <a:gd name="connsiteY1" fmla="*/ 0 h 1094737"/>
                <a:gd name="connsiteX2" fmla="*/ 5433060 w 5433060"/>
                <a:gd name="connsiteY2" fmla="*/ 1094737 h 1094737"/>
                <a:gd name="connsiteX3" fmla="*/ 0 w 5433060"/>
                <a:gd name="connsiteY3" fmla="*/ 1094737 h 1094737"/>
                <a:gd name="connsiteX4" fmla="*/ 0 w 5433060"/>
                <a:gd name="connsiteY4" fmla="*/ 0 h 1094737"/>
                <a:gd name="connsiteX0" fmla="*/ 914400 w 6347460"/>
                <a:gd name="connsiteY0" fmla="*/ 0 h 1559557"/>
                <a:gd name="connsiteX1" fmla="*/ 6347460 w 6347460"/>
                <a:gd name="connsiteY1" fmla="*/ 0 h 1559557"/>
                <a:gd name="connsiteX2" fmla="*/ 6347460 w 6347460"/>
                <a:gd name="connsiteY2" fmla="*/ 1094737 h 1559557"/>
                <a:gd name="connsiteX3" fmla="*/ 0 w 6347460"/>
                <a:gd name="connsiteY3" fmla="*/ 1559557 h 1559557"/>
                <a:gd name="connsiteX4" fmla="*/ 914400 w 6347460"/>
                <a:gd name="connsiteY4" fmla="*/ 0 h 1559557"/>
                <a:gd name="connsiteX0" fmla="*/ 914400 w 6347460"/>
                <a:gd name="connsiteY0" fmla="*/ 0 h 1559557"/>
                <a:gd name="connsiteX1" fmla="*/ 6347460 w 6347460"/>
                <a:gd name="connsiteY1" fmla="*/ 0 h 1559557"/>
                <a:gd name="connsiteX2" fmla="*/ 6347460 w 6347460"/>
                <a:gd name="connsiteY2" fmla="*/ 1094737 h 1559557"/>
                <a:gd name="connsiteX3" fmla="*/ 220980 w 6347460"/>
                <a:gd name="connsiteY3" fmla="*/ 1341120 h 1559557"/>
                <a:gd name="connsiteX4" fmla="*/ 0 w 6347460"/>
                <a:gd name="connsiteY4" fmla="*/ 1559557 h 1559557"/>
                <a:gd name="connsiteX5" fmla="*/ 914400 w 6347460"/>
                <a:gd name="connsiteY5" fmla="*/ 0 h 1559557"/>
                <a:gd name="connsiteX0" fmla="*/ 914400 w 6347460"/>
                <a:gd name="connsiteY0" fmla="*/ 0 h 1559557"/>
                <a:gd name="connsiteX1" fmla="*/ 6347460 w 6347460"/>
                <a:gd name="connsiteY1" fmla="*/ 0 h 1559557"/>
                <a:gd name="connsiteX2" fmla="*/ 6347460 w 6347460"/>
                <a:gd name="connsiteY2" fmla="*/ 1094737 h 1559557"/>
                <a:gd name="connsiteX3" fmla="*/ 716280 w 6347460"/>
                <a:gd name="connsiteY3" fmla="*/ 1082040 h 1559557"/>
                <a:gd name="connsiteX4" fmla="*/ 220980 w 6347460"/>
                <a:gd name="connsiteY4" fmla="*/ 1341120 h 1559557"/>
                <a:gd name="connsiteX5" fmla="*/ 0 w 6347460"/>
                <a:gd name="connsiteY5" fmla="*/ 1559557 h 1559557"/>
                <a:gd name="connsiteX6" fmla="*/ 914400 w 6347460"/>
                <a:gd name="connsiteY6" fmla="*/ 0 h 1559557"/>
                <a:gd name="connsiteX0" fmla="*/ 914400 w 6347460"/>
                <a:gd name="connsiteY0" fmla="*/ 0 h 1559557"/>
                <a:gd name="connsiteX1" fmla="*/ 6347460 w 6347460"/>
                <a:gd name="connsiteY1" fmla="*/ 0 h 1559557"/>
                <a:gd name="connsiteX2" fmla="*/ 6347460 w 6347460"/>
                <a:gd name="connsiteY2" fmla="*/ 1094737 h 1559557"/>
                <a:gd name="connsiteX3" fmla="*/ 1485900 w 6347460"/>
                <a:gd name="connsiteY3" fmla="*/ 1143000 h 1559557"/>
                <a:gd name="connsiteX4" fmla="*/ 716280 w 6347460"/>
                <a:gd name="connsiteY4" fmla="*/ 1082040 h 1559557"/>
                <a:gd name="connsiteX5" fmla="*/ 220980 w 6347460"/>
                <a:gd name="connsiteY5" fmla="*/ 1341120 h 1559557"/>
                <a:gd name="connsiteX6" fmla="*/ 0 w 6347460"/>
                <a:gd name="connsiteY6" fmla="*/ 1559557 h 1559557"/>
                <a:gd name="connsiteX7" fmla="*/ 914400 w 6347460"/>
                <a:gd name="connsiteY7" fmla="*/ 0 h 1559557"/>
                <a:gd name="connsiteX0" fmla="*/ 914400 w 6347460"/>
                <a:gd name="connsiteY0" fmla="*/ 0 h 1559557"/>
                <a:gd name="connsiteX1" fmla="*/ 6347460 w 6347460"/>
                <a:gd name="connsiteY1" fmla="*/ 0 h 1559557"/>
                <a:gd name="connsiteX2" fmla="*/ 6347460 w 6347460"/>
                <a:gd name="connsiteY2" fmla="*/ 1094737 h 1559557"/>
                <a:gd name="connsiteX3" fmla="*/ 2773680 w 6347460"/>
                <a:gd name="connsiteY3" fmla="*/ 960120 h 1559557"/>
                <a:gd name="connsiteX4" fmla="*/ 1485900 w 6347460"/>
                <a:gd name="connsiteY4" fmla="*/ 1143000 h 1559557"/>
                <a:gd name="connsiteX5" fmla="*/ 716280 w 6347460"/>
                <a:gd name="connsiteY5" fmla="*/ 1082040 h 1559557"/>
                <a:gd name="connsiteX6" fmla="*/ 220980 w 6347460"/>
                <a:gd name="connsiteY6" fmla="*/ 1341120 h 1559557"/>
                <a:gd name="connsiteX7" fmla="*/ 0 w 6347460"/>
                <a:gd name="connsiteY7" fmla="*/ 1559557 h 1559557"/>
                <a:gd name="connsiteX8" fmla="*/ 914400 w 6347460"/>
                <a:gd name="connsiteY8" fmla="*/ 0 h 1559557"/>
                <a:gd name="connsiteX0" fmla="*/ 914400 w 6347460"/>
                <a:gd name="connsiteY0" fmla="*/ 0 h 1559557"/>
                <a:gd name="connsiteX1" fmla="*/ 6347460 w 6347460"/>
                <a:gd name="connsiteY1" fmla="*/ 0 h 1559557"/>
                <a:gd name="connsiteX2" fmla="*/ 6347460 w 6347460"/>
                <a:gd name="connsiteY2" fmla="*/ 1094737 h 1559557"/>
                <a:gd name="connsiteX3" fmla="*/ 3108960 w 6347460"/>
                <a:gd name="connsiteY3" fmla="*/ 914400 h 1559557"/>
                <a:gd name="connsiteX4" fmla="*/ 2773680 w 6347460"/>
                <a:gd name="connsiteY4" fmla="*/ 960120 h 1559557"/>
                <a:gd name="connsiteX5" fmla="*/ 1485900 w 6347460"/>
                <a:gd name="connsiteY5" fmla="*/ 1143000 h 1559557"/>
                <a:gd name="connsiteX6" fmla="*/ 716280 w 6347460"/>
                <a:gd name="connsiteY6" fmla="*/ 1082040 h 1559557"/>
                <a:gd name="connsiteX7" fmla="*/ 220980 w 6347460"/>
                <a:gd name="connsiteY7" fmla="*/ 1341120 h 1559557"/>
                <a:gd name="connsiteX8" fmla="*/ 0 w 6347460"/>
                <a:gd name="connsiteY8" fmla="*/ 1559557 h 1559557"/>
                <a:gd name="connsiteX9" fmla="*/ 914400 w 6347460"/>
                <a:gd name="connsiteY9" fmla="*/ 0 h 1559557"/>
                <a:gd name="connsiteX0" fmla="*/ 914400 w 6347460"/>
                <a:gd name="connsiteY0" fmla="*/ 0 h 1559557"/>
                <a:gd name="connsiteX1" fmla="*/ 6347460 w 6347460"/>
                <a:gd name="connsiteY1" fmla="*/ 0 h 1559557"/>
                <a:gd name="connsiteX2" fmla="*/ 6347460 w 6347460"/>
                <a:gd name="connsiteY2" fmla="*/ 1094737 h 1559557"/>
                <a:gd name="connsiteX3" fmla="*/ 4191000 w 6347460"/>
                <a:gd name="connsiteY3" fmla="*/ 1539240 h 1559557"/>
                <a:gd name="connsiteX4" fmla="*/ 3108960 w 6347460"/>
                <a:gd name="connsiteY4" fmla="*/ 914400 h 1559557"/>
                <a:gd name="connsiteX5" fmla="*/ 2773680 w 6347460"/>
                <a:gd name="connsiteY5" fmla="*/ 960120 h 1559557"/>
                <a:gd name="connsiteX6" fmla="*/ 1485900 w 6347460"/>
                <a:gd name="connsiteY6" fmla="*/ 1143000 h 1559557"/>
                <a:gd name="connsiteX7" fmla="*/ 716280 w 6347460"/>
                <a:gd name="connsiteY7" fmla="*/ 1082040 h 1559557"/>
                <a:gd name="connsiteX8" fmla="*/ 220980 w 6347460"/>
                <a:gd name="connsiteY8" fmla="*/ 1341120 h 1559557"/>
                <a:gd name="connsiteX9" fmla="*/ 0 w 6347460"/>
                <a:gd name="connsiteY9" fmla="*/ 1559557 h 1559557"/>
                <a:gd name="connsiteX10" fmla="*/ 914400 w 6347460"/>
                <a:gd name="connsiteY10" fmla="*/ 0 h 1559557"/>
                <a:gd name="connsiteX0" fmla="*/ 914400 w 6347460"/>
                <a:gd name="connsiteY0" fmla="*/ 0 h 1559557"/>
                <a:gd name="connsiteX1" fmla="*/ 6347460 w 6347460"/>
                <a:gd name="connsiteY1" fmla="*/ 0 h 1559557"/>
                <a:gd name="connsiteX2" fmla="*/ 6347460 w 6347460"/>
                <a:gd name="connsiteY2" fmla="*/ 1094737 h 1559557"/>
                <a:gd name="connsiteX3" fmla="*/ 4732020 w 6347460"/>
                <a:gd name="connsiteY3" fmla="*/ 990600 h 1559557"/>
                <a:gd name="connsiteX4" fmla="*/ 4191000 w 6347460"/>
                <a:gd name="connsiteY4" fmla="*/ 1539240 h 1559557"/>
                <a:gd name="connsiteX5" fmla="*/ 3108960 w 6347460"/>
                <a:gd name="connsiteY5" fmla="*/ 914400 h 1559557"/>
                <a:gd name="connsiteX6" fmla="*/ 2773680 w 6347460"/>
                <a:gd name="connsiteY6" fmla="*/ 960120 h 1559557"/>
                <a:gd name="connsiteX7" fmla="*/ 1485900 w 6347460"/>
                <a:gd name="connsiteY7" fmla="*/ 1143000 h 1559557"/>
                <a:gd name="connsiteX8" fmla="*/ 716280 w 6347460"/>
                <a:gd name="connsiteY8" fmla="*/ 1082040 h 1559557"/>
                <a:gd name="connsiteX9" fmla="*/ 220980 w 6347460"/>
                <a:gd name="connsiteY9" fmla="*/ 1341120 h 1559557"/>
                <a:gd name="connsiteX10" fmla="*/ 0 w 6347460"/>
                <a:gd name="connsiteY10" fmla="*/ 1559557 h 1559557"/>
                <a:gd name="connsiteX11" fmla="*/ 914400 w 6347460"/>
                <a:gd name="connsiteY11" fmla="*/ 0 h 1559557"/>
                <a:gd name="connsiteX0" fmla="*/ 914400 w 6393180"/>
                <a:gd name="connsiteY0" fmla="*/ 0 h 1559557"/>
                <a:gd name="connsiteX1" fmla="*/ 6347460 w 6393180"/>
                <a:gd name="connsiteY1" fmla="*/ 0 h 1559557"/>
                <a:gd name="connsiteX2" fmla="*/ 6393180 w 6393180"/>
                <a:gd name="connsiteY2" fmla="*/ 1338577 h 1559557"/>
                <a:gd name="connsiteX3" fmla="*/ 4732020 w 6393180"/>
                <a:gd name="connsiteY3" fmla="*/ 990600 h 1559557"/>
                <a:gd name="connsiteX4" fmla="*/ 4191000 w 6393180"/>
                <a:gd name="connsiteY4" fmla="*/ 1539240 h 1559557"/>
                <a:gd name="connsiteX5" fmla="*/ 3108960 w 6393180"/>
                <a:gd name="connsiteY5" fmla="*/ 914400 h 1559557"/>
                <a:gd name="connsiteX6" fmla="*/ 2773680 w 6393180"/>
                <a:gd name="connsiteY6" fmla="*/ 960120 h 1559557"/>
                <a:gd name="connsiteX7" fmla="*/ 1485900 w 6393180"/>
                <a:gd name="connsiteY7" fmla="*/ 1143000 h 1559557"/>
                <a:gd name="connsiteX8" fmla="*/ 716280 w 6393180"/>
                <a:gd name="connsiteY8" fmla="*/ 1082040 h 1559557"/>
                <a:gd name="connsiteX9" fmla="*/ 220980 w 6393180"/>
                <a:gd name="connsiteY9" fmla="*/ 1341120 h 1559557"/>
                <a:gd name="connsiteX10" fmla="*/ 0 w 6393180"/>
                <a:gd name="connsiteY10" fmla="*/ 1559557 h 1559557"/>
                <a:gd name="connsiteX11" fmla="*/ 914400 w 6393180"/>
                <a:gd name="connsiteY11" fmla="*/ 0 h 1559557"/>
                <a:gd name="connsiteX0" fmla="*/ 914400 w 6408420"/>
                <a:gd name="connsiteY0" fmla="*/ 0 h 1559557"/>
                <a:gd name="connsiteX1" fmla="*/ 6347460 w 6408420"/>
                <a:gd name="connsiteY1" fmla="*/ 0 h 1559557"/>
                <a:gd name="connsiteX2" fmla="*/ 6408420 w 6408420"/>
                <a:gd name="connsiteY2" fmla="*/ 533400 h 1559557"/>
                <a:gd name="connsiteX3" fmla="*/ 6393180 w 6408420"/>
                <a:gd name="connsiteY3" fmla="*/ 1338577 h 1559557"/>
                <a:gd name="connsiteX4" fmla="*/ 4732020 w 6408420"/>
                <a:gd name="connsiteY4" fmla="*/ 990600 h 1559557"/>
                <a:gd name="connsiteX5" fmla="*/ 4191000 w 6408420"/>
                <a:gd name="connsiteY5" fmla="*/ 1539240 h 1559557"/>
                <a:gd name="connsiteX6" fmla="*/ 3108960 w 6408420"/>
                <a:gd name="connsiteY6" fmla="*/ 914400 h 1559557"/>
                <a:gd name="connsiteX7" fmla="*/ 2773680 w 6408420"/>
                <a:gd name="connsiteY7" fmla="*/ 960120 h 1559557"/>
                <a:gd name="connsiteX8" fmla="*/ 1485900 w 6408420"/>
                <a:gd name="connsiteY8" fmla="*/ 1143000 h 1559557"/>
                <a:gd name="connsiteX9" fmla="*/ 716280 w 6408420"/>
                <a:gd name="connsiteY9" fmla="*/ 1082040 h 1559557"/>
                <a:gd name="connsiteX10" fmla="*/ 220980 w 6408420"/>
                <a:gd name="connsiteY10" fmla="*/ 1341120 h 1559557"/>
                <a:gd name="connsiteX11" fmla="*/ 0 w 6408420"/>
                <a:gd name="connsiteY11" fmla="*/ 1559557 h 1559557"/>
                <a:gd name="connsiteX12" fmla="*/ 914400 w 6408420"/>
                <a:gd name="connsiteY12" fmla="*/ 0 h 1559557"/>
                <a:gd name="connsiteX0" fmla="*/ 914400 w 6408420"/>
                <a:gd name="connsiteY0" fmla="*/ 0 h 1559557"/>
                <a:gd name="connsiteX1" fmla="*/ 5120640 w 6408420"/>
                <a:gd name="connsiteY1" fmla="*/ 160020 h 1559557"/>
                <a:gd name="connsiteX2" fmla="*/ 6408420 w 6408420"/>
                <a:gd name="connsiteY2" fmla="*/ 533400 h 1559557"/>
                <a:gd name="connsiteX3" fmla="*/ 6393180 w 6408420"/>
                <a:gd name="connsiteY3" fmla="*/ 1338577 h 1559557"/>
                <a:gd name="connsiteX4" fmla="*/ 4732020 w 6408420"/>
                <a:gd name="connsiteY4" fmla="*/ 990600 h 1559557"/>
                <a:gd name="connsiteX5" fmla="*/ 4191000 w 6408420"/>
                <a:gd name="connsiteY5" fmla="*/ 1539240 h 1559557"/>
                <a:gd name="connsiteX6" fmla="*/ 3108960 w 6408420"/>
                <a:gd name="connsiteY6" fmla="*/ 914400 h 1559557"/>
                <a:gd name="connsiteX7" fmla="*/ 2773680 w 6408420"/>
                <a:gd name="connsiteY7" fmla="*/ 960120 h 1559557"/>
                <a:gd name="connsiteX8" fmla="*/ 1485900 w 6408420"/>
                <a:gd name="connsiteY8" fmla="*/ 1143000 h 1559557"/>
                <a:gd name="connsiteX9" fmla="*/ 716280 w 6408420"/>
                <a:gd name="connsiteY9" fmla="*/ 1082040 h 1559557"/>
                <a:gd name="connsiteX10" fmla="*/ 220980 w 6408420"/>
                <a:gd name="connsiteY10" fmla="*/ 1341120 h 1559557"/>
                <a:gd name="connsiteX11" fmla="*/ 0 w 6408420"/>
                <a:gd name="connsiteY11" fmla="*/ 1559557 h 1559557"/>
                <a:gd name="connsiteX12" fmla="*/ 914400 w 6408420"/>
                <a:gd name="connsiteY12" fmla="*/ 0 h 1559557"/>
                <a:gd name="connsiteX0" fmla="*/ 914400 w 6408420"/>
                <a:gd name="connsiteY0" fmla="*/ 0 h 1559557"/>
                <a:gd name="connsiteX1" fmla="*/ 3581400 w 6408420"/>
                <a:gd name="connsiteY1" fmla="*/ 167640 h 1559557"/>
                <a:gd name="connsiteX2" fmla="*/ 5120640 w 6408420"/>
                <a:gd name="connsiteY2" fmla="*/ 160020 h 1559557"/>
                <a:gd name="connsiteX3" fmla="*/ 6408420 w 6408420"/>
                <a:gd name="connsiteY3" fmla="*/ 533400 h 1559557"/>
                <a:gd name="connsiteX4" fmla="*/ 6393180 w 6408420"/>
                <a:gd name="connsiteY4" fmla="*/ 1338577 h 1559557"/>
                <a:gd name="connsiteX5" fmla="*/ 4732020 w 6408420"/>
                <a:gd name="connsiteY5" fmla="*/ 990600 h 1559557"/>
                <a:gd name="connsiteX6" fmla="*/ 4191000 w 6408420"/>
                <a:gd name="connsiteY6" fmla="*/ 1539240 h 1559557"/>
                <a:gd name="connsiteX7" fmla="*/ 3108960 w 6408420"/>
                <a:gd name="connsiteY7" fmla="*/ 914400 h 1559557"/>
                <a:gd name="connsiteX8" fmla="*/ 2773680 w 6408420"/>
                <a:gd name="connsiteY8" fmla="*/ 960120 h 1559557"/>
                <a:gd name="connsiteX9" fmla="*/ 1485900 w 6408420"/>
                <a:gd name="connsiteY9" fmla="*/ 1143000 h 1559557"/>
                <a:gd name="connsiteX10" fmla="*/ 716280 w 6408420"/>
                <a:gd name="connsiteY10" fmla="*/ 1082040 h 1559557"/>
                <a:gd name="connsiteX11" fmla="*/ 220980 w 6408420"/>
                <a:gd name="connsiteY11" fmla="*/ 1341120 h 1559557"/>
                <a:gd name="connsiteX12" fmla="*/ 0 w 6408420"/>
                <a:gd name="connsiteY12" fmla="*/ 1559557 h 1559557"/>
                <a:gd name="connsiteX13" fmla="*/ 914400 w 6408420"/>
                <a:gd name="connsiteY13" fmla="*/ 0 h 1559557"/>
                <a:gd name="connsiteX0" fmla="*/ 914400 w 6408420"/>
                <a:gd name="connsiteY0" fmla="*/ 354070 h 1913627"/>
                <a:gd name="connsiteX1" fmla="*/ 2202180 w 6408420"/>
                <a:gd name="connsiteY1" fmla="*/ 3550 h 1913627"/>
                <a:gd name="connsiteX2" fmla="*/ 3581400 w 6408420"/>
                <a:gd name="connsiteY2" fmla="*/ 521710 h 1913627"/>
                <a:gd name="connsiteX3" fmla="*/ 5120640 w 6408420"/>
                <a:gd name="connsiteY3" fmla="*/ 514090 h 1913627"/>
                <a:gd name="connsiteX4" fmla="*/ 6408420 w 6408420"/>
                <a:gd name="connsiteY4" fmla="*/ 887470 h 1913627"/>
                <a:gd name="connsiteX5" fmla="*/ 6393180 w 6408420"/>
                <a:gd name="connsiteY5" fmla="*/ 1692647 h 1913627"/>
                <a:gd name="connsiteX6" fmla="*/ 4732020 w 6408420"/>
                <a:gd name="connsiteY6" fmla="*/ 1344670 h 1913627"/>
                <a:gd name="connsiteX7" fmla="*/ 4191000 w 6408420"/>
                <a:gd name="connsiteY7" fmla="*/ 1893310 h 1913627"/>
                <a:gd name="connsiteX8" fmla="*/ 3108960 w 6408420"/>
                <a:gd name="connsiteY8" fmla="*/ 1268470 h 1913627"/>
                <a:gd name="connsiteX9" fmla="*/ 2773680 w 6408420"/>
                <a:gd name="connsiteY9" fmla="*/ 1314190 h 1913627"/>
                <a:gd name="connsiteX10" fmla="*/ 1485900 w 6408420"/>
                <a:gd name="connsiteY10" fmla="*/ 1497070 h 1913627"/>
                <a:gd name="connsiteX11" fmla="*/ 716280 w 6408420"/>
                <a:gd name="connsiteY11" fmla="*/ 1436110 h 1913627"/>
                <a:gd name="connsiteX12" fmla="*/ 220980 w 6408420"/>
                <a:gd name="connsiteY12" fmla="*/ 1695190 h 1913627"/>
                <a:gd name="connsiteX13" fmla="*/ 0 w 6408420"/>
                <a:gd name="connsiteY13" fmla="*/ 1913627 h 1913627"/>
                <a:gd name="connsiteX14" fmla="*/ 914400 w 6408420"/>
                <a:gd name="connsiteY14" fmla="*/ 354070 h 1913627"/>
                <a:gd name="connsiteX0" fmla="*/ 0 w 6865620"/>
                <a:gd name="connsiteY0" fmla="*/ 1775830 h 1910447"/>
                <a:gd name="connsiteX1" fmla="*/ 2659380 w 6865620"/>
                <a:gd name="connsiteY1" fmla="*/ 370 h 1910447"/>
                <a:gd name="connsiteX2" fmla="*/ 4038600 w 6865620"/>
                <a:gd name="connsiteY2" fmla="*/ 518530 h 1910447"/>
                <a:gd name="connsiteX3" fmla="*/ 5577840 w 6865620"/>
                <a:gd name="connsiteY3" fmla="*/ 510910 h 1910447"/>
                <a:gd name="connsiteX4" fmla="*/ 6865620 w 6865620"/>
                <a:gd name="connsiteY4" fmla="*/ 884290 h 1910447"/>
                <a:gd name="connsiteX5" fmla="*/ 6850380 w 6865620"/>
                <a:gd name="connsiteY5" fmla="*/ 1689467 h 1910447"/>
                <a:gd name="connsiteX6" fmla="*/ 5189220 w 6865620"/>
                <a:gd name="connsiteY6" fmla="*/ 1341490 h 1910447"/>
                <a:gd name="connsiteX7" fmla="*/ 4648200 w 6865620"/>
                <a:gd name="connsiteY7" fmla="*/ 1890130 h 1910447"/>
                <a:gd name="connsiteX8" fmla="*/ 3566160 w 6865620"/>
                <a:gd name="connsiteY8" fmla="*/ 1265290 h 1910447"/>
                <a:gd name="connsiteX9" fmla="*/ 3230880 w 6865620"/>
                <a:gd name="connsiteY9" fmla="*/ 1311010 h 1910447"/>
                <a:gd name="connsiteX10" fmla="*/ 1943100 w 6865620"/>
                <a:gd name="connsiteY10" fmla="*/ 1493890 h 1910447"/>
                <a:gd name="connsiteX11" fmla="*/ 1173480 w 6865620"/>
                <a:gd name="connsiteY11" fmla="*/ 1432930 h 1910447"/>
                <a:gd name="connsiteX12" fmla="*/ 678180 w 6865620"/>
                <a:gd name="connsiteY12" fmla="*/ 1692010 h 1910447"/>
                <a:gd name="connsiteX13" fmla="*/ 457200 w 6865620"/>
                <a:gd name="connsiteY13" fmla="*/ 1910447 h 1910447"/>
                <a:gd name="connsiteX14" fmla="*/ 0 w 6865620"/>
                <a:gd name="connsiteY14" fmla="*/ 1775830 h 1910447"/>
                <a:gd name="connsiteX0" fmla="*/ 47626 w 6913246"/>
                <a:gd name="connsiteY0" fmla="*/ 1797232 h 1931849"/>
                <a:gd name="connsiteX1" fmla="*/ 276226 w 6913246"/>
                <a:gd name="connsiteY1" fmla="*/ 1347652 h 1931849"/>
                <a:gd name="connsiteX2" fmla="*/ 2707006 w 6913246"/>
                <a:gd name="connsiteY2" fmla="*/ 21772 h 1931849"/>
                <a:gd name="connsiteX3" fmla="*/ 4086226 w 6913246"/>
                <a:gd name="connsiteY3" fmla="*/ 539932 h 1931849"/>
                <a:gd name="connsiteX4" fmla="*/ 5625466 w 6913246"/>
                <a:gd name="connsiteY4" fmla="*/ 532312 h 1931849"/>
                <a:gd name="connsiteX5" fmla="*/ 6913246 w 6913246"/>
                <a:gd name="connsiteY5" fmla="*/ 905692 h 1931849"/>
                <a:gd name="connsiteX6" fmla="*/ 6898006 w 6913246"/>
                <a:gd name="connsiteY6" fmla="*/ 1710869 h 1931849"/>
                <a:gd name="connsiteX7" fmla="*/ 5236846 w 6913246"/>
                <a:gd name="connsiteY7" fmla="*/ 1362892 h 1931849"/>
                <a:gd name="connsiteX8" fmla="*/ 4695826 w 6913246"/>
                <a:gd name="connsiteY8" fmla="*/ 1911532 h 1931849"/>
                <a:gd name="connsiteX9" fmla="*/ 3613786 w 6913246"/>
                <a:gd name="connsiteY9" fmla="*/ 1286692 h 1931849"/>
                <a:gd name="connsiteX10" fmla="*/ 3278506 w 6913246"/>
                <a:gd name="connsiteY10" fmla="*/ 1332412 h 1931849"/>
                <a:gd name="connsiteX11" fmla="*/ 1990726 w 6913246"/>
                <a:gd name="connsiteY11" fmla="*/ 1515292 h 1931849"/>
                <a:gd name="connsiteX12" fmla="*/ 1221106 w 6913246"/>
                <a:gd name="connsiteY12" fmla="*/ 1454332 h 1931849"/>
                <a:gd name="connsiteX13" fmla="*/ 725806 w 6913246"/>
                <a:gd name="connsiteY13" fmla="*/ 1713412 h 1931849"/>
                <a:gd name="connsiteX14" fmla="*/ 504826 w 6913246"/>
                <a:gd name="connsiteY14" fmla="*/ 1931849 h 1931849"/>
                <a:gd name="connsiteX15" fmla="*/ 47626 w 6913246"/>
                <a:gd name="connsiteY15" fmla="*/ 1797232 h 1931849"/>
                <a:gd name="connsiteX0" fmla="*/ 47626 w 6913246"/>
                <a:gd name="connsiteY0" fmla="*/ 1781282 h 1915899"/>
                <a:gd name="connsiteX1" fmla="*/ 276226 w 6913246"/>
                <a:gd name="connsiteY1" fmla="*/ 1331702 h 1915899"/>
                <a:gd name="connsiteX2" fmla="*/ 573406 w 6913246"/>
                <a:gd name="connsiteY2" fmla="*/ 630662 h 1915899"/>
                <a:gd name="connsiteX3" fmla="*/ 2707006 w 6913246"/>
                <a:gd name="connsiteY3" fmla="*/ 5822 h 1915899"/>
                <a:gd name="connsiteX4" fmla="*/ 4086226 w 6913246"/>
                <a:gd name="connsiteY4" fmla="*/ 523982 h 1915899"/>
                <a:gd name="connsiteX5" fmla="*/ 5625466 w 6913246"/>
                <a:gd name="connsiteY5" fmla="*/ 516362 h 1915899"/>
                <a:gd name="connsiteX6" fmla="*/ 6913246 w 6913246"/>
                <a:gd name="connsiteY6" fmla="*/ 889742 h 1915899"/>
                <a:gd name="connsiteX7" fmla="*/ 6898006 w 6913246"/>
                <a:gd name="connsiteY7" fmla="*/ 1694919 h 1915899"/>
                <a:gd name="connsiteX8" fmla="*/ 5236846 w 6913246"/>
                <a:gd name="connsiteY8" fmla="*/ 1346942 h 1915899"/>
                <a:gd name="connsiteX9" fmla="*/ 4695826 w 6913246"/>
                <a:gd name="connsiteY9" fmla="*/ 1895582 h 1915899"/>
                <a:gd name="connsiteX10" fmla="*/ 3613786 w 6913246"/>
                <a:gd name="connsiteY10" fmla="*/ 1270742 h 1915899"/>
                <a:gd name="connsiteX11" fmla="*/ 3278506 w 6913246"/>
                <a:gd name="connsiteY11" fmla="*/ 1316462 h 1915899"/>
                <a:gd name="connsiteX12" fmla="*/ 1990726 w 6913246"/>
                <a:gd name="connsiteY12" fmla="*/ 1499342 h 1915899"/>
                <a:gd name="connsiteX13" fmla="*/ 1221106 w 6913246"/>
                <a:gd name="connsiteY13" fmla="*/ 1438382 h 1915899"/>
                <a:gd name="connsiteX14" fmla="*/ 725806 w 6913246"/>
                <a:gd name="connsiteY14" fmla="*/ 1697462 h 1915899"/>
                <a:gd name="connsiteX15" fmla="*/ 504826 w 6913246"/>
                <a:gd name="connsiteY15" fmla="*/ 1915899 h 1915899"/>
                <a:gd name="connsiteX16" fmla="*/ 47626 w 6913246"/>
                <a:gd name="connsiteY16" fmla="*/ 1781282 h 1915899"/>
                <a:gd name="connsiteX0" fmla="*/ 47626 w 6913246"/>
                <a:gd name="connsiteY0" fmla="*/ 1780025 h 1914642"/>
                <a:gd name="connsiteX1" fmla="*/ 276226 w 6913246"/>
                <a:gd name="connsiteY1" fmla="*/ 1330445 h 1914642"/>
                <a:gd name="connsiteX2" fmla="*/ 573406 w 6913246"/>
                <a:gd name="connsiteY2" fmla="*/ 629405 h 1914642"/>
                <a:gd name="connsiteX3" fmla="*/ 1739266 w 6913246"/>
                <a:gd name="connsiteY3" fmla="*/ 408425 h 1914642"/>
                <a:gd name="connsiteX4" fmla="*/ 2707006 w 6913246"/>
                <a:gd name="connsiteY4" fmla="*/ 4565 h 1914642"/>
                <a:gd name="connsiteX5" fmla="*/ 4086226 w 6913246"/>
                <a:gd name="connsiteY5" fmla="*/ 522725 h 1914642"/>
                <a:gd name="connsiteX6" fmla="*/ 5625466 w 6913246"/>
                <a:gd name="connsiteY6" fmla="*/ 515105 h 1914642"/>
                <a:gd name="connsiteX7" fmla="*/ 6913246 w 6913246"/>
                <a:gd name="connsiteY7" fmla="*/ 888485 h 1914642"/>
                <a:gd name="connsiteX8" fmla="*/ 6898006 w 6913246"/>
                <a:gd name="connsiteY8" fmla="*/ 1693662 h 1914642"/>
                <a:gd name="connsiteX9" fmla="*/ 5236846 w 6913246"/>
                <a:gd name="connsiteY9" fmla="*/ 1345685 h 1914642"/>
                <a:gd name="connsiteX10" fmla="*/ 4695826 w 6913246"/>
                <a:gd name="connsiteY10" fmla="*/ 1894325 h 1914642"/>
                <a:gd name="connsiteX11" fmla="*/ 3613786 w 6913246"/>
                <a:gd name="connsiteY11" fmla="*/ 1269485 h 1914642"/>
                <a:gd name="connsiteX12" fmla="*/ 3278506 w 6913246"/>
                <a:gd name="connsiteY12" fmla="*/ 1315205 h 1914642"/>
                <a:gd name="connsiteX13" fmla="*/ 1990726 w 6913246"/>
                <a:gd name="connsiteY13" fmla="*/ 1498085 h 1914642"/>
                <a:gd name="connsiteX14" fmla="*/ 1221106 w 6913246"/>
                <a:gd name="connsiteY14" fmla="*/ 1437125 h 1914642"/>
                <a:gd name="connsiteX15" fmla="*/ 725806 w 6913246"/>
                <a:gd name="connsiteY15" fmla="*/ 1696205 h 1914642"/>
                <a:gd name="connsiteX16" fmla="*/ 504826 w 6913246"/>
                <a:gd name="connsiteY16" fmla="*/ 1914642 h 1914642"/>
                <a:gd name="connsiteX17" fmla="*/ 47626 w 6913246"/>
                <a:gd name="connsiteY17" fmla="*/ 1780025 h 1914642"/>
                <a:gd name="connsiteX0" fmla="*/ 105580 w 6971200"/>
                <a:gd name="connsiteY0" fmla="*/ 1780025 h 1914642"/>
                <a:gd name="connsiteX1" fmla="*/ 334180 w 6971200"/>
                <a:gd name="connsiteY1" fmla="*/ 1330445 h 1914642"/>
                <a:gd name="connsiteX2" fmla="*/ 631360 w 6971200"/>
                <a:gd name="connsiteY2" fmla="*/ 629405 h 1914642"/>
                <a:gd name="connsiteX3" fmla="*/ 1797220 w 6971200"/>
                <a:gd name="connsiteY3" fmla="*/ 408425 h 1914642"/>
                <a:gd name="connsiteX4" fmla="*/ 2764960 w 6971200"/>
                <a:gd name="connsiteY4" fmla="*/ 4565 h 1914642"/>
                <a:gd name="connsiteX5" fmla="*/ 4144180 w 6971200"/>
                <a:gd name="connsiteY5" fmla="*/ 522725 h 1914642"/>
                <a:gd name="connsiteX6" fmla="*/ 5683420 w 6971200"/>
                <a:gd name="connsiteY6" fmla="*/ 515105 h 1914642"/>
                <a:gd name="connsiteX7" fmla="*/ 6971200 w 6971200"/>
                <a:gd name="connsiteY7" fmla="*/ 888485 h 1914642"/>
                <a:gd name="connsiteX8" fmla="*/ 6955960 w 6971200"/>
                <a:gd name="connsiteY8" fmla="*/ 1693662 h 1914642"/>
                <a:gd name="connsiteX9" fmla="*/ 5294800 w 6971200"/>
                <a:gd name="connsiteY9" fmla="*/ 1345685 h 1914642"/>
                <a:gd name="connsiteX10" fmla="*/ 4753780 w 6971200"/>
                <a:gd name="connsiteY10" fmla="*/ 1894325 h 1914642"/>
                <a:gd name="connsiteX11" fmla="*/ 3671740 w 6971200"/>
                <a:gd name="connsiteY11" fmla="*/ 1269485 h 1914642"/>
                <a:gd name="connsiteX12" fmla="*/ 3336460 w 6971200"/>
                <a:gd name="connsiteY12" fmla="*/ 1315205 h 1914642"/>
                <a:gd name="connsiteX13" fmla="*/ 2048680 w 6971200"/>
                <a:gd name="connsiteY13" fmla="*/ 1498085 h 1914642"/>
                <a:gd name="connsiteX14" fmla="*/ 1279060 w 6971200"/>
                <a:gd name="connsiteY14" fmla="*/ 1437125 h 1914642"/>
                <a:gd name="connsiteX15" fmla="*/ 783760 w 6971200"/>
                <a:gd name="connsiteY15" fmla="*/ 1696205 h 1914642"/>
                <a:gd name="connsiteX16" fmla="*/ 562780 w 6971200"/>
                <a:gd name="connsiteY16" fmla="*/ 1914642 h 1914642"/>
                <a:gd name="connsiteX17" fmla="*/ 105580 w 6971200"/>
                <a:gd name="connsiteY17" fmla="*/ 1780025 h 1914642"/>
                <a:gd name="connsiteX0" fmla="*/ 103171 w 6968791"/>
                <a:gd name="connsiteY0" fmla="*/ 1780025 h 1914642"/>
                <a:gd name="connsiteX1" fmla="*/ 331771 w 6968791"/>
                <a:gd name="connsiteY1" fmla="*/ 1330445 h 1914642"/>
                <a:gd name="connsiteX2" fmla="*/ 628951 w 6968791"/>
                <a:gd name="connsiteY2" fmla="*/ 629405 h 1914642"/>
                <a:gd name="connsiteX3" fmla="*/ 1794811 w 6968791"/>
                <a:gd name="connsiteY3" fmla="*/ 408425 h 1914642"/>
                <a:gd name="connsiteX4" fmla="*/ 2762551 w 6968791"/>
                <a:gd name="connsiteY4" fmla="*/ 4565 h 1914642"/>
                <a:gd name="connsiteX5" fmla="*/ 4141771 w 6968791"/>
                <a:gd name="connsiteY5" fmla="*/ 522725 h 1914642"/>
                <a:gd name="connsiteX6" fmla="*/ 5681011 w 6968791"/>
                <a:gd name="connsiteY6" fmla="*/ 515105 h 1914642"/>
                <a:gd name="connsiteX7" fmla="*/ 6968791 w 6968791"/>
                <a:gd name="connsiteY7" fmla="*/ 888485 h 1914642"/>
                <a:gd name="connsiteX8" fmla="*/ 6953551 w 6968791"/>
                <a:gd name="connsiteY8" fmla="*/ 1693662 h 1914642"/>
                <a:gd name="connsiteX9" fmla="*/ 5292391 w 6968791"/>
                <a:gd name="connsiteY9" fmla="*/ 1345685 h 1914642"/>
                <a:gd name="connsiteX10" fmla="*/ 4751371 w 6968791"/>
                <a:gd name="connsiteY10" fmla="*/ 1894325 h 1914642"/>
                <a:gd name="connsiteX11" fmla="*/ 3669331 w 6968791"/>
                <a:gd name="connsiteY11" fmla="*/ 1269485 h 1914642"/>
                <a:gd name="connsiteX12" fmla="*/ 3334051 w 6968791"/>
                <a:gd name="connsiteY12" fmla="*/ 1315205 h 1914642"/>
                <a:gd name="connsiteX13" fmla="*/ 2046271 w 6968791"/>
                <a:gd name="connsiteY13" fmla="*/ 1498085 h 1914642"/>
                <a:gd name="connsiteX14" fmla="*/ 1276651 w 6968791"/>
                <a:gd name="connsiteY14" fmla="*/ 1437125 h 1914642"/>
                <a:gd name="connsiteX15" fmla="*/ 781351 w 6968791"/>
                <a:gd name="connsiteY15" fmla="*/ 1696205 h 1914642"/>
                <a:gd name="connsiteX16" fmla="*/ 560371 w 6968791"/>
                <a:gd name="connsiteY16" fmla="*/ 1914642 h 1914642"/>
                <a:gd name="connsiteX17" fmla="*/ 103171 w 6968791"/>
                <a:gd name="connsiteY17" fmla="*/ 1780025 h 1914642"/>
                <a:gd name="connsiteX0" fmla="*/ 103171 w 6968791"/>
                <a:gd name="connsiteY0" fmla="*/ 1780025 h 1914642"/>
                <a:gd name="connsiteX1" fmla="*/ 331771 w 6968791"/>
                <a:gd name="connsiteY1" fmla="*/ 1330445 h 1914642"/>
                <a:gd name="connsiteX2" fmla="*/ 628951 w 6968791"/>
                <a:gd name="connsiteY2" fmla="*/ 629405 h 1914642"/>
                <a:gd name="connsiteX3" fmla="*/ 1794811 w 6968791"/>
                <a:gd name="connsiteY3" fmla="*/ 408425 h 1914642"/>
                <a:gd name="connsiteX4" fmla="*/ 2762551 w 6968791"/>
                <a:gd name="connsiteY4" fmla="*/ 4565 h 1914642"/>
                <a:gd name="connsiteX5" fmla="*/ 4141771 w 6968791"/>
                <a:gd name="connsiteY5" fmla="*/ 522725 h 1914642"/>
                <a:gd name="connsiteX6" fmla="*/ 5681011 w 6968791"/>
                <a:gd name="connsiteY6" fmla="*/ 515105 h 1914642"/>
                <a:gd name="connsiteX7" fmla="*/ 6968791 w 6968791"/>
                <a:gd name="connsiteY7" fmla="*/ 888485 h 1914642"/>
                <a:gd name="connsiteX8" fmla="*/ 6953551 w 6968791"/>
                <a:gd name="connsiteY8" fmla="*/ 1693662 h 1914642"/>
                <a:gd name="connsiteX9" fmla="*/ 5292391 w 6968791"/>
                <a:gd name="connsiteY9" fmla="*/ 1345685 h 1914642"/>
                <a:gd name="connsiteX10" fmla="*/ 4751371 w 6968791"/>
                <a:gd name="connsiteY10" fmla="*/ 1894325 h 1914642"/>
                <a:gd name="connsiteX11" fmla="*/ 3669331 w 6968791"/>
                <a:gd name="connsiteY11" fmla="*/ 1269485 h 1914642"/>
                <a:gd name="connsiteX12" fmla="*/ 3334051 w 6968791"/>
                <a:gd name="connsiteY12" fmla="*/ 1315205 h 1914642"/>
                <a:gd name="connsiteX13" fmla="*/ 2046271 w 6968791"/>
                <a:gd name="connsiteY13" fmla="*/ 1498085 h 1914642"/>
                <a:gd name="connsiteX14" fmla="*/ 1276651 w 6968791"/>
                <a:gd name="connsiteY14" fmla="*/ 1437125 h 1914642"/>
                <a:gd name="connsiteX15" fmla="*/ 781351 w 6968791"/>
                <a:gd name="connsiteY15" fmla="*/ 1696205 h 1914642"/>
                <a:gd name="connsiteX16" fmla="*/ 560371 w 6968791"/>
                <a:gd name="connsiteY16" fmla="*/ 1914642 h 1914642"/>
                <a:gd name="connsiteX17" fmla="*/ 103171 w 6968791"/>
                <a:gd name="connsiteY17" fmla="*/ 1780025 h 1914642"/>
                <a:gd name="connsiteX0" fmla="*/ 103171 w 6968791"/>
                <a:gd name="connsiteY0" fmla="*/ 1780025 h 1914642"/>
                <a:gd name="connsiteX1" fmla="*/ 331771 w 6968791"/>
                <a:gd name="connsiteY1" fmla="*/ 1330445 h 1914642"/>
                <a:gd name="connsiteX2" fmla="*/ 628951 w 6968791"/>
                <a:gd name="connsiteY2" fmla="*/ 629405 h 1914642"/>
                <a:gd name="connsiteX3" fmla="*/ 1794811 w 6968791"/>
                <a:gd name="connsiteY3" fmla="*/ 408425 h 1914642"/>
                <a:gd name="connsiteX4" fmla="*/ 2762551 w 6968791"/>
                <a:gd name="connsiteY4" fmla="*/ 4565 h 1914642"/>
                <a:gd name="connsiteX5" fmla="*/ 4141771 w 6968791"/>
                <a:gd name="connsiteY5" fmla="*/ 522725 h 1914642"/>
                <a:gd name="connsiteX6" fmla="*/ 5681011 w 6968791"/>
                <a:gd name="connsiteY6" fmla="*/ 515105 h 1914642"/>
                <a:gd name="connsiteX7" fmla="*/ 6968791 w 6968791"/>
                <a:gd name="connsiteY7" fmla="*/ 888485 h 1914642"/>
                <a:gd name="connsiteX8" fmla="*/ 6953551 w 6968791"/>
                <a:gd name="connsiteY8" fmla="*/ 1693662 h 1914642"/>
                <a:gd name="connsiteX9" fmla="*/ 5292391 w 6968791"/>
                <a:gd name="connsiteY9" fmla="*/ 1345685 h 1914642"/>
                <a:gd name="connsiteX10" fmla="*/ 4751371 w 6968791"/>
                <a:gd name="connsiteY10" fmla="*/ 1894325 h 1914642"/>
                <a:gd name="connsiteX11" fmla="*/ 3669331 w 6968791"/>
                <a:gd name="connsiteY11" fmla="*/ 1269485 h 1914642"/>
                <a:gd name="connsiteX12" fmla="*/ 3334051 w 6968791"/>
                <a:gd name="connsiteY12" fmla="*/ 1315205 h 1914642"/>
                <a:gd name="connsiteX13" fmla="*/ 2046271 w 6968791"/>
                <a:gd name="connsiteY13" fmla="*/ 1498085 h 1914642"/>
                <a:gd name="connsiteX14" fmla="*/ 1276651 w 6968791"/>
                <a:gd name="connsiteY14" fmla="*/ 1437125 h 1914642"/>
                <a:gd name="connsiteX15" fmla="*/ 781351 w 6968791"/>
                <a:gd name="connsiteY15" fmla="*/ 1696205 h 1914642"/>
                <a:gd name="connsiteX16" fmla="*/ 560371 w 6968791"/>
                <a:gd name="connsiteY16" fmla="*/ 1914642 h 1914642"/>
                <a:gd name="connsiteX17" fmla="*/ 103171 w 6968791"/>
                <a:gd name="connsiteY17" fmla="*/ 1780025 h 1914642"/>
                <a:gd name="connsiteX0" fmla="*/ 103171 w 6968791"/>
                <a:gd name="connsiteY0" fmla="*/ 1780025 h 1914642"/>
                <a:gd name="connsiteX1" fmla="*/ 331771 w 6968791"/>
                <a:gd name="connsiteY1" fmla="*/ 1330445 h 1914642"/>
                <a:gd name="connsiteX2" fmla="*/ 628951 w 6968791"/>
                <a:gd name="connsiteY2" fmla="*/ 629405 h 1914642"/>
                <a:gd name="connsiteX3" fmla="*/ 1794811 w 6968791"/>
                <a:gd name="connsiteY3" fmla="*/ 408425 h 1914642"/>
                <a:gd name="connsiteX4" fmla="*/ 2762551 w 6968791"/>
                <a:gd name="connsiteY4" fmla="*/ 4565 h 1914642"/>
                <a:gd name="connsiteX5" fmla="*/ 4141771 w 6968791"/>
                <a:gd name="connsiteY5" fmla="*/ 522725 h 1914642"/>
                <a:gd name="connsiteX6" fmla="*/ 5681011 w 6968791"/>
                <a:gd name="connsiteY6" fmla="*/ 515105 h 1914642"/>
                <a:gd name="connsiteX7" fmla="*/ 6968791 w 6968791"/>
                <a:gd name="connsiteY7" fmla="*/ 888485 h 1914642"/>
                <a:gd name="connsiteX8" fmla="*/ 6953551 w 6968791"/>
                <a:gd name="connsiteY8" fmla="*/ 1693662 h 1914642"/>
                <a:gd name="connsiteX9" fmla="*/ 5292391 w 6968791"/>
                <a:gd name="connsiteY9" fmla="*/ 1345685 h 1914642"/>
                <a:gd name="connsiteX10" fmla="*/ 4751371 w 6968791"/>
                <a:gd name="connsiteY10" fmla="*/ 1894325 h 1914642"/>
                <a:gd name="connsiteX11" fmla="*/ 3669331 w 6968791"/>
                <a:gd name="connsiteY11" fmla="*/ 1269485 h 1914642"/>
                <a:gd name="connsiteX12" fmla="*/ 3334051 w 6968791"/>
                <a:gd name="connsiteY12" fmla="*/ 1315205 h 1914642"/>
                <a:gd name="connsiteX13" fmla="*/ 2046271 w 6968791"/>
                <a:gd name="connsiteY13" fmla="*/ 1498085 h 1914642"/>
                <a:gd name="connsiteX14" fmla="*/ 1276651 w 6968791"/>
                <a:gd name="connsiteY14" fmla="*/ 1437125 h 1914642"/>
                <a:gd name="connsiteX15" fmla="*/ 781351 w 6968791"/>
                <a:gd name="connsiteY15" fmla="*/ 1696205 h 1914642"/>
                <a:gd name="connsiteX16" fmla="*/ 560371 w 6968791"/>
                <a:gd name="connsiteY16" fmla="*/ 1914642 h 1914642"/>
                <a:gd name="connsiteX17" fmla="*/ 103171 w 6968791"/>
                <a:gd name="connsiteY17" fmla="*/ 1780025 h 1914642"/>
                <a:gd name="connsiteX0" fmla="*/ 103171 w 6968791"/>
                <a:gd name="connsiteY0" fmla="*/ 1845528 h 1980145"/>
                <a:gd name="connsiteX1" fmla="*/ 331771 w 6968791"/>
                <a:gd name="connsiteY1" fmla="*/ 1395948 h 1980145"/>
                <a:gd name="connsiteX2" fmla="*/ 628951 w 6968791"/>
                <a:gd name="connsiteY2" fmla="*/ 694908 h 1980145"/>
                <a:gd name="connsiteX3" fmla="*/ 1794811 w 6968791"/>
                <a:gd name="connsiteY3" fmla="*/ 473928 h 1980145"/>
                <a:gd name="connsiteX4" fmla="*/ 2762551 w 6968791"/>
                <a:gd name="connsiteY4" fmla="*/ 70068 h 1980145"/>
                <a:gd name="connsiteX5" fmla="*/ 4141771 w 6968791"/>
                <a:gd name="connsiteY5" fmla="*/ 588228 h 1980145"/>
                <a:gd name="connsiteX6" fmla="*/ 5681011 w 6968791"/>
                <a:gd name="connsiteY6" fmla="*/ 580608 h 1980145"/>
                <a:gd name="connsiteX7" fmla="*/ 6968791 w 6968791"/>
                <a:gd name="connsiteY7" fmla="*/ 953988 h 1980145"/>
                <a:gd name="connsiteX8" fmla="*/ 6953551 w 6968791"/>
                <a:gd name="connsiteY8" fmla="*/ 1759165 h 1980145"/>
                <a:gd name="connsiteX9" fmla="*/ 5292391 w 6968791"/>
                <a:gd name="connsiteY9" fmla="*/ 1411188 h 1980145"/>
                <a:gd name="connsiteX10" fmla="*/ 4751371 w 6968791"/>
                <a:gd name="connsiteY10" fmla="*/ 1959828 h 1980145"/>
                <a:gd name="connsiteX11" fmla="*/ 3669331 w 6968791"/>
                <a:gd name="connsiteY11" fmla="*/ 1334988 h 1980145"/>
                <a:gd name="connsiteX12" fmla="*/ 3334051 w 6968791"/>
                <a:gd name="connsiteY12" fmla="*/ 1380708 h 1980145"/>
                <a:gd name="connsiteX13" fmla="*/ 2046271 w 6968791"/>
                <a:gd name="connsiteY13" fmla="*/ 1563588 h 1980145"/>
                <a:gd name="connsiteX14" fmla="*/ 1276651 w 6968791"/>
                <a:gd name="connsiteY14" fmla="*/ 1502628 h 1980145"/>
                <a:gd name="connsiteX15" fmla="*/ 781351 w 6968791"/>
                <a:gd name="connsiteY15" fmla="*/ 1761708 h 1980145"/>
                <a:gd name="connsiteX16" fmla="*/ 560371 w 6968791"/>
                <a:gd name="connsiteY16" fmla="*/ 1980145 h 1980145"/>
                <a:gd name="connsiteX17" fmla="*/ 103171 w 6968791"/>
                <a:gd name="connsiteY17" fmla="*/ 1845528 h 1980145"/>
                <a:gd name="connsiteX0" fmla="*/ 103171 w 6968791"/>
                <a:gd name="connsiteY0" fmla="*/ 1878499 h 2013116"/>
                <a:gd name="connsiteX1" fmla="*/ 331771 w 6968791"/>
                <a:gd name="connsiteY1" fmla="*/ 1428919 h 2013116"/>
                <a:gd name="connsiteX2" fmla="*/ 628951 w 6968791"/>
                <a:gd name="connsiteY2" fmla="*/ 727879 h 2013116"/>
                <a:gd name="connsiteX3" fmla="*/ 1634791 w 6968791"/>
                <a:gd name="connsiteY3" fmla="*/ 453559 h 2013116"/>
                <a:gd name="connsiteX4" fmla="*/ 2762551 w 6968791"/>
                <a:gd name="connsiteY4" fmla="*/ 103039 h 2013116"/>
                <a:gd name="connsiteX5" fmla="*/ 4141771 w 6968791"/>
                <a:gd name="connsiteY5" fmla="*/ 621199 h 2013116"/>
                <a:gd name="connsiteX6" fmla="*/ 5681011 w 6968791"/>
                <a:gd name="connsiteY6" fmla="*/ 613579 h 2013116"/>
                <a:gd name="connsiteX7" fmla="*/ 6968791 w 6968791"/>
                <a:gd name="connsiteY7" fmla="*/ 986959 h 2013116"/>
                <a:gd name="connsiteX8" fmla="*/ 6953551 w 6968791"/>
                <a:gd name="connsiteY8" fmla="*/ 1792136 h 2013116"/>
                <a:gd name="connsiteX9" fmla="*/ 5292391 w 6968791"/>
                <a:gd name="connsiteY9" fmla="*/ 1444159 h 2013116"/>
                <a:gd name="connsiteX10" fmla="*/ 4751371 w 6968791"/>
                <a:gd name="connsiteY10" fmla="*/ 1992799 h 2013116"/>
                <a:gd name="connsiteX11" fmla="*/ 3669331 w 6968791"/>
                <a:gd name="connsiteY11" fmla="*/ 1367959 h 2013116"/>
                <a:gd name="connsiteX12" fmla="*/ 3334051 w 6968791"/>
                <a:gd name="connsiteY12" fmla="*/ 1413679 h 2013116"/>
                <a:gd name="connsiteX13" fmla="*/ 2046271 w 6968791"/>
                <a:gd name="connsiteY13" fmla="*/ 1596559 h 2013116"/>
                <a:gd name="connsiteX14" fmla="*/ 1276651 w 6968791"/>
                <a:gd name="connsiteY14" fmla="*/ 1535599 h 2013116"/>
                <a:gd name="connsiteX15" fmla="*/ 781351 w 6968791"/>
                <a:gd name="connsiteY15" fmla="*/ 1794679 h 2013116"/>
                <a:gd name="connsiteX16" fmla="*/ 560371 w 6968791"/>
                <a:gd name="connsiteY16" fmla="*/ 2013116 h 2013116"/>
                <a:gd name="connsiteX17" fmla="*/ 103171 w 6968791"/>
                <a:gd name="connsiteY17" fmla="*/ 1878499 h 2013116"/>
                <a:gd name="connsiteX0" fmla="*/ 103171 w 6968791"/>
                <a:gd name="connsiteY0" fmla="*/ 1780758 h 1915375"/>
                <a:gd name="connsiteX1" fmla="*/ 331771 w 6968791"/>
                <a:gd name="connsiteY1" fmla="*/ 1331178 h 1915375"/>
                <a:gd name="connsiteX2" fmla="*/ 628951 w 6968791"/>
                <a:gd name="connsiteY2" fmla="*/ 630138 h 1915375"/>
                <a:gd name="connsiteX3" fmla="*/ 1634791 w 6968791"/>
                <a:gd name="connsiteY3" fmla="*/ 355818 h 1915375"/>
                <a:gd name="connsiteX4" fmla="*/ 2762551 w 6968791"/>
                <a:gd name="connsiteY4" fmla="*/ 5298 h 1915375"/>
                <a:gd name="connsiteX5" fmla="*/ 4141771 w 6968791"/>
                <a:gd name="connsiteY5" fmla="*/ 523458 h 1915375"/>
                <a:gd name="connsiteX6" fmla="*/ 5681011 w 6968791"/>
                <a:gd name="connsiteY6" fmla="*/ 515838 h 1915375"/>
                <a:gd name="connsiteX7" fmla="*/ 6968791 w 6968791"/>
                <a:gd name="connsiteY7" fmla="*/ 889218 h 1915375"/>
                <a:gd name="connsiteX8" fmla="*/ 6953551 w 6968791"/>
                <a:gd name="connsiteY8" fmla="*/ 1694395 h 1915375"/>
                <a:gd name="connsiteX9" fmla="*/ 5292391 w 6968791"/>
                <a:gd name="connsiteY9" fmla="*/ 1346418 h 1915375"/>
                <a:gd name="connsiteX10" fmla="*/ 4751371 w 6968791"/>
                <a:gd name="connsiteY10" fmla="*/ 1895058 h 1915375"/>
                <a:gd name="connsiteX11" fmla="*/ 3669331 w 6968791"/>
                <a:gd name="connsiteY11" fmla="*/ 1270218 h 1915375"/>
                <a:gd name="connsiteX12" fmla="*/ 3334051 w 6968791"/>
                <a:gd name="connsiteY12" fmla="*/ 1315938 h 1915375"/>
                <a:gd name="connsiteX13" fmla="*/ 2046271 w 6968791"/>
                <a:gd name="connsiteY13" fmla="*/ 1498818 h 1915375"/>
                <a:gd name="connsiteX14" fmla="*/ 1276651 w 6968791"/>
                <a:gd name="connsiteY14" fmla="*/ 1437858 h 1915375"/>
                <a:gd name="connsiteX15" fmla="*/ 781351 w 6968791"/>
                <a:gd name="connsiteY15" fmla="*/ 1696938 h 1915375"/>
                <a:gd name="connsiteX16" fmla="*/ 560371 w 6968791"/>
                <a:gd name="connsiteY16" fmla="*/ 1915375 h 1915375"/>
                <a:gd name="connsiteX17" fmla="*/ 103171 w 6968791"/>
                <a:gd name="connsiteY17" fmla="*/ 1780758 h 1915375"/>
                <a:gd name="connsiteX0" fmla="*/ 103171 w 6968791"/>
                <a:gd name="connsiteY0" fmla="*/ 1817275 h 1951892"/>
                <a:gd name="connsiteX1" fmla="*/ 331771 w 6968791"/>
                <a:gd name="connsiteY1" fmla="*/ 1367695 h 1951892"/>
                <a:gd name="connsiteX2" fmla="*/ 628951 w 6968791"/>
                <a:gd name="connsiteY2" fmla="*/ 666655 h 1951892"/>
                <a:gd name="connsiteX3" fmla="*/ 1634791 w 6968791"/>
                <a:gd name="connsiteY3" fmla="*/ 392335 h 1951892"/>
                <a:gd name="connsiteX4" fmla="*/ 2762551 w 6968791"/>
                <a:gd name="connsiteY4" fmla="*/ 41815 h 1951892"/>
                <a:gd name="connsiteX5" fmla="*/ 4141771 w 6968791"/>
                <a:gd name="connsiteY5" fmla="*/ 559975 h 1951892"/>
                <a:gd name="connsiteX6" fmla="*/ 5681011 w 6968791"/>
                <a:gd name="connsiteY6" fmla="*/ 552355 h 1951892"/>
                <a:gd name="connsiteX7" fmla="*/ 6968791 w 6968791"/>
                <a:gd name="connsiteY7" fmla="*/ 925735 h 1951892"/>
                <a:gd name="connsiteX8" fmla="*/ 6953551 w 6968791"/>
                <a:gd name="connsiteY8" fmla="*/ 1730912 h 1951892"/>
                <a:gd name="connsiteX9" fmla="*/ 5292391 w 6968791"/>
                <a:gd name="connsiteY9" fmla="*/ 1382935 h 1951892"/>
                <a:gd name="connsiteX10" fmla="*/ 4751371 w 6968791"/>
                <a:gd name="connsiteY10" fmla="*/ 1931575 h 1951892"/>
                <a:gd name="connsiteX11" fmla="*/ 3669331 w 6968791"/>
                <a:gd name="connsiteY11" fmla="*/ 1306735 h 1951892"/>
                <a:gd name="connsiteX12" fmla="*/ 3334051 w 6968791"/>
                <a:gd name="connsiteY12" fmla="*/ 1352455 h 1951892"/>
                <a:gd name="connsiteX13" fmla="*/ 2046271 w 6968791"/>
                <a:gd name="connsiteY13" fmla="*/ 1535335 h 1951892"/>
                <a:gd name="connsiteX14" fmla="*/ 1276651 w 6968791"/>
                <a:gd name="connsiteY14" fmla="*/ 1474375 h 1951892"/>
                <a:gd name="connsiteX15" fmla="*/ 781351 w 6968791"/>
                <a:gd name="connsiteY15" fmla="*/ 1733455 h 1951892"/>
                <a:gd name="connsiteX16" fmla="*/ 560371 w 6968791"/>
                <a:gd name="connsiteY16" fmla="*/ 1951892 h 1951892"/>
                <a:gd name="connsiteX17" fmla="*/ 103171 w 6968791"/>
                <a:gd name="connsiteY17" fmla="*/ 1817275 h 1951892"/>
                <a:gd name="connsiteX0" fmla="*/ 103171 w 6968791"/>
                <a:gd name="connsiteY0" fmla="*/ 1939003 h 2073620"/>
                <a:gd name="connsiteX1" fmla="*/ 331771 w 6968791"/>
                <a:gd name="connsiteY1" fmla="*/ 1489423 h 2073620"/>
                <a:gd name="connsiteX2" fmla="*/ 628951 w 6968791"/>
                <a:gd name="connsiteY2" fmla="*/ 788383 h 2073620"/>
                <a:gd name="connsiteX3" fmla="*/ 1634791 w 6968791"/>
                <a:gd name="connsiteY3" fmla="*/ 514063 h 2073620"/>
                <a:gd name="connsiteX4" fmla="*/ 2762551 w 6968791"/>
                <a:gd name="connsiteY4" fmla="*/ 163543 h 2073620"/>
                <a:gd name="connsiteX5" fmla="*/ 4141771 w 6968791"/>
                <a:gd name="connsiteY5" fmla="*/ 681703 h 2073620"/>
                <a:gd name="connsiteX6" fmla="*/ 5681011 w 6968791"/>
                <a:gd name="connsiteY6" fmla="*/ 674083 h 2073620"/>
                <a:gd name="connsiteX7" fmla="*/ 6968791 w 6968791"/>
                <a:gd name="connsiteY7" fmla="*/ 1047463 h 2073620"/>
                <a:gd name="connsiteX8" fmla="*/ 6953551 w 6968791"/>
                <a:gd name="connsiteY8" fmla="*/ 1852640 h 2073620"/>
                <a:gd name="connsiteX9" fmla="*/ 5292391 w 6968791"/>
                <a:gd name="connsiteY9" fmla="*/ 1504663 h 2073620"/>
                <a:gd name="connsiteX10" fmla="*/ 4751371 w 6968791"/>
                <a:gd name="connsiteY10" fmla="*/ 2053303 h 2073620"/>
                <a:gd name="connsiteX11" fmla="*/ 3669331 w 6968791"/>
                <a:gd name="connsiteY11" fmla="*/ 1428463 h 2073620"/>
                <a:gd name="connsiteX12" fmla="*/ 3334051 w 6968791"/>
                <a:gd name="connsiteY12" fmla="*/ 1474183 h 2073620"/>
                <a:gd name="connsiteX13" fmla="*/ 2046271 w 6968791"/>
                <a:gd name="connsiteY13" fmla="*/ 1657063 h 2073620"/>
                <a:gd name="connsiteX14" fmla="*/ 1276651 w 6968791"/>
                <a:gd name="connsiteY14" fmla="*/ 1596103 h 2073620"/>
                <a:gd name="connsiteX15" fmla="*/ 781351 w 6968791"/>
                <a:gd name="connsiteY15" fmla="*/ 1855183 h 2073620"/>
                <a:gd name="connsiteX16" fmla="*/ 560371 w 6968791"/>
                <a:gd name="connsiteY16" fmla="*/ 2073620 h 2073620"/>
                <a:gd name="connsiteX17" fmla="*/ 103171 w 6968791"/>
                <a:gd name="connsiteY17" fmla="*/ 1939003 h 2073620"/>
                <a:gd name="connsiteX0" fmla="*/ 103171 w 6968791"/>
                <a:gd name="connsiteY0" fmla="*/ 1817276 h 1951893"/>
                <a:gd name="connsiteX1" fmla="*/ 331771 w 6968791"/>
                <a:gd name="connsiteY1" fmla="*/ 1367696 h 1951893"/>
                <a:gd name="connsiteX2" fmla="*/ 628951 w 6968791"/>
                <a:gd name="connsiteY2" fmla="*/ 666656 h 1951893"/>
                <a:gd name="connsiteX3" fmla="*/ 1634791 w 6968791"/>
                <a:gd name="connsiteY3" fmla="*/ 392336 h 1951893"/>
                <a:gd name="connsiteX4" fmla="*/ 1886251 w 6968791"/>
                <a:gd name="connsiteY4" fmla="*/ 377096 h 1951893"/>
                <a:gd name="connsiteX5" fmla="*/ 2762551 w 6968791"/>
                <a:gd name="connsiteY5" fmla="*/ 41816 h 1951893"/>
                <a:gd name="connsiteX6" fmla="*/ 4141771 w 6968791"/>
                <a:gd name="connsiteY6" fmla="*/ 559976 h 1951893"/>
                <a:gd name="connsiteX7" fmla="*/ 5681011 w 6968791"/>
                <a:gd name="connsiteY7" fmla="*/ 552356 h 1951893"/>
                <a:gd name="connsiteX8" fmla="*/ 6968791 w 6968791"/>
                <a:gd name="connsiteY8" fmla="*/ 925736 h 1951893"/>
                <a:gd name="connsiteX9" fmla="*/ 6953551 w 6968791"/>
                <a:gd name="connsiteY9" fmla="*/ 1730913 h 1951893"/>
                <a:gd name="connsiteX10" fmla="*/ 5292391 w 6968791"/>
                <a:gd name="connsiteY10" fmla="*/ 1382936 h 1951893"/>
                <a:gd name="connsiteX11" fmla="*/ 4751371 w 6968791"/>
                <a:gd name="connsiteY11" fmla="*/ 1931576 h 1951893"/>
                <a:gd name="connsiteX12" fmla="*/ 3669331 w 6968791"/>
                <a:gd name="connsiteY12" fmla="*/ 1306736 h 1951893"/>
                <a:gd name="connsiteX13" fmla="*/ 3334051 w 6968791"/>
                <a:gd name="connsiteY13" fmla="*/ 1352456 h 1951893"/>
                <a:gd name="connsiteX14" fmla="*/ 2046271 w 6968791"/>
                <a:gd name="connsiteY14" fmla="*/ 1535336 h 1951893"/>
                <a:gd name="connsiteX15" fmla="*/ 1276651 w 6968791"/>
                <a:gd name="connsiteY15" fmla="*/ 1474376 h 1951893"/>
                <a:gd name="connsiteX16" fmla="*/ 781351 w 6968791"/>
                <a:gd name="connsiteY16" fmla="*/ 1733456 h 1951893"/>
                <a:gd name="connsiteX17" fmla="*/ 560371 w 6968791"/>
                <a:gd name="connsiteY17" fmla="*/ 1951893 h 1951893"/>
                <a:gd name="connsiteX18" fmla="*/ 103171 w 6968791"/>
                <a:gd name="connsiteY18" fmla="*/ 1817276 h 1951893"/>
                <a:gd name="connsiteX0" fmla="*/ 103171 w 6968791"/>
                <a:gd name="connsiteY0" fmla="*/ 1931829 h 2066446"/>
                <a:gd name="connsiteX1" fmla="*/ 331771 w 6968791"/>
                <a:gd name="connsiteY1" fmla="*/ 1482249 h 2066446"/>
                <a:gd name="connsiteX2" fmla="*/ 628951 w 6968791"/>
                <a:gd name="connsiteY2" fmla="*/ 781209 h 2066446"/>
                <a:gd name="connsiteX3" fmla="*/ 1634791 w 6968791"/>
                <a:gd name="connsiteY3" fmla="*/ 506889 h 2066446"/>
                <a:gd name="connsiteX4" fmla="*/ 1886251 w 6968791"/>
                <a:gd name="connsiteY4" fmla="*/ 491649 h 2066446"/>
                <a:gd name="connsiteX5" fmla="*/ 2762551 w 6968791"/>
                <a:gd name="connsiteY5" fmla="*/ 156369 h 2066446"/>
                <a:gd name="connsiteX6" fmla="*/ 4141771 w 6968791"/>
                <a:gd name="connsiteY6" fmla="*/ 674529 h 2066446"/>
                <a:gd name="connsiteX7" fmla="*/ 5681011 w 6968791"/>
                <a:gd name="connsiteY7" fmla="*/ 666909 h 2066446"/>
                <a:gd name="connsiteX8" fmla="*/ 6968791 w 6968791"/>
                <a:gd name="connsiteY8" fmla="*/ 1040289 h 2066446"/>
                <a:gd name="connsiteX9" fmla="*/ 6953551 w 6968791"/>
                <a:gd name="connsiteY9" fmla="*/ 1845466 h 2066446"/>
                <a:gd name="connsiteX10" fmla="*/ 5292391 w 6968791"/>
                <a:gd name="connsiteY10" fmla="*/ 1497489 h 2066446"/>
                <a:gd name="connsiteX11" fmla="*/ 4751371 w 6968791"/>
                <a:gd name="connsiteY11" fmla="*/ 2046129 h 2066446"/>
                <a:gd name="connsiteX12" fmla="*/ 3669331 w 6968791"/>
                <a:gd name="connsiteY12" fmla="*/ 1421289 h 2066446"/>
                <a:gd name="connsiteX13" fmla="*/ 3334051 w 6968791"/>
                <a:gd name="connsiteY13" fmla="*/ 1467009 h 2066446"/>
                <a:gd name="connsiteX14" fmla="*/ 2046271 w 6968791"/>
                <a:gd name="connsiteY14" fmla="*/ 1649889 h 2066446"/>
                <a:gd name="connsiteX15" fmla="*/ 1276651 w 6968791"/>
                <a:gd name="connsiteY15" fmla="*/ 1588929 h 2066446"/>
                <a:gd name="connsiteX16" fmla="*/ 781351 w 6968791"/>
                <a:gd name="connsiteY16" fmla="*/ 1848009 h 2066446"/>
                <a:gd name="connsiteX17" fmla="*/ 560371 w 6968791"/>
                <a:gd name="connsiteY17" fmla="*/ 2066446 h 2066446"/>
                <a:gd name="connsiteX18" fmla="*/ 103171 w 6968791"/>
                <a:gd name="connsiteY18" fmla="*/ 1931829 h 2066446"/>
                <a:gd name="connsiteX0" fmla="*/ 103171 w 6968791"/>
                <a:gd name="connsiteY0" fmla="*/ 1948441 h 2083058"/>
                <a:gd name="connsiteX1" fmla="*/ 331771 w 6968791"/>
                <a:gd name="connsiteY1" fmla="*/ 1498861 h 2083058"/>
                <a:gd name="connsiteX2" fmla="*/ 628951 w 6968791"/>
                <a:gd name="connsiteY2" fmla="*/ 797821 h 2083058"/>
                <a:gd name="connsiteX3" fmla="*/ 1634791 w 6968791"/>
                <a:gd name="connsiteY3" fmla="*/ 523501 h 2083058"/>
                <a:gd name="connsiteX4" fmla="*/ 1886251 w 6968791"/>
                <a:gd name="connsiteY4" fmla="*/ 508261 h 2083058"/>
                <a:gd name="connsiteX5" fmla="*/ 2762551 w 6968791"/>
                <a:gd name="connsiteY5" fmla="*/ 172981 h 2083058"/>
                <a:gd name="connsiteX6" fmla="*/ 4141771 w 6968791"/>
                <a:gd name="connsiteY6" fmla="*/ 691141 h 2083058"/>
                <a:gd name="connsiteX7" fmla="*/ 5681011 w 6968791"/>
                <a:gd name="connsiteY7" fmla="*/ 683521 h 2083058"/>
                <a:gd name="connsiteX8" fmla="*/ 6968791 w 6968791"/>
                <a:gd name="connsiteY8" fmla="*/ 1056901 h 2083058"/>
                <a:gd name="connsiteX9" fmla="*/ 6953551 w 6968791"/>
                <a:gd name="connsiteY9" fmla="*/ 1862078 h 2083058"/>
                <a:gd name="connsiteX10" fmla="*/ 5292391 w 6968791"/>
                <a:gd name="connsiteY10" fmla="*/ 1514101 h 2083058"/>
                <a:gd name="connsiteX11" fmla="*/ 4751371 w 6968791"/>
                <a:gd name="connsiteY11" fmla="*/ 2062741 h 2083058"/>
                <a:gd name="connsiteX12" fmla="*/ 3669331 w 6968791"/>
                <a:gd name="connsiteY12" fmla="*/ 1437901 h 2083058"/>
                <a:gd name="connsiteX13" fmla="*/ 3334051 w 6968791"/>
                <a:gd name="connsiteY13" fmla="*/ 1483621 h 2083058"/>
                <a:gd name="connsiteX14" fmla="*/ 2046271 w 6968791"/>
                <a:gd name="connsiteY14" fmla="*/ 1666501 h 2083058"/>
                <a:gd name="connsiteX15" fmla="*/ 1276651 w 6968791"/>
                <a:gd name="connsiteY15" fmla="*/ 1605541 h 2083058"/>
                <a:gd name="connsiteX16" fmla="*/ 781351 w 6968791"/>
                <a:gd name="connsiteY16" fmla="*/ 1864621 h 2083058"/>
                <a:gd name="connsiteX17" fmla="*/ 560371 w 6968791"/>
                <a:gd name="connsiteY17" fmla="*/ 2083058 h 2083058"/>
                <a:gd name="connsiteX18" fmla="*/ 103171 w 6968791"/>
                <a:gd name="connsiteY18" fmla="*/ 1948441 h 2083058"/>
                <a:gd name="connsiteX0" fmla="*/ 103171 w 6968791"/>
                <a:gd name="connsiteY0" fmla="*/ 1994120 h 2128737"/>
                <a:gd name="connsiteX1" fmla="*/ 331771 w 6968791"/>
                <a:gd name="connsiteY1" fmla="*/ 1544540 h 2128737"/>
                <a:gd name="connsiteX2" fmla="*/ 628951 w 6968791"/>
                <a:gd name="connsiteY2" fmla="*/ 843500 h 2128737"/>
                <a:gd name="connsiteX3" fmla="*/ 1634791 w 6968791"/>
                <a:gd name="connsiteY3" fmla="*/ 569180 h 2128737"/>
                <a:gd name="connsiteX4" fmla="*/ 1985311 w 6968791"/>
                <a:gd name="connsiteY4" fmla="*/ 470120 h 2128737"/>
                <a:gd name="connsiteX5" fmla="*/ 2762551 w 6968791"/>
                <a:gd name="connsiteY5" fmla="*/ 218660 h 2128737"/>
                <a:gd name="connsiteX6" fmla="*/ 4141771 w 6968791"/>
                <a:gd name="connsiteY6" fmla="*/ 736820 h 2128737"/>
                <a:gd name="connsiteX7" fmla="*/ 5681011 w 6968791"/>
                <a:gd name="connsiteY7" fmla="*/ 729200 h 2128737"/>
                <a:gd name="connsiteX8" fmla="*/ 6968791 w 6968791"/>
                <a:gd name="connsiteY8" fmla="*/ 1102580 h 2128737"/>
                <a:gd name="connsiteX9" fmla="*/ 6953551 w 6968791"/>
                <a:gd name="connsiteY9" fmla="*/ 1907757 h 2128737"/>
                <a:gd name="connsiteX10" fmla="*/ 5292391 w 6968791"/>
                <a:gd name="connsiteY10" fmla="*/ 1559780 h 2128737"/>
                <a:gd name="connsiteX11" fmla="*/ 4751371 w 6968791"/>
                <a:gd name="connsiteY11" fmla="*/ 2108420 h 2128737"/>
                <a:gd name="connsiteX12" fmla="*/ 3669331 w 6968791"/>
                <a:gd name="connsiteY12" fmla="*/ 1483580 h 2128737"/>
                <a:gd name="connsiteX13" fmla="*/ 3334051 w 6968791"/>
                <a:gd name="connsiteY13" fmla="*/ 1529300 h 2128737"/>
                <a:gd name="connsiteX14" fmla="*/ 2046271 w 6968791"/>
                <a:gd name="connsiteY14" fmla="*/ 1712180 h 2128737"/>
                <a:gd name="connsiteX15" fmla="*/ 1276651 w 6968791"/>
                <a:gd name="connsiteY15" fmla="*/ 1651220 h 2128737"/>
                <a:gd name="connsiteX16" fmla="*/ 781351 w 6968791"/>
                <a:gd name="connsiteY16" fmla="*/ 1910300 h 2128737"/>
                <a:gd name="connsiteX17" fmla="*/ 560371 w 6968791"/>
                <a:gd name="connsiteY17" fmla="*/ 2128737 h 2128737"/>
                <a:gd name="connsiteX18" fmla="*/ 103171 w 6968791"/>
                <a:gd name="connsiteY18" fmla="*/ 1994120 h 2128737"/>
                <a:gd name="connsiteX0" fmla="*/ 103171 w 6968791"/>
                <a:gd name="connsiteY0" fmla="*/ 1994120 h 2128737"/>
                <a:gd name="connsiteX1" fmla="*/ 331771 w 6968791"/>
                <a:gd name="connsiteY1" fmla="*/ 1544540 h 2128737"/>
                <a:gd name="connsiteX2" fmla="*/ 628951 w 6968791"/>
                <a:gd name="connsiteY2" fmla="*/ 843500 h 2128737"/>
                <a:gd name="connsiteX3" fmla="*/ 1634791 w 6968791"/>
                <a:gd name="connsiteY3" fmla="*/ 569180 h 2128737"/>
                <a:gd name="connsiteX4" fmla="*/ 1985311 w 6968791"/>
                <a:gd name="connsiteY4" fmla="*/ 470120 h 2128737"/>
                <a:gd name="connsiteX5" fmla="*/ 2762551 w 6968791"/>
                <a:gd name="connsiteY5" fmla="*/ 218660 h 2128737"/>
                <a:gd name="connsiteX6" fmla="*/ 4141771 w 6968791"/>
                <a:gd name="connsiteY6" fmla="*/ 736820 h 2128737"/>
                <a:gd name="connsiteX7" fmla="*/ 5681011 w 6968791"/>
                <a:gd name="connsiteY7" fmla="*/ 729200 h 2128737"/>
                <a:gd name="connsiteX8" fmla="*/ 6968791 w 6968791"/>
                <a:gd name="connsiteY8" fmla="*/ 1102580 h 2128737"/>
                <a:gd name="connsiteX9" fmla="*/ 6953551 w 6968791"/>
                <a:gd name="connsiteY9" fmla="*/ 1907757 h 2128737"/>
                <a:gd name="connsiteX10" fmla="*/ 5292391 w 6968791"/>
                <a:gd name="connsiteY10" fmla="*/ 1559780 h 2128737"/>
                <a:gd name="connsiteX11" fmla="*/ 4751371 w 6968791"/>
                <a:gd name="connsiteY11" fmla="*/ 2108420 h 2128737"/>
                <a:gd name="connsiteX12" fmla="*/ 3669331 w 6968791"/>
                <a:gd name="connsiteY12" fmla="*/ 1483580 h 2128737"/>
                <a:gd name="connsiteX13" fmla="*/ 3334051 w 6968791"/>
                <a:gd name="connsiteY13" fmla="*/ 1529300 h 2128737"/>
                <a:gd name="connsiteX14" fmla="*/ 2046271 w 6968791"/>
                <a:gd name="connsiteY14" fmla="*/ 1712180 h 2128737"/>
                <a:gd name="connsiteX15" fmla="*/ 1276651 w 6968791"/>
                <a:gd name="connsiteY15" fmla="*/ 1651220 h 2128737"/>
                <a:gd name="connsiteX16" fmla="*/ 781351 w 6968791"/>
                <a:gd name="connsiteY16" fmla="*/ 1910300 h 2128737"/>
                <a:gd name="connsiteX17" fmla="*/ 560371 w 6968791"/>
                <a:gd name="connsiteY17" fmla="*/ 2128737 h 2128737"/>
                <a:gd name="connsiteX18" fmla="*/ 103171 w 6968791"/>
                <a:gd name="connsiteY18" fmla="*/ 1994120 h 2128737"/>
                <a:gd name="connsiteX0" fmla="*/ 103171 w 6968791"/>
                <a:gd name="connsiteY0" fmla="*/ 1994120 h 2128737"/>
                <a:gd name="connsiteX1" fmla="*/ 331771 w 6968791"/>
                <a:gd name="connsiteY1" fmla="*/ 1544540 h 2128737"/>
                <a:gd name="connsiteX2" fmla="*/ 628951 w 6968791"/>
                <a:gd name="connsiteY2" fmla="*/ 843500 h 2128737"/>
                <a:gd name="connsiteX3" fmla="*/ 1634791 w 6968791"/>
                <a:gd name="connsiteY3" fmla="*/ 569180 h 2128737"/>
                <a:gd name="connsiteX4" fmla="*/ 1985311 w 6968791"/>
                <a:gd name="connsiteY4" fmla="*/ 470120 h 2128737"/>
                <a:gd name="connsiteX5" fmla="*/ 2762551 w 6968791"/>
                <a:gd name="connsiteY5" fmla="*/ 218660 h 2128737"/>
                <a:gd name="connsiteX6" fmla="*/ 4141771 w 6968791"/>
                <a:gd name="connsiteY6" fmla="*/ 736820 h 2128737"/>
                <a:gd name="connsiteX7" fmla="*/ 5681011 w 6968791"/>
                <a:gd name="connsiteY7" fmla="*/ 729200 h 2128737"/>
                <a:gd name="connsiteX8" fmla="*/ 6968791 w 6968791"/>
                <a:gd name="connsiteY8" fmla="*/ 1102580 h 2128737"/>
                <a:gd name="connsiteX9" fmla="*/ 6953551 w 6968791"/>
                <a:gd name="connsiteY9" fmla="*/ 1907757 h 2128737"/>
                <a:gd name="connsiteX10" fmla="*/ 5292391 w 6968791"/>
                <a:gd name="connsiteY10" fmla="*/ 1559780 h 2128737"/>
                <a:gd name="connsiteX11" fmla="*/ 4751371 w 6968791"/>
                <a:gd name="connsiteY11" fmla="*/ 2108420 h 2128737"/>
                <a:gd name="connsiteX12" fmla="*/ 3669331 w 6968791"/>
                <a:gd name="connsiteY12" fmla="*/ 1483580 h 2128737"/>
                <a:gd name="connsiteX13" fmla="*/ 3334051 w 6968791"/>
                <a:gd name="connsiteY13" fmla="*/ 1529300 h 2128737"/>
                <a:gd name="connsiteX14" fmla="*/ 2046271 w 6968791"/>
                <a:gd name="connsiteY14" fmla="*/ 1712180 h 2128737"/>
                <a:gd name="connsiteX15" fmla="*/ 1276651 w 6968791"/>
                <a:gd name="connsiteY15" fmla="*/ 1651220 h 2128737"/>
                <a:gd name="connsiteX16" fmla="*/ 781351 w 6968791"/>
                <a:gd name="connsiteY16" fmla="*/ 1910300 h 2128737"/>
                <a:gd name="connsiteX17" fmla="*/ 560371 w 6968791"/>
                <a:gd name="connsiteY17" fmla="*/ 2128737 h 2128737"/>
                <a:gd name="connsiteX18" fmla="*/ 103171 w 6968791"/>
                <a:gd name="connsiteY18" fmla="*/ 1994120 h 2128737"/>
                <a:gd name="connsiteX0" fmla="*/ 103171 w 6968791"/>
                <a:gd name="connsiteY0" fmla="*/ 1994120 h 2128737"/>
                <a:gd name="connsiteX1" fmla="*/ 331771 w 6968791"/>
                <a:gd name="connsiteY1" fmla="*/ 1544540 h 2128737"/>
                <a:gd name="connsiteX2" fmla="*/ 628951 w 6968791"/>
                <a:gd name="connsiteY2" fmla="*/ 843500 h 2128737"/>
                <a:gd name="connsiteX3" fmla="*/ 1634791 w 6968791"/>
                <a:gd name="connsiteY3" fmla="*/ 569180 h 2128737"/>
                <a:gd name="connsiteX4" fmla="*/ 1985311 w 6968791"/>
                <a:gd name="connsiteY4" fmla="*/ 470120 h 2128737"/>
                <a:gd name="connsiteX5" fmla="*/ 2762551 w 6968791"/>
                <a:gd name="connsiteY5" fmla="*/ 218660 h 2128737"/>
                <a:gd name="connsiteX6" fmla="*/ 4141771 w 6968791"/>
                <a:gd name="connsiteY6" fmla="*/ 736820 h 2128737"/>
                <a:gd name="connsiteX7" fmla="*/ 5681011 w 6968791"/>
                <a:gd name="connsiteY7" fmla="*/ 729200 h 2128737"/>
                <a:gd name="connsiteX8" fmla="*/ 6968791 w 6968791"/>
                <a:gd name="connsiteY8" fmla="*/ 1102580 h 2128737"/>
                <a:gd name="connsiteX9" fmla="*/ 6953551 w 6968791"/>
                <a:gd name="connsiteY9" fmla="*/ 1907757 h 2128737"/>
                <a:gd name="connsiteX10" fmla="*/ 5292391 w 6968791"/>
                <a:gd name="connsiteY10" fmla="*/ 1559780 h 2128737"/>
                <a:gd name="connsiteX11" fmla="*/ 4751371 w 6968791"/>
                <a:gd name="connsiteY11" fmla="*/ 2108420 h 2128737"/>
                <a:gd name="connsiteX12" fmla="*/ 3669331 w 6968791"/>
                <a:gd name="connsiteY12" fmla="*/ 1483580 h 2128737"/>
                <a:gd name="connsiteX13" fmla="*/ 3334051 w 6968791"/>
                <a:gd name="connsiteY13" fmla="*/ 1529300 h 2128737"/>
                <a:gd name="connsiteX14" fmla="*/ 2046271 w 6968791"/>
                <a:gd name="connsiteY14" fmla="*/ 1712180 h 2128737"/>
                <a:gd name="connsiteX15" fmla="*/ 1276651 w 6968791"/>
                <a:gd name="connsiteY15" fmla="*/ 1651220 h 2128737"/>
                <a:gd name="connsiteX16" fmla="*/ 781351 w 6968791"/>
                <a:gd name="connsiteY16" fmla="*/ 1910300 h 2128737"/>
                <a:gd name="connsiteX17" fmla="*/ 560371 w 6968791"/>
                <a:gd name="connsiteY17" fmla="*/ 2128737 h 2128737"/>
                <a:gd name="connsiteX18" fmla="*/ 103171 w 6968791"/>
                <a:gd name="connsiteY18" fmla="*/ 1994120 h 2128737"/>
                <a:gd name="connsiteX0" fmla="*/ 103171 w 6968791"/>
                <a:gd name="connsiteY0" fmla="*/ 1942246 h 2076863"/>
                <a:gd name="connsiteX1" fmla="*/ 331771 w 6968791"/>
                <a:gd name="connsiteY1" fmla="*/ 1492666 h 2076863"/>
                <a:gd name="connsiteX2" fmla="*/ 628951 w 6968791"/>
                <a:gd name="connsiteY2" fmla="*/ 791626 h 2076863"/>
                <a:gd name="connsiteX3" fmla="*/ 1634791 w 6968791"/>
                <a:gd name="connsiteY3" fmla="*/ 517306 h 2076863"/>
                <a:gd name="connsiteX4" fmla="*/ 1985311 w 6968791"/>
                <a:gd name="connsiteY4" fmla="*/ 418246 h 2076863"/>
                <a:gd name="connsiteX5" fmla="*/ 2762551 w 6968791"/>
                <a:gd name="connsiteY5" fmla="*/ 166786 h 2076863"/>
                <a:gd name="connsiteX6" fmla="*/ 4141771 w 6968791"/>
                <a:gd name="connsiteY6" fmla="*/ 684946 h 2076863"/>
                <a:gd name="connsiteX7" fmla="*/ 5681011 w 6968791"/>
                <a:gd name="connsiteY7" fmla="*/ 677326 h 2076863"/>
                <a:gd name="connsiteX8" fmla="*/ 6968791 w 6968791"/>
                <a:gd name="connsiteY8" fmla="*/ 1050706 h 2076863"/>
                <a:gd name="connsiteX9" fmla="*/ 6953551 w 6968791"/>
                <a:gd name="connsiteY9" fmla="*/ 1855883 h 2076863"/>
                <a:gd name="connsiteX10" fmla="*/ 5292391 w 6968791"/>
                <a:gd name="connsiteY10" fmla="*/ 1507906 h 2076863"/>
                <a:gd name="connsiteX11" fmla="*/ 4751371 w 6968791"/>
                <a:gd name="connsiteY11" fmla="*/ 2056546 h 2076863"/>
                <a:gd name="connsiteX12" fmla="*/ 3669331 w 6968791"/>
                <a:gd name="connsiteY12" fmla="*/ 1431706 h 2076863"/>
                <a:gd name="connsiteX13" fmla="*/ 3334051 w 6968791"/>
                <a:gd name="connsiteY13" fmla="*/ 1477426 h 2076863"/>
                <a:gd name="connsiteX14" fmla="*/ 2046271 w 6968791"/>
                <a:gd name="connsiteY14" fmla="*/ 1660306 h 2076863"/>
                <a:gd name="connsiteX15" fmla="*/ 1276651 w 6968791"/>
                <a:gd name="connsiteY15" fmla="*/ 1599346 h 2076863"/>
                <a:gd name="connsiteX16" fmla="*/ 781351 w 6968791"/>
                <a:gd name="connsiteY16" fmla="*/ 1858426 h 2076863"/>
                <a:gd name="connsiteX17" fmla="*/ 560371 w 6968791"/>
                <a:gd name="connsiteY17" fmla="*/ 2076863 h 2076863"/>
                <a:gd name="connsiteX18" fmla="*/ 103171 w 6968791"/>
                <a:gd name="connsiteY18" fmla="*/ 1942246 h 2076863"/>
                <a:gd name="connsiteX0" fmla="*/ 103171 w 6968791"/>
                <a:gd name="connsiteY0" fmla="*/ 1942246 h 2076863"/>
                <a:gd name="connsiteX1" fmla="*/ 331771 w 6968791"/>
                <a:gd name="connsiteY1" fmla="*/ 1492666 h 2076863"/>
                <a:gd name="connsiteX2" fmla="*/ 628951 w 6968791"/>
                <a:gd name="connsiteY2" fmla="*/ 791626 h 2076863"/>
                <a:gd name="connsiteX3" fmla="*/ 1634791 w 6968791"/>
                <a:gd name="connsiteY3" fmla="*/ 517306 h 2076863"/>
                <a:gd name="connsiteX4" fmla="*/ 1985311 w 6968791"/>
                <a:gd name="connsiteY4" fmla="*/ 418246 h 2076863"/>
                <a:gd name="connsiteX5" fmla="*/ 2762551 w 6968791"/>
                <a:gd name="connsiteY5" fmla="*/ 166786 h 2076863"/>
                <a:gd name="connsiteX6" fmla="*/ 3753151 w 6968791"/>
                <a:gd name="connsiteY6" fmla="*/ 403007 h 2076863"/>
                <a:gd name="connsiteX7" fmla="*/ 4141771 w 6968791"/>
                <a:gd name="connsiteY7" fmla="*/ 684946 h 2076863"/>
                <a:gd name="connsiteX8" fmla="*/ 5681011 w 6968791"/>
                <a:gd name="connsiteY8" fmla="*/ 677326 h 2076863"/>
                <a:gd name="connsiteX9" fmla="*/ 6968791 w 6968791"/>
                <a:gd name="connsiteY9" fmla="*/ 1050706 h 2076863"/>
                <a:gd name="connsiteX10" fmla="*/ 6953551 w 6968791"/>
                <a:gd name="connsiteY10" fmla="*/ 1855883 h 2076863"/>
                <a:gd name="connsiteX11" fmla="*/ 5292391 w 6968791"/>
                <a:gd name="connsiteY11" fmla="*/ 1507906 h 2076863"/>
                <a:gd name="connsiteX12" fmla="*/ 4751371 w 6968791"/>
                <a:gd name="connsiteY12" fmla="*/ 2056546 h 2076863"/>
                <a:gd name="connsiteX13" fmla="*/ 3669331 w 6968791"/>
                <a:gd name="connsiteY13" fmla="*/ 1431706 h 2076863"/>
                <a:gd name="connsiteX14" fmla="*/ 3334051 w 6968791"/>
                <a:gd name="connsiteY14" fmla="*/ 1477426 h 2076863"/>
                <a:gd name="connsiteX15" fmla="*/ 2046271 w 6968791"/>
                <a:gd name="connsiteY15" fmla="*/ 1660306 h 2076863"/>
                <a:gd name="connsiteX16" fmla="*/ 1276651 w 6968791"/>
                <a:gd name="connsiteY16" fmla="*/ 1599346 h 2076863"/>
                <a:gd name="connsiteX17" fmla="*/ 781351 w 6968791"/>
                <a:gd name="connsiteY17" fmla="*/ 1858426 h 2076863"/>
                <a:gd name="connsiteX18" fmla="*/ 560371 w 6968791"/>
                <a:gd name="connsiteY18" fmla="*/ 2076863 h 2076863"/>
                <a:gd name="connsiteX19" fmla="*/ 103171 w 6968791"/>
                <a:gd name="connsiteY19" fmla="*/ 1942246 h 2076863"/>
                <a:gd name="connsiteX0" fmla="*/ 103171 w 6968791"/>
                <a:gd name="connsiteY0" fmla="*/ 2063363 h 2197980"/>
                <a:gd name="connsiteX1" fmla="*/ 331771 w 6968791"/>
                <a:gd name="connsiteY1" fmla="*/ 1613783 h 2197980"/>
                <a:gd name="connsiteX2" fmla="*/ 628951 w 6968791"/>
                <a:gd name="connsiteY2" fmla="*/ 912743 h 2197980"/>
                <a:gd name="connsiteX3" fmla="*/ 1634791 w 6968791"/>
                <a:gd name="connsiteY3" fmla="*/ 638423 h 2197980"/>
                <a:gd name="connsiteX4" fmla="*/ 1985311 w 6968791"/>
                <a:gd name="connsiteY4" fmla="*/ 539363 h 2197980"/>
                <a:gd name="connsiteX5" fmla="*/ 2762551 w 6968791"/>
                <a:gd name="connsiteY5" fmla="*/ 287903 h 2197980"/>
                <a:gd name="connsiteX6" fmla="*/ 3753151 w 6968791"/>
                <a:gd name="connsiteY6" fmla="*/ 524124 h 2197980"/>
                <a:gd name="connsiteX7" fmla="*/ 4141771 w 6968791"/>
                <a:gd name="connsiteY7" fmla="*/ 806063 h 2197980"/>
                <a:gd name="connsiteX8" fmla="*/ 5681011 w 6968791"/>
                <a:gd name="connsiteY8" fmla="*/ 798443 h 2197980"/>
                <a:gd name="connsiteX9" fmla="*/ 6968791 w 6968791"/>
                <a:gd name="connsiteY9" fmla="*/ 1171823 h 2197980"/>
                <a:gd name="connsiteX10" fmla="*/ 6953551 w 6968791"/>
                <a:gd name="connsiteY10" fmla="*/ 1977000 h 2197980"/>
                <a:gd name="connsiteX11" fmla="*/ 5292391 w 6968791"/>
                <a:gd name="connsiteY11" fmla="*/ 1629023 h 2197980"/>
                <a:gd name="connsiteX12" fmla="*/ 4751371 w 6968791"/>
                <a:gd name="connsiteY12" fmla="*/ 2177663 h 2197980"/>
                <a:gd name="connsiteX13" fmla="*/ 3669331 w 6968791"/>
                <a:gd name="connsiteY13" fmla="*/ 1552823 h 2197980"/>
                <a:gd name="connsiteX14" fmla="*/ 3334051 w 6968791"/>
                <a:gd name="connsiteY14" fmla="*/ 1598543 h 2197980"/>
                <a:gd name="connsiteX15" fmla="*/ 2046271 w 6968791"/>
                <a:gd name="connsiteY15" fmla="*/ 1781423 h 2197980"/>
                <a:gd name="connsiteX16" fmla="*/ 1276651 w 6968791"/>
                <a:gd name="connsiteY16" fmla="*/ 1720463 h 2197980"/>
                <a:gd name="connsiteX17" fmla="*/ 781351 w 6968791"/>
                <a:gd name="connsiteY17" fmla="*/ 1979543 h 2197980"/>
                <a:gd name="connsiteX18" fmla="*/ 560371 w 6968791"/>
                <a:gd name="connsiteY18" fmla="*/ 2197980 h 2197980"/>
                <a:gd name="connsiteX19" fmla="*/ 103171 w 6968791"/>
                <a:gd name="connsiteY19" fmla="*/ 2063363 h 2197980"/>
                <a:gd name="connsiteX0" fmla="*/ 103171 w 6968791"/>
                <a:gd name="connsiteY0" fmla="*/ 2238004 h 2372621"/>
                <a:gd name="connsiteX1" fmla="*/ 331771 w 6968791"/>
                <a:gd name="connsiteY1" fmla="*/ 1788424 h 2372621"/>
                <a:gd name="connsiteX2" fmla="*/ 628951 w 6968791"/>
                <a:gd name="connsiteY2" fmla="*/ 1087384 h 2372621"/>
                <a:gd name="connsiteX3" fmla="*/ 1634791 w 6968791"/>
                <a:gd name="connsiteY3" fmla="*/ 813064 h 2372621"/>
                <a:gd name="connsiteX4" fmla="*/ 1985311 w 6968791"/>
                <a:gd name="connsiteY4" fmla="*/ 714004 h 2372621"/>
                <a:gd name="connsiteX5" fmla="*/ 2762551 w 6968791"/>
                <a:gd name="connsiteY5" fmla="*/ 462544 h 2372621"/>
                <a:gd name="connsiteX6" fmla="*/ 3753151 w 6968791"/>
                <a:gd name="connsiteY6" fmla="*/ 698765 h 2372621"/>
                <a:gd name="connsiteX7" fmla="*/ 4141771 w 6968791"/>
                <a:gd name="connsiteY7" fmla="*/ 980704 h 2372621"/>
                <a:gd name="connsiteX8" fmla="*/ 5681011 w 6968791"/>
                <a:gd name="connsiteY8" fmla="*/ 973084 h 2372621"/>
                <a:gd name="connsiteX9" fmla="*/ 6968791 w 6968791"/>
                <a:gd name="connsiteY9" fmla="*/ 1346464 h 2372621"/>
                <a:gd name="connsiteX10" fmla="*/ 6953551 w 6968791"/>
                <a:gd name="connsiteY10" fmla="*/ 2151641 h 2372621"/>
                <a:gd name="connsiteX11" fmla="*/ 5292391 w 6968791"/>
                <a:gd name="connsiteY11" fmla="*/ 1803664 h 2372621"/>
                <a:gd name="connsiteX12" fmla="*/ 4751371 w 6968791"/>
                <a:gd name="connsiteY12" fmla="*/ 2352304 h 2372621"/>
                <a:gd name="connsiteX13" fmla="*/ 3669331 w 6968791"/>
                <a:gd name="connsiteY13" fmla="*/ 1727464 h 2372621"/>
                <a:gd name="connsiteX14" fmla="*/ 3334051 w 6968791"/>
                <a:gd name="connsiteY14" fmla="*/ 1773184 h 2372621"/>
                <a:gd name="connsiteX15" fmla="*/ 2046271 w 6968791"/>
                <a:gd name="connsiteY15" fmla="*/ 1956064 h 2372621"/>
                <a:gd name="connsiteX16" fmla="*/ 1276651 w 6968791"/>
                <a:gd name="connsiteY16" fmla="*/ 1895104 h 2372621"/>
                <a:gd name="connsiteX17" fmla="*/ 781351 w 6968791"/>
                <a:gd name="connsiteY17" fmla="*/ 2154184 h 2372621"/>
                <a:gd name="connsiteX18" fmla="*/ 560371 w 6968791"/>
                <a:gd name="connsiteY18" fmla="*/ 2372621 h 2372621"/>
                <a:gd name="connsiteX19" fmla="*/ 103171 w 6968791"/>
                <a:gd name="connsiteY19" fmla="*/ 2238004 h 2372621"/>
                <a:gd name="connsiteX0" fmla="*/ 103171 w 6968791"/>
                <a:gd name="connsiteY0" fmla="*/ 2238004 h 2372621"/>
                <a:gd name="connsiteX1" fmla="*/ 331771 w 6968791"/>
                <a:gd name="connsiteY1" fmla="*/ 1788424 h 2372621"/>
                <a:gd name="connsiteX2" fmla="*/ 628951 w 6968791"/>
                <a:gd name="connsiteY2" fmla="*/ 1087384 h 2372621"/>
                <a:gd name="connsiteX3" fmla="*/ 1634791 w 6968791"/>
                <a:gd name="connsiteY3" fmla="*/ 813064 h 2372621"/>
                <a:gd name="connsiteX4" fmla="*/ 1985311 w 6968791"/>
                <a:gd name="connsiteY4" fmla="*/ 714004 h 2372621"/>
                <a:gd name="connsiteX5" fmla="*/ 2762551 w 6968791"/>
                <a:gd name="connsiteY5" fmla="*/ 462544 h 2372621"/>
                <a:gd name="connsiteX6" fmla="*/ 3753151 w 6968791"/>
                <a:gd name="connsiteY6" fmla="*/ 698765 h 2372621"/>
                <a:gd name="connsiteX7" fmla="*/ 4141771 w 6968791"/>
                <a:gd name="connsiteY7" fmla="*/ 980704 h 2372621"/>
                <a:gd name="connsiteX8" fmla="*/ 5681011 w 6968791"/>
                <a:gd name="connsiteY8" fmla="*/ 973084 h 2372621"/>
                <a:gd name="connsiteX9" fmla="*/ 6968791 w 6968791"/>
                <a:gd name="connsiteY9" fmla="*/ 1346464 h 2372621"/>
                <a:gd name="connsiteX10" fmla="*/ 6953551 w 6968791"/>
                <a:gd name="connsiteY10" fmla="*/ 2151641 h 2372621"/>
                <a:gd name="connsiteX11" fmla="*/ 5292391 w 6968791"/>
                <a:gd name="connsiteY11" fmla="*/ 1803664 h 2372621"/>
                <a:gd name="connsiteX12" fmla="*/ 4751371 w 6968791"/>
                <a:gd name="connsiteY12" fmla="*/ 2352304 h 2372621"/>
                <a:gd name="connsiteX13" fmla="*/ 3669331 w 6968791"/>
                <a:gd name="connsiteY13" fmla="*/ 1727464 h 2372621"/>
                <a:gd name="connsiteX14" fmla="*/ 3334051 w 6968791"/>
                <a:gd name="connsiteY14" fmla="*/ 1773184 h 2372621"/>
                <a:gd name="connsiteX15" fmla="*/ 2046271 w 6968791"/>
                <a:gd name="connsiteY15" fmla="*/ 1956064 h 2372621"/>
                <a:gd name="connsiteX16" fmla="*/ 1276651 w 6968791"/>
                <a:gd name="connsiteY16" fmla="*/ 1895104 h 2372621"/>
                <a:gd name="connsiteX17" fmla="*/ 781351 w 6968791"/>
                <a:gd name="connsiteY17" fmla="*/ 2154184 h 2372621"/>
                <a:gd name="connsiteX18" fmla="*/ 560371 w 6968791"/>
                <a:gd name="connsiteY18" fmla="*/ 2372621 h 2372621"/>
                <a:gd name="connsiteX19" fmla="*/ 103171 w 6968791"/>
                <a:gd name="connsiteY19" fmla="*/ 2238004 h 2372621"/>
                <a:gd name="connsiteX0" fmla="*/ 103171 w 6968791"/>
                <a:gd name="connsiteY0" fmla="*/ 2238004 h 2372621"/>
                <a:gd name="connsiteX1" fmla="*/ 331771 w 6968791"/>
                <a:gd name="connsiteY1" fmla="*/ 1788424 h 2372621"/>
                <a:gd name="connsiteX2" fmla="*/ 628951 w 6968791"/>
                <a:gd name="connsiteY2" fmla="*/ 1087384 h 2372621"/>
                <a:gd name="connsiteX3" fmla="*/ 1634791 w 6968791"/>
                <a:gd name="connsiteY3" fmla="*/ 813064 h 2372621"/>
                <a:gd name="connsiteX4" fmla="*/ 1985311 w 6968791"/>
                <a:gd name="connsiteY4" fmla="*/ 714004 h 2372621"/>
                <a:gd name="connsiteX5" fmla="*/ 2762551 w 6968791"/>
                <a:gd name="connsiteY5" fmla="*/ 462544 h 2372621"/>
                <a:gd name="connsiteX6" fmla="*/ 3753151 w 6968791"/>
                <a:gd name="connsiteY6" fmla="*/ 698765 h 2372621"/>
                <a:gd name="connsiteX7" fmla="*/ 4141771 w 6968791"/>
                <a:gd name="connsiteY7" fmla="*/ 980704 h 2372621"/>
                <a:gd name="connsiteX8" fmla="*/ 4576111 w 6968791"/>
                <a:gd name="connsiteY8" fmla="*/ 843546 h 2372621"/>
                <a:gd name="connsiteX9" fmla="*/ 5681011 w 6968791"/>
                <a:gd name="connsiteY9" fmla="*/ 973084 h 2372621"/>
                <a:gd name="connsiteX10" fmla="*/ 6968791 w 6968791"/>
                <a:gd name="connsiteY10" fmla="*/ 1346464 h 2372621"/>
                <a:gd name="connsiteX11" fmla="*/ 6953551 w 6968791"/>
                <a:gd name="connsiteY11" fmla="*/ 2151641 h 2372621"/>
                <a:gd name="connsiteX12" fmla="*/ 5292391 w 6968791"/>
                <a:gd name="connsiteY12" fmla="*/ 1803664 h 2372621"/>
                <a:gd name="connsiteX13" fmla="*/ 4751371 w 6968791"/>
                <a:gd name="connsiteY13" fmla="*/ 2352304 h 2372621"/>
                <a:gd name="connsiteX14" fmla="*/ 3669331 w 6968791"/>
                <a:gd name="connsiteY14" fmla="*/ 1727464 h 2372621"/>
                <a:gd name="connsiteX15" fmla="*/ 3334051 w 6968791"/>
                <a:gd name="connsiteY15" fmla="*/ 1773184 h 2372621"/>
                <a:gd name="connsiteX16" fmla="*/ 2046271 w 6968791"/>
                <a:gd name="connsiteY16" fmla="*/ 1956064 h 2372621"/>
                <a:gd name="connsiteX17" fmla="*/ 1276651 w 6968791"/>
                <a:gd name="connsiteY17" fmla="*/ 1895104 h 2372621"/>
                <a:gd name="connsiteX18" fmla="*/ 781351 w 6968791"/>
                <a:gd name="connsiteY18" fmla="*/ 2154184 h 2372621"/>
                <a:gd name="connsiteX19" fmla="*/ 560371 w 6968791"/>
                <a:gd name="connsiteY19" fmla="*/ 2372621 h 2372621"/>
                <a:gd name="connsiteX20" fmla="*/ 103171 w 6968791"/>
                <a:gd name="connsiteY20" fmla="*/ 2238004 h 2372621"/>
                <a:gd name="connsiteX0" fmla="*/ 103171 w 6968791"/>
                <a:gd name="connsiteY0" fmla="*/ 2238004 h 2372621"/>
                <a:gd name="connsiteX1" fmla="*/ 331771 w 6968791"/>
                <a:gd name="connsiteY1" fmla="*/ 1788424 h 2372621"/>
                <a:gd name="connsiteX2" fmla="*/ 628951 w 6968791"/>
                <a:gd name="connsiteY2" fmla="*/ 1087384 h 2372621"/>
                <a:gd name="connsiteX3" fmla="*/ 1634791 w 6968791"/>
                <a:gd name="connsiteY3" fmla="*/ 813064 h 2372621"/>
                <a:gd name="connsiteX4" fmla="*/ 1985311 w 6968791"/>
                <a:gd name="connsiteY4" fmla="*/ 714004 h 2372621"/>
                <a:gd name="connsiteX5" fmla="*/ 2762551 w 6968791"/>
                <a:gd name="connsiteY5" fmla="*/ 462544 h 2372621"/>
                <a:gd name="connsiteX6" fmla="*/ 3753151 w 6968791"/>
                <a:gd name="connsiteY6" fmla="*/ 698765 h 2372621"/>
                <a:gd name="connsiteX7" fmla="*/ 4141771 w 6968791"/>
                <a:gd name="connsiteY7" fmla="*/ 980704 h 2372621"/>
                <a:gd name="connsiteX8" fmla="*/ 4576111 w 6968791"/>
                <a:gd name="connsiteY8" fmla="*/ 843546 h 2372621"/>
                <a:gd name="connsiteX9" fmla="*/ 5681011 w 6968791"/>
                <a:gd name="connsiteY9" fmla="*/ 973084 h 2372621"/>
                <a:gd name="connsiteX10" fmla="*/ 6968791 w 6968791"/>
                <a:gd name="connsiteY10" fmla="*/ 1346464 h 2372621"/>
                <a:gd name="connsiteX11" fmla="*/ 6953551 w 6968791"/>
                <a:gd name="connsiteY11" fmla="*/ 2151641 h 2372621"/>
                <a:gd name="connsiteX12" fmla="*/ 5292391 w 6968791"/>
                <a:gd name="connsiteY12" fmla="*/ 1803664 h 2372621"/>
                <a:gd name="connsiteX13" fmla="*/ 4751371 w 6968791"/>
                <a:gd name="connsiteY13" fmla="*/ 2352304 h 2372621"/>
                <a:gd name="connsiteX14" fmla="*/ 3669331 w 6968791"/>
                <a:gd name="connsiteY14" fmla="*/ 1727464 h 2372621"/>
                <a:gd name="connsiteX15" fmla="*/ 3334051 w 6968791"/>
                <a:gd name="connsiteY15" fmla="*/ 1773184 h 2372621"/>
                <a:gd name="connsiteX16" fmla="*/ 2046271 w 6968791"/>
                <a:gd name="connsiteY16" fmla="*/ 1956064 h 2372621"/>
                <a:gd name="connsiteX17" fmla="*/ 1276651 w 6968791"/>
                <a:gd name="connsiteY17" fmla="*/ 1895104 h 2372621"/>
                <a:gd name="connsiteX18" fmla="*/ 781351 w 6968791"/>
                <a:gd name="connsiteY18" fmla="*/ 2154184 h 2372621"/>
                <a:gd name="connsiteX19" fmla="*/ 560371 w 6968791"/>
                <a:gd name="connsiteY19" fmla="*/ 2372621 h 2372621"/>
                <a:gd name="connsiteX20" fmla="*/ 103171 w 6968791"/>
                <a:gd name="connsiteY20" fmla="*/ 2238004 h 2372621"/>
                <a:gd name="connsiteX0" fmla="*/ 103171 w 6968791"/>
                <a:gd name="connsiteY0" fmla="*/ 2238004 h 2372621"/>
                <a:gd name="connsiteX1" fmla="*/ 331771 w 6968791"/>
                <a:gd name="connsiteY1" fmla="*/ 1788424 h 2372621"/>
                <a:gd name="connsiteX2" fmla="*/ 628951 w 6968791"/>
                <a:gd name="connsiteY2" fmla="*/ 1087384 h 2372621"/>
                <a:gd name="connsiteX3" fmla="*/ 1634791 w 6968791"/>
                <a:gd name="connsiteY3" fmla="*/ 813064 h 2372621"/>
                <a:gd name="connsiteX4" fmla="*/ 1985311 w 6968791"/>
                <a:gd name="connsiteY4" fmla="*/ 714004 h 2372621"/>
                <a:gd name="connsiteX5" fmla="*/ 2762551 w 6968791"/>
                <a:gd name="connsiteY5" fmla="*/ 462544 h 2372621"/>
                <a:gd name="connsiteX6" fmla="*/ 3753151 w 6968791"/>
                <a:gd name="connsiteY6" fmla="*/ 698765 h 2372621"/>
                <a:gd name="connsiteX7" fmla="*/ 4141771 w 6968791"/>
                <a:gd name="connsiteY7" fmla="*/ 980704 h 2372621"/>
                <a:gd name="connsiteX8" fmla="*/ 4576111 w 6968791"/>
                <a:gd name="connsiteY8" fmla="*/ 843546 h 2372621"/>
                <a:gd name="connsiteX9" fmla="*/ 5681011 w 6968791"/>
                <a:gd name="connsiteY9" fmla="*/ 973084 h 2372621"/>
                <a:gd name="connsiteX10" fmla="*/ 6968791 w 6968791"/>
                <a:gd name="connsiteY10" fmla="*/ 1346464 h 2372621"/>
                <a:gd name="connsiteX11" fmla="*/ 6953551 w 6968791"/>
                <a:gd name="connsiteY11" fmla="*/ 2151641 h 2372621"/>
                <a:gd name="connsiteX12" fmla="*/ 5292391 w 6968791"/>
                <a:gd name="connsiteY12" fmla="*/ 1803664 h 2372621"/>
                <a:gd name="connsiteX13" fmla="*/ 4751371 w 6968791"/>
                <a:gd name="connsiteY13" fmla="*/ 2352304 h 2372621"/>
                <a:gd name="connsiteX14" fmla="*/ 3669331 w 6968791"/>
                <a:gd name="connsiteY14" fmla="*/ 1727464 h 2372621"/>
                <a:gd name="connsiteX15" fmla="*/ 3334051 w 6968791"/>
                <a:gd name="connsiteY15" fmla="*/ 1773184 h 2372621"/>
                <a:gd name="connsiteX16" fmla="*/ 2046271 w 6968791"/>
                <a:gd name="connsiteY16" fmla="*/ 1956064 h 2372621"/>
                <a:gd name="connsiteX17" fmla="*/ 1276651 w 6968791"/>
                <a:gd name="connsiteY17" fmla="*/ 1895104 h 2372621"/>
                <a:gd name="connsiteX18" fmla="*/ 781351 w 6968791"/>
                <a:gd name="connsiteY18" fmla="*/ 2154184 h 2372621"/>
                <a:gd name="connsiteX19" fmla="*/ 560371 w 6968791"/>
                <a:gd name="connsiteY19" fmla="*/ 2372621 h 2372621"/>
                <a:gd name="connsiteX20" fmla="*/ 103171 w 6968791"/>
                <a:gd name="connsiteY20" fmla="*/ 2238004 h 2372621"/>
                <a:gd name="connsiteX0" fmla="*/ 103171 w 6968791"/>
                <a:gd name="connsiteY0" fmla="*/ 2238004 h 2372621"/>
                <a:gd name="connsiteX1" fmla="*/ 331771 w 6968791"/>
                <a:gd name="connsiteY1" fmla="*/ 1788424 h 2372621"/>
                <a:gd name="connsiteX2" fmla="*/ 628951 w 6968791"/>
                <a:gd name="connsiteY2" fmla="*/ 1087384 h 2372621"/>
                <a:gd name="connsiteX3" fmla="*/ 1634791 w 6968791"/>
                <a:gd name="connsiteY3" fmla="*/ 813064 h 2372621"/>
                <a:gd name="connsiteX4" fmla="*/ 1985311 w 6968791"/>
                <a:gd name="connsiteY4" fmla="*/ 714004 h 2372621"/>
                <a:gd name="connsiteX5" fmla="*/ 2762551 w 6968791"/>
                <a:gd name="connsiteY5" fmla="*/ 462544 h 2372621"/>
                <a:gd name="connsiteX6" fmla="*/ 3753151 w 6968791"/>
                <a:gd name="connsiteY6" fmla="*/ 698765 h 2372621"/>
                <a:gd name="connsiteX7" fmla="*/ 4141771 w 6968791"/>
                <a:gd name="connsiteY7" fmla="*/ 980704 h 2372621"/>
                <a:gd name="connsiteX8" fmla="*/ 4576111 w 6968791"/>
                <a:gd name="connsiteY8" fmla="*/ 843546 h 2372621"/>
                <a:gd name="connsiteX9" fmla="*/ 5681011 w 6968791"/>
                <a:gd name="connsiteY9" fmla="*/ 973084 h 2372621"/>
                <a:gd name="connsiteX10" fmla="*/ 6968791 w 6968791"/>
                <a:gd name="connsiteY10" fmla="*/ 1346464 h 2372621"/>
                <a:gd name="connsiteX11" fmla="*/ 6953551 w 6968791"/>
                <a:gd name="connsiteY11" fmla="*/ 2151641 h 2372621"/>
                <a:gd name="connsiteX12" fmla="*/ 5292391 w 6968791"/>
                <a:gd name="connsiteY12" fmla="*/ 1803664 h 2372621"/>
                <a:gd name="connsiteX13" fmla="*/ 4751371 w 6968791"/>
                <a:gd name="connsiteY13" fmla="*/ 2352304 h 2372621"/>
                <a:gd name="connsiteX14" fmla="*/ 3669331 w 6968791"/>
                <a:gd name="connsiteY14" fmla="*/ 1727464 h 2372621"/>
                <a:gd name="connsiteX15" fmla="*/ 3334051 w 6968791"/>
                <a:gd name="connsiteY15" fmla="*/ 1773184 h 2372621"/>
                <a:gd name="connsiteX16" fmla="*/ 2046271 w 6968791"/>
                <a:gd name="connsiteY16" fmla="*/ 1956064 h 2372621"/>
                <a:gd name="connsiteX17" fmla="*/ 1276651 w 6968791"/>
                <a:gd name="connsiteY17" fmla="*/ 1895104 h 2372621"/>
                <a:gd name="connsiteX18" fmla="*/ 781351 w 6968791"/>
                <a:gd name="connsiteY18" fmla="*/ 2154184 h 2372621"/>
                <a:gd name="connsiteX19" fmla="*/ 560371 w 6968791"/>
                <a:gd name="connsiteY19" fmla="*/ 2372621 h 2372621"/>
                <a:gd name="connsiteX20" fmla="*/ 103171 w 6968791"/>
                <a:gd name="connsiteY20" fmla="*/ 2238004 h 2372621"/>
                <a:gd name="connsiteX0" fmla="*/ 103171 w 6968791"/>
                <a:gd name="connsiteY0" fmla="*/ 2238004 h 2372621"/>
                <a:gd name="connsiteX1" fmla="*/ 331771 w 6968791"/>
                <a:gd name="connsiteY1" fmla="*/ 1788424 h 2372621"/>
                <a:gd name="connsiteX2" fmla="*/ 628951 w 6968791"/>
                <a:gd name="connsiteY2" fmla="*/ 1087384 h 2372621"/>
                <a:gd name="connsiteX3" fmla="*/ 1634791 w 6968791"/>
                <a:gd name="connsiteY3" fmla="*/ 813064 h 2372621"/>
                <a:gd name="connsiteX4" fmla="*/ 1985311 w 6968791"/>
                <a:gd name="connsiteY4" fmla="*/ 714004 h 2372621"/>
                <a:gd name="connsiteX5" fmla="*/ 2762551 w 6968791"/>
                <a:gd name="connsiteY5" fmla="*/ 462544 h 2372621"/>
                <a:gd name="connsiteX6" fmla="*/ 3753151 w 6968791"/>
                <a:gd name="connsiteY6" fmla="*/ 698765 h 2372621"/>
                <a:gd name="connsiteX7" fmla="*/ 4141771 w 6968791"/>
                <a:gd name="connsiteY7" fmla="*/ 980704 h 2372621"/>
                <a:gd name="connsiteX8" fmla="*/ 4576111 w 6968791"/>
                <a:gd name="connsiteY8" fmla="*/ 843546 h 2372621"/>
                <a:gd name="connsiteX9" fmla="*/ 5665771 w 6968791"/>
                <a:gd name="connsiteY9" fmla="*/ 973084 h 2372621"/>
                <a:gd name="connsiteX10" fmla="*/ 6968791 w 6968791"/>
                <a:gd name="connsiteY10" fmla="*/ 1346464 h 2372621"/>
                <a:gd name="connsiteX11" fmla="*/ 6953551 w 6968791"/>
                <a:gd name="connsiteY11" fmla="*/ 2151641 h 2372621"/>
                <a:gd name="connsiteX12" fmla="*/ 5292391 w 6968791"/>
                <a:gd name="connsiteY12" fmla="*/ 1803664 h 2372621"/>
                <a:gd name="connsiteX13" fmla="*/ 4751371 w 6968791"/>
                <a:gd name="connsiteY13" fmla="*/ 2352304 h 2372621"/>
                <a:gd name="connsiteX14" fmla="*/ 3669331 w 6968791"/>
                <a:gd name="connsiteY14" fmla="*/ 1727464 h 2372621"/>
                <a:gd name="connsiteX15" fmla="*/ 3334051 w 6968791"/>
                <a:gd name="connsiteY15" fmla="*/ 1773184 h 2372621"/>
                <a:gd name="connsiteX16" fmla="*/ 2046271 w 6968791"/>
                <a:gd name="connsiteY16" fmla="*/ 1956064 h 2372621"/>
                <a:gd name="connsiteX17" fmla="*/ 1276651 w 6968791"/>
                <a:gd name="connsiteY17" fmla="*/ 1895104 h 2372621"/>
                <a:gd name="connsiteX18" fmla="*/ 781351 w 6968791"/>
                <a:gd name="connsiteY18" fmla="*/ 2154184 h 2372621"/>
                <a:gd name="connsiteX19" fmla="*/ 560371 w 6968791"/>
                <a:gd name="connsiteY19" fmla="*/ 2372621 h 2372621"/>
                <a:gd name="connsiteX20" fmla="*/ 103171 w 6968791"/>
                <a:gd name="connsiteY20" fmla="*/ 2238004 h 2372621"/>
                <a:gd name="connsiteX0" fmla="*/ 103171 w 6968791"/>
                <a:gd name="connsiteY0" fmla="*/ 2238004 h 2372621"/>
                <a:gd name="connsiteX1" fmla="*/ 331771 w 6968791"/>
                <a:gd name="connsiteY1" fmla="*/ 1788424 h 2372621"/>
                <a:gd name="connsiteX2" fmla="*/ 628951 w 6968791"/>
                <a:gd name="connsiteY2" fmla="*/ 1087384 h 2372621"/>
                <a:gd name="connsiteX3" fmla="*/ 1634791 w 6968791"/>
                <a:gd name="connsiteY3" fmla="*/ 813064 h 2372621"/>
                <a:gd name="connsiteX4" fmla="*/ 1985311 w 6968791"/>
                <a:gd name="connsiteY4" fmla="*/ 714004 h 2372621"/>
                <a:gd name="connsiteX5" fmla="*/ 2762551 w 6968791"/>
                <a:gd name="connsiteY5" fmla="*/ 462544 h 2372621"/>
                <a:gd name="connsiteX6" fmla="*/ 3753151 w 6968791"/>
                <a:gd name="connsiteY6" fmla="*/ 698765 h 2372621"/>
                <a:gd name="connsiteX7" fmla="*/ 4141771 w 6968791"/>
                <a:gd name="connsiteY7" fmla="*/ 980704 h 2372621"/>
                <a:gd name="connsiteX8" fmla="*/ 4576111 w 6968791"/>
                <a:gd name="connsiteY8" fmla="*/ 843546 h 2372621"/>
                <a:gd name="connsiteX9" fmla="*/ 5665771 w 6968791"/>
                <a:gd name="connsiteY9" fmla="*/ 973084 h 2372621"/>
                <a:gd name="connsiteX10" fmla="*/ 6968791 w 6968791"/>
                <a:gd name="connsiteY10" fmla="*/ 1346464 h 2372621"/>
                <a:gd name="connsiteX11" fmla="*/ 6953551 w 6968791"/>
                <a:gd name="connsiteY11" fmla="*/ 2151641 h 2372621"/>
                <a:gd name="connsiteX12" fmla="*/ 5292391 w 6968791"/>
                <a:gd name="connsiteY12" fmla="*/ 1803664 h 2372621"/>
                <a:gd name="connsiteX13" fmla="*/ 4751371 w 6968791"/>
                <a:gd name="connsiteY13" fmla="*/ 2352304 h 2372621"/>
                <a:gd name="connsiteX14" fmla="*/ 3669331 w 6968791"/>
                <a:gd name="connsiteY14" fmla="*/ 1727464 h 2372621"/>
                <a:gd name="connsiteX15" fmla="*/ 3334051 w 6968791"/>
                <a:gd name="connsiteY15" fmla="*/ 1773184 h 2372621"/>
                <a:gd name="connsiteX16" fmla="*/ 2046271 w 6968791"/>
                <a:gd name="connsiteY16" fmla="*/ 1956064 h 2372621"/>
                <a:gd name="connsiteX17" fmla="*/ 1276651 w 6968791"/>
                <a:gd name="connsiteY17" fmla="*/ 1895104 h 2372621"/>
                <a:gd name="connsiteX18" fmla="*/ 781351 w 6968791"/>
                <a:gd name="connsiteY18" fmla="*/ 2154184 h 2372621"/>
                <a:gd name="connsiteX19" fmla="*/ 560371 w 6968791"/>
                <a:gd name="connsiteY19" fmla="*/ 2372621 h 2372621"/>
                <a:gd name="connsiteX20" fmla="*/ 103171 w 6968791"/>
                <a:gd name="connsiteY20" fmla="*/ 2238004 h 2372621"/>
                <a:gd name="connsiteX0" fmla="*/ 103171 w 6993593"/>
                <a:gd name="connsiteY0" fmla="*/ 2238004 h 2372621"/>
                <a:gd name="connsiteX1" fmla="*/ 331771 w 6993593"/>
                <a:gd name="connsiteY1" fmla="*/ 1788424 h 2372621"/>
                <a:gd name="connsiteX2" fmla="*/ 628951 w 6993593"/>
                <a:gd name="connsiteY2" fmla="*/ 1087384 h 2372621"/>
                <a:gd name="connsiteX3" fmla="*/ 1634791 w 6993593"/>
                <a:gd name="connsiteY3" fmla="*/ 813064 h 2372621"/>
                <a:gd name="connsiteX4" fmla="*/ 1985311 w 6993593"/>
                <a:gd name="connsiteY4" fmla="*/ 714004 h 2372621"/>
                <a:gd name="connsiteX5" fmla="*/ 2762551 w 6993593"/>
                <a:gd name="connsiteY5" fmla="*/ 462544 h 2372621"/>
                <a:gd name="connsiteX6" fmla="*/ 3753151 w 6993593"/>
                <a:gd name="connsiteY6" fmla="*/ 698765 h 2372621"/>
                <a:gd name="connsiteX7" fmla="*/ 4141771 w 6993593"/>
                <a:gd name="connsiteY7" fmla="*/ 980704 h 2372621"/>
                <a:gd name="connsiteX8" fmla="*/ 4576111 w 6993593"/>
                <a:gd name="connsiteY8" fmla="*/ 843546 h 2372621"/>
                <a:gd name="connsiteX9" fmla="*/ 5665771 w 6993593"/>
                <a:gd name="connsiteY9" fmla="*/ 973084 h 2372621"/>
                <a:gd name="connsiteX10" fmla="*/ 6968791 w 6993593"/>
                <a:gd name="connsiteY10" fmla="*/ 1346464 h 2372621"/>
                <a:gd name="connsiteX11" fmla="*/ 6953551 w 6993593"/>
                <a:gd name="connsiteY11" fmla="*/ 2151641 h 2372621"/>
                <a:gd name="connsiteX12" fmla="*/ 5292391 w 6993593"/>
                <a:gd name="connsiteY12" fmla="*/ 1803664 h 2372621"/>
                <a:gd name="connsiteX13" fmla="*/ 4751371 w 6993593"/>
                <a:gd name="connsiteY13" fmla="*/ 2352304 h 2372621"/>
                <a:gd name="connsiteX14" fmla="*/ 3669331 w 6993593"/>
                <a:gd name="connsiteY14" fmla="*/ 1727464 h 2372621"/>
                <a:gd name="connsiteX15" fmla="*/ 3334051 w 6993593"/>
                <a:gd name="connsiteY15" fmla="*/ 1773184 h 2372621"/>
                <a:gd name="connsiteX16" fmla="*/ 2046271 w 6993593"/>
                <a:gd name="connsiteY16" fmla="*/ 1956064 h 2372621"/>
                <a:gd name="connsiteX17" fmla="*/ 1276651 w 6993593"/>
                <a:gd name="connsiteY17" fmla="*/ 1895104 h 2372621"/>
                <a:gd name="connsiteX18" fmla="*/ 781351 w 6993593"/>
                <a:gd name="connsiteY18" fmla="*/ 2154184 h 2372621"/>
                <a:gd name="connsiteX19" fmla="*/ 560371 w 6993593"/>
                <a:gd name="connsiteY19" fmla="*/ 2372621 h 2372621"/>
                <a:gd name="connsiteX20" fmla="*/ 103171 w 6993593"/>
                <a:gd name="connsiteY20" fmla="*/ 2238004 h 2372621"/>
                <a:gd name="connsiteX0" fmla="*/ 103171 w 7295630"/>
                <a:gd name="connsiteY0" fmla="*/ 2238004 h 2372621"/>
                <a:gd name="connsiteX1" fmla="*/ 331771 w 7295630"/>
                <a:gd name="connsiteY1" fmla="*/ 1788424 h 2372621"/>
                <a:gd name="connsiteX2" fmla="*/ 628951 w 7295630"/>
                <a:gd name="connsiteY2" fmla="*/ 1087384 h 2372621"/>
                <a:gd name="connsiteX3" fmla="*/ 1634791 w 7295630"/>
                <a:gd name="connsiteY3" fmla="*/ 813064 h 2372621"/>
                <a:gd name="connsiteX4" fmla="*/ 1985311 w 7295630"/>
                <a:gd name="connsiteY4" fmla="*/ 714004 h 2372621"/>
                <a:gd name="connsiteX5" fmla="*/ 2762551 w 7295630"/>
                <a:gd name="connsiteY5" fmla="*/ 462544 h 2372621"/>
                <a:gd name="connsiteX6" fmla="*/ 3753151 w 7295630"/>
                <a:gd name="connsiteY6" fmla="*/ 698765 h 2372621"/>
                <a:gd name="connsiteX7" fmla="*/ 4141771 w 7295630"/>
                <a:gd name="connsiteY7" fmla="*/ 980704 h 2372621"/>
                <a:gd name="connsiteX8" fmla="*/ 4576111 w 7295630"/>
                <a:gd name="connsiteY8" fmla="*/ 843546 h 2372621"/>
                <a:gd name="connsiteX9" fmla="*/ 5665771 w 7295630"/>
                <a:gd name="connsiteY9" fmla="*/ 973084 h 2372621"/>
                <a:gd name="connsiteX10" fmla="*/ 6968791 w 7295630"/>
                <a:gd name="connsiteY10" fmla="*/ 1346464 h 2372621"/>
                <a:gd name="connsiteX11" fmla="*/ 6953551 w 7295630"/>
                <a:gd name="connsiteY11" fmla="*/ 2151641 h 2372621"/>
                <a:gd name="connsiteX12" fmla="*/ 5292391 w 7295630"/>
                <a:gd name="connsiteY12" fmla="*/ 1803664 h 2372621"/>
                <a:gd name="connsiteX13" fmla="*/ 4751371 w 7295630"/>
                <a:gd name="connsiteY13" fmla="*/ 2352304 h 2372621"/>
                <a:gd name="connsiteX14" fmla="*/ 3669331 w 7295630"/>
                <a:gd name="connsiteY14" fmla="*/ 1727464 h 2372621"/>
                <a:gd name="connsiteX15" fmla="*/ 3334051 w 7295630"/>
                <a:gd name="connsiteY15" fmla="*/ 1773184 h 2372621"/>
                <a:gd name="connsiteX16" fmla="*/ 2046271 w 7295630"/>
                <a:gd name="connsiteY16" fmla="*/ 1956064 h 2372621"/>
                <a:gd name="connsiteX17" fmla="*/ 1276651 w 7295630"/>
                <a:gd name="connsiteY17" fmla="*/ 1895104 h 2372621"/>
                <a:gd name="connsiteX18" fmla="*/ 781351 w 7295630"/>
                <a:gd name="connsiteY18" fmla="*/ 2154184 h 2372621"/>
                <a:gd name="connsiteX19" fmla="*/ 560371 w 7295630"/>
                <a:gd name="connsiteY19" fmla="*/ 2372621 h 2372621"/>
                <a:gd name="connsiteX20" fmla="*/ 103171 w 7295630"/>
                <a:gd name="connsiteY20" fmla="*/ 2238004 h 2372621"/>
                <a:gd name="connsiteX0" fmla="*/ 103171 w 7316582"/>
                <a:gd name="connsiteY0" fmla="*/ 2238004 h 2372621"/>
                <a:gd name="connsiteX1" fmla="*/ 331771 w 7316582"/>
                <a:gd name="connsiteY1" fmla="*/ 1788424 h 2372621"/>
                <a:gd name="connsiteX2" fmla="*/ 628951 w 7316582"/>
                <a:gd name="connsiteY2" fmla="*/ 1087384 h 2372621"/>
                <a:gd name="connsiteX3" fmla="*/ 1634791 w 7316582"/>
                <a:gd name="connsiteY3" fmla="*/ 813064 h 2372621"/>
                <a:gd name="connsiteX4" fmla="*/ 1985311 w 7316582"/>
                <a:gd name="connsiteY4" fmla="*/ 714004 h 2372621"/>
                <a:gd name="connsiteX5" fmla="*/ 2762551 w 7316582"/>
                <a:gd name="connsiteY5" fmla="*/ 462544 h 2372621"/>
                <a:gd name="connsiteX6" fmla="*/ 3753151 w 7316582"/>
                <a:gd name="connsiteY6" fmla="*/ 698765 h 2372621"/>
                <a:gd name="connsiteX7" fmla="*/ 4141771 w 7316582"/>
                <a:gd name="connsiteY7" fmla="*/ 980704 h 2372621"/>
                <a:gd name="connsiteX8" fmla="*/ 4576111 w 7316582"/>
                <a:gd name="connsiteY8" fmla="*/ 843546 h 2372621"/>
                <a:gd name="connsiteX9" fmla="*/ 5665771 w 7316582"/>
                <a:gd name="connsiteY9" fmla="*/ 973084 h 2372621"/>
                <a:gd name="connsiteX10" fmla="*/ 6968791 w 7316582"/>
                <a:gd name="connsiteY10" fmla="*/ 1346464 h 2372621"/>
                <a:gd name="connsiteX11" fmla="*/ 6953551 w 7316582"/>
                <a:gd name="connsiteY11" fmla="*/ 2151641 h 2372621"/>
                <a:gd name="connsiteX12" fmla="*/ 5292391 w 7316582"/>
                <a:gd name="connsiteY12" fmla="*/ 1803664 h 2372621"/>
                <a:gd name="connsiteX13" fmla="*/ 4751371 w 7316582"/>
                <a:gd name="connsiteY13" fmla="*/ 2352304 h 2372621"/>
                <a:gd name="connsiteX14" fmla="*/ 3669331 w 7316582"/>
                <a:gd name="connsiteY14" fmla="*/ 1727464 h 2372621"/>
                <a:gd name="connsiteX15" fmla="*/ 3334051 w 7316582"/>
                <a:gd name="connsiteY15" fmla="*/ 1773184 h 2372621"/>
                <a:gd name="connsiteX16" fmla="*/ 2046271 w 7316582"/>
                <a:gd name="connsiteY16" fmla="*/ 1956064 h 2372621"/>
                <a:gd name="connsiteX17" fmla="*/ 1276651 w 7316582"/>
                <a:gd name="connsiteY17" fmla="*/ 1895104 h 2372621"/>
                <a:gd name="connsiteX18" fmla="*/ 781351 w 7316582"/>
                <a:gd name="connsiteY18" fmla="*/ 2154184 h 2372621"/>
                <a:gd name="connsiteX19" fmla="*/ 560371 w 7316582"/>
                <a:gd name="connsiteY19" fmla="*/ 2372621 h 2372621"/>
                <a:gd name="connsiteX20" fmla="*/ 103171 w 7316582"/>
                <a:gd name="connsiteY20" fmla="*/ 2238004 h 2372621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9331 w 7316582"/>
                <a:gd name="connsiteY14" fmla="*/ 1727464 h 2378724"/>
                <a:gd name="connsiteX15" fmla="*/ 3334051 w 7316582"/>
                <a:gd name="connsiteY15" fmla="*/ 1773184 h 2378724"/>
                <a:gd name="connsiteX16" fmla="*/ 2046271 w 7316582"/>
                <a:gd name="connsiteY16" fmla="*/ 1956064 h 2378724"/>
                <a:gd name="connsiteX17" fmla="*/ 1276651 w 7316582"/>
                <a:gd name="connsiteY17" fmla="*/ 1895104 h 2378724"/>
                <a:gd name="connsiteX18" fmla="*/ 781351 w 7316582"/>
                <a:gd name="connsiteY18" fmla="*/ 2154184 h 2378724"/>
                <a:gd name="connsiteX19" fmla="*/ 560371 w 7316582"/>
                <a:gd name="connsiteY19" fmla="*/ 2372621 h 2378724"/>
                <a:gd name="connsiteX20" fmla="*/ 103171 w 7316582"/>
                <a:gd name="connsiteY20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9331 w 7316582"/>
                <a:gd name="connsiteY14" fmla="*/ 1727464 h 2378724"/>
                <a:gd name="connsiteX15" fmla="*/ 3334051 w 7316582"/>
                <a:gd name="connsiteY15" fmla="*/ 1773184 h 2378724"/>
                <a:gd name="connsiteX16" fmla="*/ 2046271 w 7316582"/>
                <a:gd name="connsiteY16" fmla="*/ 1956064 h 2378724"/>
                <a:gd name="connsiteX17" fmla="*/ 1276651 w 7316582"/>
                <a:gd name="connsiteY17" fmla="*/ 1895104 h 2378724"/>
                <a:gd name="connsiteX18" fmla="*/ 781351 w 7316582"/>
                <a:gd name="connsiteY18" fmla="*/ 2154184 h 2378724"/>
                <a:gd name="connsiteX19" fmla="*/ 560371 w 7316582"/>
                <a:gd name="connsiteY19" fmla="*/ 2372621 h 2378724"/>
                <a:gd name="connsiteX20" fmla="*/ 103171 w 7316582"/>
                <a:gd name="connsiteY20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9331 w 7316582"/>
                <a:gd name="connsiteY14" fmla="*/ 1727464 h 2378724"/>
                <a:gd name="connsiteX15" fmla="*/ 3334051 w 7316582"/>
                <a:gd name="connsiteY15" fmla="*/ 1773184 h 2378724"/>
                <a:gd name="connsiteX16" fmla="*/ 2046271 w 7316582"/>
                <a:gd name="connsiteY16" fmla="*/ 1956064 h 2378724"/>
                <a:gd name="connsiteX17" fmla="*/ 1276651 w 7316582"/>
                <a:gd name="connsiteY17" fmla="*/ 1895104 h 2378724"/>
                <a:gd name="connsiteX18" fmla="*/ 781351 w 7316582"/>
                <a:gd name="connsiteY18" fmla="*/ 2154184 h 2378724"/>
                <a:gd name="connsiteX19" fmla="*/ 560371 w 7316582"/>
                <a:gd name="connsiteY19" fmla="*/ 2372621 h 2378724"/>
                <a:gd name="connsiteX20" fmla="*/ 103171 w 7316582"/>
                <a:gd name="connsiteY20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9331 w 7316582"/>
                <a:gd name="connsiteY14" fmla="*/ 1727464 h 2378724"/>
                <a:gd name="connsiteX15" fmla="*/ 3334051 w 7316582"/>
                <a:gd name="connsiteY15" fmla="*/ 1773184 h 2378724"/>
                <a:gd name="connsiteX16" fmla="*/ 2046271 w 7316582"/>
                <a:gd name="connsiteY16" fmla="*/ 1956064 h 2378724"/>
                <a:gd name="connsiteX17" fmla="*/ 1276651 w 7316582"/>
                <a:gd name="connsiteY17" fmla="*/ 1895104 h 2378724"/>
                <a:gd name="connsiteX18" fmla="*/ 781351 w 7316582"/>
                <a:gd name="connsiteY18" fmla="*/ 2154184 h 2378724"/>
                <a:gd name="connsiteX19" fmla="*/ 560371 w 7316582"/>
                <a:gd name="connsiteY19" fmla="*/ 2372621 h 2378724"/>
                <a:gd name="connsiteX20" fmla="*/ 103171 w 7316582"/>
                <a:gd name="connsiteY20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9331 w 7316582"/>
                <a:gd name="connsiteY14" fmla="*/ 1727464 h 2378724"/>
                <a:gd name="connsiteX15" fmla="*/ 3334051 w 7316582"/>
                <a:gd name="connsiteY15" fmla="*/ 1773184 h 2378724"/>
                <a:gd name="connsiteX16" fmla="*/ 2046271 w 7316582"/>
                <a:gd name="connsiteY16" fmla="*/ 1956064 h 2378724"/>
                <a:gd name="connsiteX17" fmla="*/ 1276651 w 7316582"/>
                <a:gd name="connsiteY17" fmla="*/ 1895104 h 2378724"/>
                <a:gd name="connsiteX18" fmla="*/ 781351 w 7316582"/>
                <a:gd name="connsiteY18" fmla="*/ 2154184 h 2378724"/>
                <a:gd name="connsiteX19" fmla="*/ 560371 w 7316582"/>
                <a:gd name="connsiteY19" fmla="*/ 2372621 h 2378724"/>
                <a:gd name="connsiteX20" fmla="*/ 103171 w 7316582"/>
                <a:gd name="connsiteY20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046271 w 7316582"/>
                <a:gd name="connsiteY16" fmla="*/ 1956064 h 2378724"/>
                <a:gd name="connsiteX17" fmla="*/ 1276651 w 7316582"/>
                <a:gd name="connsiteY17" fmla="*/ 1895104 h 2378724"/>
                <a:gd name="connsiteX18" fmla="*/ 781351 w 7316582"/>
                <a:gd name="connsiteY18" fmla="*/ 2154184 h 2378724"/>
                <a:gd name="connsiteX19" fmla="*/ 560371 w 7316582"/>
                <a:gd name="connsiteY19" fmla="*/ 2372621 h 2378724"/>
                <a:gd name="connsiteX20" fmla="*/ 103171 w 7316582"/>
                <a:gd name="connsiteY20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046271 w 7316582"/>
                <a:gd name="connsiteY16" fmla="*/ 1956064 h 2378724"/>
                <a:gd name="connsiteX17" fmla="*/ 1276651 w 7316582"/>
                <a:gd name="connsiteY17" fmla="*/ 1895104 h 2378724"/>
                <a:gd name="connsiteX18" fmla="*/ 781351 w 7316582"/>
                <a:gd name="connsiteY18" fmla="*/ 2154184 h 2378724"/>
                <a:gd name="connsiteX19" fmla="*/ 560371 w 7316582"/>
                <a:gd name="connsiteY19" fmla="*/ 2372621 h 2378724"/>
                <a:gd name="connsiteX20" fmla="*/ 103171 w 7316582"/>
                <a:gd name="connsiteY20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046271 w 7316582"/>
                <a:gd name="connsiteY16" fmla="*/ 1956064 h 2378724"/>
                <a:gd name="connsiteX17" fmla="*/ 1276651 w 7316582"/>
                <a:gd name="connsiteY17" fmla="*/ 1895104 h 2378724"/>
                <a:gd name="connsiteX18" fmla="*/ 781351 w 7316582"/>
                <a:gd name="connsiteY18" fmla="*/ 2154184 h 2378724"/>
                <a:gd name="connsiteX19" fmla="*/ 560371 w 7316582"/>
                <a:gd name="connsiteY19" fmla="*/ 2372621 h 2378724"/>
                <a:gd name="connsiteX20" fmla="*/ 103171 w 7316582"/>
                <a:gd name="connsiteY20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046271 w 7316582"/>
                <a:gd name="connsiteY16" fmla="*/ 1956064 h 2378724"/>
                <a:gd name="connsiteX17" fmla="*/ 1276651 w 7316582"/>
                <a:gd name="connsiteY17" fmla="*/ 1895104 h 2378724"/>
                <a:gd name="connsiteX18" fmla="*/ 781351 w 7316582"/>
                <a:gd name="connsiteY18" fmla="*/ 2154184 h 2378724"/>
                <a:gd name="connsiteX19" fmla="*/ 560371 w 7316582"/>
                <a:gd name="connsiteY19" fmla="*/ 2372621 h 2378724"/>
                <a:gd name="connsiteX20" fmla="*/ 103171 w 7316582"/>
                <a:gd name="connsiteY20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276651 w 7316582"/>
                <a:gd name="connsiteY18" fmla="*/ 1895104 h 2378724"/>
                <a:gd name="connsiteX19" fmla="*/ 781351 w 7316582"/>
                <a:gd name="connsiteY19" fmla="*/ 2154184 h 2378724"/>
                <a:gd name="connsiteX20" fmla="*/ 560371 w 7316582"/>
                <a:gd name="connsiteY20" fmla="*/ 2372621 h 2378724"/>
                <a:gd name="connsiteX21" fmla="*/ 103171 w 7316582"/>
                <a:gd name="connsiteY21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276651 w 7316582"/>
                <a:gd name="connsiteY18" fmla="*/ 1895104 h 2378724"/>
                <a:gd name="connsiteX19" fmla="*/ 781351 w 7316582"/>
                <a:gd name="connsiteY19" fmla="*/ 2154184 h 2378724"/>
                <a:gd name="connsiteX20" fmla="*/ 560371 w 7316582"/>
                <a:gd name="connsiteY20" fmla="*/ 2372621 h 2378724"/>
                <a:gd name="connsiteX21" fmla="*/ 103171 w 7316582"/>
                <a:gd name="connsiteY21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276651 w 7316582"/>
                <a:gd name="connsiteY18" fmla="*/ 1895104 h 2378724"/>
                <a:gd name="connsiteX19" fmla="*/ 781351 w 7316582"/>
                <a:gd name="connsiteY19" fmla="*/ 2154184 h 2378724"/>
                <a:gd name="connsiteX20" fmla="*/ 560371 w 7316582"/>
                <a:gd name="connsiteY20" fmla="*/ 2372621 h 2378724"/>
                <a:gd name="connsiteX21" fmla="*/ 103171 w 7316582"/>
                <a:gd name="connsiteY21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276651 w 7316582"/>
                <a:gd name="connsiteY18" fmla="*/ 1895104 h 2378724"/>
                <a:gd name="connsiteX19" fmla="*/ 781351 w 7316582"/>
                <a:gd name="connsiteY19" fmla="*/ 2154184 h 2378724"/>
                <a:gd name="connsiteX20" fmla="*/ 560371 w 7316582"/>
                <a:gd name="connsiteY20" fmla="*/ 2372621 h 2378724"/>
                <a:gd name="connsiteX21" fmla="*/ 103171 w 7316582"/>
                <a:gd name="connsiteY21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276651 w 7316582"/>
                <a:gd name="connsiteY18" fmla="*/ 1895104 h 2378724"/>
                <a:gd name="connsiteX19" fmla="*/ 781351 w 7316582"/>
                <a:gd name="connsiteY19" fmla="*/ 2154184 h 2378724"/>
                <a:gd name="connsiteX20" fmla="*/ 560371 w 7316582"/>
                <a:gd name="connsiteY20" fmla="*/ 2372621 h 2378724"/>
                <a:gd name="connsiteX21" fmla="*/ 103171 w 7316582"/>
                <a:gd name="connsiteY21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276651 w 7316582"/>
                <a:gd name="connsiteY18" fmla="*/ 1895104 h 2378724"/>
                <a:gd name="connsiteX19" fmla="*/ 781351 w 7316582"/>
                <a:gd name="connsiteY19" fmla="*/ 2154184 h 2378724"/>
                <a:gd name="connsiteX20" fmla="*/ 560371 w 7316582"/>
                <a:gd name="connsiteY20" fmla="*/ 2372621 h 2378724"/>
                <a:gd name="connsiteX21" fmla="*/ 103171 w 7316582"/>
                <a:gd name="connsiteY21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276651 w 7316582"/>
                <a:gd name="connsiteY18" fmla="*/ 1895104 h 2378724"/>
                <a:gd name="connsiteX19" fmla="*/ 781351 w 7316582"/>
                <a:gd name="connsiteY19" fmla="*/ 2154184 h 2378724"/>
                <a:gd name="connsiteX20" fmla="*/ 560371 w 7316582"/>
                <a:gd name="connsiteY20" fmla="*/ 2372621 h 2378724"/>
                <a:gd name="connsiteX21" fmla="*/ 103171 w 7316582"/>
                <a:gd name="connsiteY21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276651 w 7316582"/>
                <a:gd name="connsiteY18" fmla="*/ 1895104 h 2378724"/>
                <a:gd name="connsiteX19" fmla="*/ 781351 w 7316582"/>
                <a:gd name="connsiteY19" fmla="*/ 2154184 h 2378724"/>
                <a:gd name="connsiteX20" fmla="*/ 560371 w 7316582"/>
                <a:gd name="connsiteY20" fmla="*/ 2372621 h 2378724"/>
                <a:gd name="connsiteX21" fmla="*/ 103171 w 7316582"/>
                <a:gd name="connsiteY21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672890 w 7316582"/>
                <a:gd name="connsiteY18" fmla="*/ 1674125 h 2378724"/>
                <a:gd name="connsiteX19" fmla="*/ 1276651 w 7316582"/>
                <a:gd name="connsiteY19" fmla="*/ 1895104 h 2378724"/>
                <a:gd name="connsiteX20" fmla="*/ 781351 w 7316582"/>
                <a:gd name="connsiteY20" fmla="*/ 2154184 h 2378724"/>
                <a:gd name="connsiteX21" fmla="*/ 560371 w 7316582"/>
                <a:gd name="connsiteY21" fmla="*/ 2372621 h 2378724"/>
                <a:gd name="connsiteX22" fmla="*/ 103171 w 7316582"/>
                <a:gd name="connsiteY22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672890 w 7316582"/>
                <a:gd name="connsiteY18" fmla="*/ 1674125 h 2378724"/>
                <a:gd name="connsiteX19" fmla="*/ 1276651 w 7316582"/>
                <a:gd name="connsiteY19" fmla="*/ 1895104 h 2378724"/>
                <a:gd name="connsiteX20" fmla="*/ 781351 w 7316582"/>
                <a:gd name="connsiteY20" fmla="*/ 2154184 h 2378724"/>
                <a:gd name="connsiteX21" fmla="*/ 560371 w 7316582"/>
                <a:gd name="connsiteY21" fmla="*/ 2372621 h 2378724"/>
                <a:gd name="connsiteX22" fmla="*/ 103171 w 7316582"/>
                <a:gd name="connsiteY22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672890 w 7316582"/>
                <a:gd name="connsiteY18" fmla="*/ 1674125 h 2378724"/>
                <a:gd name="connsiteX19" fmla="*/ 1276651 w 7316582"/>
                <a:gd name="connsiteY19" fmla="*/ 1895104 h 2378724"/>
                <a:gd name="connsiteX20" fmla="*/ 781351 w 7316582"/>
                <a:gd name="connsiteY20" fmla="*/ 2154184 h 2378724"/>
                <a:gd name="connsiteX21" fmla="*/ 560371 w 7316582"/>
                <a:gd name="connsiteY21" fmla="*/ 2372621 h 2378724"/>
                <a:gd name="connsiteX22" fmla="*/ 103171 w 7316582"/>
                <a:gd name="connsiteY22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672890 w 7316582"/>
                <a:gd name="connsiteY18" fmla="*/ 1674125 h 2378724"/>
                <a:gd name="connsiteX19" fmla="*/ 1276651 w 7316582"/>
                <a:gd name="connsiteY19" fmla="*/ 1895104 h 2378724"/>
                <a:gd name="connsiteX20" fmla="*/ 781351 w 7316582"/>
                <a:gd name="connsiteY20" fmla="*/ 2154184 h 2378724"/>
                <a:gd name="connsiteX21" fmla="*/ 560371 w 7316582"/>
                <a:gd name="connsiteY21" fmla="*/ 2372621 h 2378724"/>
                <a:gd name="connsiteX22" fmla="*/ 103171 w 7316582"/>
                <a:gd name="connsiteY22" fmla="*/ 2238004 h 2378724"/>
                <a:gd name="connsiteX0" fmla="*/ 103171 w 7316582"/>
                <a:gd name="connsiteY0" fmla="*/ 2238004 h 2442570"/>
                <a:gd name="connsiteX1" fmla="*/ 331771 w 7316582"/>
                <a:gd name="connsiteY1" fmla="*/ 1788424 h 2442570"/>
                <a:gd name="connsiteX2" fmla="*/ 628951 w 7316582"/>
                <a:gd name="connsiteY2" fmla="*/ 1087384 h 2442570"/>
                <a:gd name="connsiteX3" fmla="*/ 1634791 w 7316582"/>
                <a:gd name="connsiteY3" fmla="*/ 813064 h 2442570"/>
                <a:gd name="connsiteX4" fmla="*/ 1985311 w 7316582"/>
                <a:gd name="connsiteY4" fmla="*/ 714004 h 2442570"/>
                <a:gd name="connsiteX5" fmla="*/ 2762551 w 7316582"/>
                <a:gd name="connsiteY5" fmla="*/ 462544 h 2442570"/>
                <a:gd name="connsiteX6" fmla="*/ 3753151 w 7316582"/>
                <a:gd name="connsiteY6" fmla="*/ 698765 h 2442570"/>
                <a:gd name="connsiteX7" fmla="*/ 4141771 w 7316582"/>
                <a:gd name="connsiteY7" fmla="*/ 980704 h 2442570"/>
                <a:gd name="connsiteX8" fmla="*/ 4576111 w 7316582"/>
                <a:gd name="connsiteY8" fmla="*/ 843546 h 2442570"/>
                <a:gd name="connsiteX9" fmla="*/ 5665771 w 7316582"/>
                <a:gd name="connsiteY9" fmla="*/ 973084 h 2442570"/>
                <a:gd name="connsiteX10" fmla="*/ 6968791 w 7316582"/>
                <a:gd name="connsiteY10" fmla="*/ 1346464 h 2442570"/>
                <a:gd name="connsiteX11" fmla="*/ 6953551 w 7316582"/>
                <a:gd name="connsiteY11" fmla="*/ 2151641 h 2442570"/>
                <a:gd name="connsiteX12" fmla="*/ 5292391 w 7316582"/>
                <a:gd name="connsiteY12" fmla="*/ 1803664 h 2442570"/>
                <a:gd name="connsiteX13" fmla="*/ 4751371 w 7316582"/>
                <a:gd name="connsiteY13" fmla="*/ 2352304 h 2442570"/>
                <a:gd name="connsiteX14" fmla="*/ 3661711 w 7316582"/>
                <a:gd name="connsiteY14" fmla="*/ 1727464 h 2442570"/>
                <a:gd name="connsiteX15" fmla="*/ 3334051 w 7316582"/>
                <a:gd name="connsiteY15" fmla="*/ 1773184 h 2442570"/>
                <a:gd name="connsiteX16" fmla="*/ 2412030 w 7316582"/>
                <a:gd name="connsiteY16" fmla="*/ 1521725 h 2442570"/>
                <a:gd name="connsiteX17" fmla="*/ 2046271 w 7316582"/>
                <a:gd name="connsiteY17" fmla="*/ 1956064 h 2442570"/>
                <a:gd name="connsiteX18" fmla="*/ 1672890 w 7316582"/>
                <a:gd name="connsiteY18" fmla="*/ 1674125 h 2442570"/>
                <a:gd name="connsiteX19" fmla="*/ 1276651 w 7316582"/>
                <a:gd name="connsiteY19" fmla="*/ 1895104 h 2442570"/>
                <a:gd name="connsiteX20" fmla="*/ 781351 w 7316582"/>
                <a:gd name="connsiteY20" fmla="*/ 2154184 h 2442570"/>
                <a:gd name="connsiteX21" fmla="*/ 560371 w 7316582"/>
                <a:gd name="connsiteY21" fmla="*/ 2372621 h 2442570"/>
                <a:gd name="connsiteX22" fmla="*/ 49830 w 7316582"/>
                <a:gd name="connsiteY22" fmla="*/ 2436125 h 2442570"/>
                <a:gd name="connsiteX23" fmla="*/ 103171 w 7316582"/>
                <a:gd name="connsiteY23" fmla="*/ 2238004 h 2442570"/>
                <a:gd name="connsiteX0" fmla="*/ 94571 w 7330842"/>
                <a:gd name="connsiteY0" fmla="*/ 2390404 h 2442570"/>
                <a:gd name="connsiteX1" fmla="*/ 346031 w 7330842"/>
                <a:gd name="connsiteY1" fmla="*/ 1788424 h 2442570"/>
                <a:gd name="connsiteX2" fmla="*/ 643211 w 7330842"/>
                <a:gd name="connsiteY2" fmla="*/ 1087384 h 2442570"/>
                <a:gd name="connsiteX3" fmla="*/ 1649051 w 7330842"/>
                <a:gd name="connsiteY3" fmla="*/ 813064 h 2442570"/>
                <a:gd name="connsiteX4" fmla="*/ 1999571 w 7330842"/>
                <a:gd name="connsiteY4" fmla="*/ 714004 h 2442570"/>
                <a:gd name="connsiteX5" fmla="*/ 2776811 w 7330842"/>
                <a:gd name="connsiteY5" fmla="*/ 462544 h 2442570"/>
                <a:gd name="connsiteX6" fmla="*/ 3767411 w 7330842"/>
                <a:gd name="connsiteY6" fmla="*/ 698765 h 2442570"/>
                <a:gd name="connsiteX7" fmla="*/ 4156031 w 7330842"/>
                <a:gd name="connsiteY7" fmla="*/ 980704 h 2442570"/>
                <a:gd name="connsiteX8" fmla="*/ 4590371 w 7330842"/>
                <a:gd name="connsiteY8" fmla="*/ 843546 h 2442570"/>
                <a:gd name="connsiteX9" fmla="*/ 5680031 w 7330842"/>
                <a:gd name="connsiteY9" fmla="*/ 973084 h 2442570"/>
                <a:gd name="connsiteX10" fmla="*/ 6983051 w 7330842"/>
                <a:gd name="connsiteY10" fmla="*/ 1346464 h 2442570"/>
                <a:gd name="connsiteX11" fmla="*/ 6967811 w 7330842"/>
                <a:gd name="connsiteY11" fmla="*/ 2151641 h 2442570"/>
                <a:gd name="connsiteX12" fmla="*/ 5306651 w 7330842"/>
                <a:gd name="connsiteY12" fmla="*/ 1803664 h 2442570"/>
                <a:gd name="connsiteX13" fmla="*/ 4765631 w 7330842"/>
                <a:gd name="connsiteY13" fmla="*/ 2352304 h 2442570"/>
                <a:gd name="connsiteX14" fmla="*/ 3675971 w 7330842"/>
                <a:gd name="connsiteY14" fmla="*/ 1727464 h 2442570"/>
                <a:gd name="connsiteX15" fmla="*/ 3348311 w 7330842"/>
                <a:gd name="connsiteY15" fmla="*/ 1773184 h 2442570"/>
                <a:gd name="connsiteX16" fmla="*/ 2426290 w 7330842"/>
                <a:gd name="connsiteY16" fmla="*/ 1521725 h 2442570"/>
                <a:gd name="connsiteX17" fmla="*/ 2060531 w 7330842"/>
                <a:gd name="connsiteY17" fmla="*/ 1956064 h 2442570"/>
                <a:gd name="connsiteX18" fmla="*/ 1687150 w 7330842"/>
                <a:gd name="connsiteY18" fmla="*/ 1674125 h 2442570"/>
                <a:gd name="connsiteX19" fmla="*/ 1290911 w 7330842"/>
                <a:gd name="connsiteY19" fmla="*/ 1895104 h 2442570"/>
                <a:gd name="connsiteX20" fmla="*/ 795611 w 7330842"/>
                <a:gd name="connsiteY20" fmla="*/ 2154184 h 2442570"/>
                <a:gd name="connsiteX21" fmla="*/ 574631 w 7330842"/>
                <a:gd name="connsiteY21" fmla="*/ 2372621 h 2442570"/>
                <a:gd name="connsiteX22" fmla="*/ 64090 w 7330842"/>
                <a:gd name="connsiteY22" fmla="*/ 2436125 h 2442570"/>
                <a:gd name="connsiteX23" fmla="*/ 94571 w 7330842"/>
                <a:gd name="connsiteY23" fmla="*/ 2390404 h 2442570"/>
                <a:gd name="connsiteX0" fmla="*/ 114320 w 7350591"/>
                <a:gd name="connsiteY0" fmla="*/ 2390404 h 2442570"/>
                <a:gd name="connsiteX1" fmla="*/ 365780 w 7350591"/>
                <a:gd name="connsiteY1" fmla="*/ 1788424 h 2442570"/>
                <a:gd name="connsiteX2" fmla="*/ 662960 w 7350591"/>
                <a:gd name="connsiteY2" fmla="*/ 1087384 h 2442570"/>
                <a:gd name="connsiteX3" fmla="*/ 1668800 w 7350591"/>
                <a:gd name="connsiteY3" fmla="*/ 813064 h 2442570"/>
                <a:gd name="connsiteX4" fmla="*/ 2019320 w 7350591"/>
                <a:gd name="connsiteY4" fmla="*/ 714004 h 2442570"/>
                <a:gd name="connsiteX5" fmla="*/ 2796560 w 7350591"/>
                <a:gd name="connsiteY5" fmla="*/ 462544 h 2442570"/>
                <a:gd name="connsiteX6" fmla="*/ 3787160 w 7350591"/>
                <a:gd name="connsiteY6" fmla="*/ 698765 h 2442570"/>
                <a:gd name="connsiteX7" fmla="*/ 4175780 w 7350591"/>
                <a:gd name="connsiteY7" fmla="*/ 980704 h 2442570"/>
                <a:gd name="connsiteX8" fmla="*/ 4610120 w 7350591"/>
                <a:gd name="connsiteY8" fmla="*/ 843546 h 2442570"/>
                <a:gd name="connsiteX9" fmla="*/ 5699780 w 7350591"/>
                <a:gd name="connsiteY9" fmla="*/ 973084 h 2442570"/>
                <a:gd name="connsiteX10" fmla="*/ 7002800 w 7350591"/>
                <a:gd name="connsiteY10" fmla="*/ 1346464 h 2442570"/>
                <a:gd name="connsiteX11" fmla="*/ 6987560 w 7350591"/>
                <a:gd name="connsiteY11" fmla="*/ 2151641 h 2442570"/>
                <a:gd name="connsiteX12" fmla="*/ 5326400 w 7350591"/>
                <a:gd name="connsiteY12" fmla="*/ 1803664 h 2442570"/>
                <a:gd name="connsiteX13" fmla="*/ 4785380 w 7350591"/>
                <a:gd name="connsiteY13" fmla="*/ 2352304 h 2442570"/>
                <a:gd name="connsiteX14" fmla="*/ 3695720 w 7350591"/>
                <a:gd name="connsiteY14" fmla="*/ 1727464 h 2442570"/>
                <a:gd name="connsiteX15" fmla="*/ 3368060 w 7350591"/>
                <a:gd name="connsiteY15" fmla="*/ 1773184 h 2442570"/>
                <a:gd name="connsiteX16" fmla="*/ 2446039 w 7350591"/>
                <a:gd name="connsiteY16" fmla="*/ 1521725 h 2442570"/>
                <a:gd name="connsiteX17" fmla="*/ 2080280 w 7350591"/>
                <a:gd name="connsiteY17" fmla="*/ 1956064 h 2442570"/>
                <a:gd name="connsiteX18" fmla="*/ 1706899 w 7350591"/>
                <a:gd name="connsiteY18" fmla="*/ 1674125 h 2442570"/>
                <a:gd name="connsiteX19" fmla="*/ 1310660 w 7350591"/>
                <a:gd name="connsiteY19" fmla="*/ 1895104 h 2442570"/>
                <a:gd name="connsiteX20" fmla="*/ 815360 w 7350591"/>
                <a:gd name="connsiteY20" fmla="*/ 2154184 h 2442570"/>
                <a:gd name="connsiteX21" fmla="*/ 594380 w 7350591"/>
                <a:gd name="connsiteY21" fmla="*/ 2372621 h 2442570"/>
                <a:gd name="connsiteX22" fmla="*/ 83839 w 7350591"/>
                <a:gd name="connsiteY22" fmla="*/ 2436125 h 2442570"/>
                <a:gd name="connsiteX23" fmla="*/ 114320 w 7350591"/>
                <a:gd name="connsiteY23" fmla="*/ 2390404 h 2442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350591" h="2442570">
                  <a:moveTo>
                    <a:pt x="114320" y="2390404"/>
                  </a:moveTo>
                  <a:cubicBezTo>
                    <a:pt x="-64750" y="2139368"/>
                    <a:pt x="-69830" y="1870974"/>
                    <a:pt x="365780" y="1788424"/>
                  </a:cubicBezTo>
                  <a:cubicBezTo>
                    <a:pt x="134640" y="1587764"/>
                    <a:pt x="113050" y="1026424"/>
                    <a:pt x="662960" y="1087384"/>
                  </a:cubicBezTo>
                  <a:cubicBezTo>
                    <a:pt x="346730" y="698764"/>
                    <a:pt x="1267480" y="-35296"/>
                    <a:pt x="1668800" y="813064"/>
                  </a:cubicBezTo>
                  <a:cubicBezTo>
                    <a:pt x="1828820" y="875294"/>
                    <a:pt x="1838980" y="863864"/>
                    <a:pt x="2019320" y="714004"/>
                  </a:cubicBezTo>
                  <a:cubicBezTo>
                    <a:pt x="2260620" y="38364"/>
                    <a:pt x="2477790" y="359674"/>
                    <a:pt x="2796560" y="462544"/>
                  </a:cubicBezTo>
                  <a:cubicBezTo>
                    <a:pt x="2575580" y="-54346"/>
                    <a:pt x="4105930" y="-332475"/>
                    <a:pt x="3787160" y="698765"/>
                  </a:cubicBezTo>
                  <a:cubicBezTo>
                    <a:pt x="3872250" y="899425"/>
                    <a:pt x="3826530" y="954034"/>
                    <a:pt x="4175780" y="980704"/>
                  </a:cubicBezTo>
                  <a:cubicBezTo>
                    <a:pt x="4356120" y="980705"/>
                    <a:pt x="4452640" y="927365"/>
                    <a:pt x="4610120" y="843546"/>
                  </a:cubicBezTo>
                  <a:cubicBezTo>
                    <a:pt x="5001280" y="231405"/>
                    <a:pt x="5514360" y="731785"/>
                    <a:pt x="5699780" y="973084"/>
                  </a:cubicBezTo>
                  <a:cubicBezTo>
                    <a:pt x="6342400" y="84084"/>
                    <a:pt x="7183140" y="962924"/>
                    <a:pt x="7002800" y="1346464"/>
                  </a:cubicBezTo>
                  <a:cubicBezTo>
                    <a:pt x="7744480" y="1409116"/>
                    <a:pt x="7084080" y="2096609"/>
                    <a:pt x="6987560" y="2151641"/>
                  </a:cubicBezTo>
                  <a:cubicBezTo>
                    <a:pt x="5812810" y="2842521"/>
                    <a:pt x="5685810" y="1729580"/>
                    <a:pt x="5326400" y="1803664"/>
                  </a:cubicBezTo>
                  <a:cubicBezTo>
                    <a:pt x="5035570" y="1862508"/>
                    <a:pt x="4942860" y="2372624"/>
                    <a:pt x="4785380" y="2352304"/>
                  </a:cubicBezTo>
                  <a:cubicBezTo>
                    <a:pt x="4437400" y="2431044"/>
                    <a:pt x="3916700" y="2316744"/>
                    <a:pt x="3695720" y="1727464"/>
                  </a:cubicBezTo>
                  <a:cubicBezTo>
                    <a:pt x="3451880" y="1717304"/>
                    <a:pt x="3510300" y="1738894"/>
                    <a:pt x="3368060" y="1773184"/>
                  </a:cubicBezTo>
                  <a:cubicBezTo>
                    <a:pt x="3036590" y="1500134"/>
                    <a:pt x="2691149" y="1422665"/>
                    <a:pt x="2446039" y="1521725"/>
                  </a:cubicBezTo>
                  <a:cubicBezTo>
                    <a:pt x="2178069" y="1575065"/>
                    <a:pt x="2405400" y="1937014"/>
                    <a:pt x="2080280" y="1956064"/>
                  </a:cubicBezTo>
                  <a:cubicBezTo>
                    <a:pt x="1762780" y="1909074"/>
                    <a:pt x="1835169" y="1684285"/>
                    <a:pt x="1706899" y="1674125"/>
                  </a:cubicBezTo>
                  <a:cubicBezTo>
                    <a:pt x="1273829" y="1564905"/>
                    <a:pt x="1303040" y="1879864"/>
                    <a:pt x="1310660" y="1895104"/>
                  </a:cubicBezTo>
                  <a:cubicBezTo>
                    <a:pt x="1243350" y="1867164"/>
                    <a:pt x="574060" y="1589458"/>
                    <a:pt x="815360" y="2154184"/>
                  </a:cubicBezTo>
                  <a:lnTo>
                    <a:pt x="594380" y="2372621"/>
                  </a:lnTo>
                  <a:cubicBezTo>
                    <a:pt x="462300" y="2335369"/>
                    <a:pt x="215919" y="2473377"/>
                    <a:pt x="83839" y="2436125"/>
                  </a:cubicBezTo>
                  <a:lnTo>
                    <a:pt x="114320" y="2390404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0C181EC-7033-566B-102E-F3CA6020B54E}"/>
                </a:ext>
              </a:extLst>
            </p:cNvPr>
            <p:cNvSpPr/>
            <p:nvPr/>
          </p:nvSpPr>
          <p:spPr>
            <a:xfrm rot="16200000">
              <a:off x="2467697" y="3843260"/>
              <a:ext cx="1110780" cy="380387"/>
            </a:xfrm>
            <a:prstGeom prst="roundRect">
              <a:avLst>
                <a:gd name="adj" fmla="val 8073"/>
              </a:avLst>
            </a:prstGeom>
            <a:solidFill>
              <a:sysClr val="window" lastClr="FFFFFF">
                <a:lumMod val="75000"/>
              </a:sysClr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Oval 26">
              <a:extLst>
                <a:ext uri="{FF2B5EF4-FFF2-40B4-BE49-F238E27FC236}">
                  <a16:creationId xmlns:a16="http://schemas.microsoft.com/office/drawing/2014/main" id="{6D611A48-9F47-8E38-144B-61F23758FFA5}"/>
                </a:ext>
              </a:extLst>
            </p:cNvPr>
            <p:cNvSpPr/>
            <p:nvPr/>
          </p:nvSpPr>
          <p:spPr>
            <a:xfrm>
              <a:off x="2663620" y="3130158"/>
              <a:ext cx="718933" cy="444074"/>
            </a:xfrm>
            <a:custGeom>
              <a:avLst/>
              <a:gdLst>
                <a:gd name="connsiteX0" fmla="*/ 0 w 862687"/>
                <a:gd name="connsiteY0" fmla="*/ 455328 h 910656"/>
                <a:gd name="connsiteX1" fmla="*/ 431344 w 862687"/>
                <a:gd name="connsiteY1" fmla="*/ 0 h 910656"/>
                <a:gd name="connsiteX2" fmla="*/ 862688 w 862687"/>
                <a:gd name="connsiteY2" fmla="*/ 455328 h 910656"/>
                <a:gd name="connsiteX3" fmla="*/ 431344 w 862687"/>
                <a:gd name="connsiteY3" fmla="*/ 910656 h 910656"/>
                <a:gd name="connsiteX4" fmla="*/ 0 w 862687"/>
                <a:gd name="connsiteY4" fmla="*/ 455328 h 910656"/>
                <a:gd name="connsiteX0" fmla="*/ 0 w 874678"/>
                <a:gd name="connsiteY0" fmla="*/ 56916 h 512244"/>
                <a:gd name="connsiteX1" fmla="*/ 862688 w 874678"/>
                <a:gd name="connsiteY1" fmla="*/ 56916 h 512244"/>
                <a:gd name="connsiteX2" fmla="*/ 431344 w 874678"/>
                <a:gd name="connsiteY2" fmla="*/ 512244 h 512244"/>
                <a:gd name="connsiteX3" fmla="*/ 0 w 874678"/>
                <a:gd name="connsiteY3" fmla="*/ 56916 h 512244"/>
                <a:gd name="connsiteX0" fmla="*/ 4678 w 746841"/>
                <a:gd name="connsiteY0" fmla="*/ 25802 h 481502"/>
                <a:gd name="connsiteX1" fmla="*/ 734016 w 746841"/>
                <a:gd name="connsiteY1" fmla="*/ 102002 h 481502"/>
                <a:gd name="connsiteX2" fmla="*/ 436022 w 746841"/>
                <a:gd name="connsiteY2" fmla="*/ 481130 h 481502"/>
                <a:gd name="connsiteX3" fmla="*/ 4678 w 746841"/>
                <a:gd name="connsiteY3" fmla="*/ 25802 h 481502"/>
                <a:gd name="connsiteX0" fmla="*/ 5257 w 694694"/>
                <a:gd name="connsiteY0" fmla="*/ 41068 h 444046"/>
                <a:gd name="connsiteX1" fmla="*/ 682207 w 694694"/>
                <a:gd name="connsiteY1" fmla="*/ 64880 h 444046"/>
                <a:gd name="connsiteX2" fmla="*/ 384213 w 694694"/>
                <a:gd name="connsiteY2" fmla="*/ 444008 h 444046"/>
                <a:gd name="connsiteX3" fmla="*/ 5257 w 694694"/>
                <a:gd name="connsiteY3" fmla="*/ 41068 h 444046"/>
                <a:gd name="connsiteX0" fmla="*/ 18690 w 739981"/>
                <a:gd name="connsiteY0" fmla="*/ 41068 h 444046"/>
                <a:gd name="connsiteX1" fmla="*/ 695640 w 739981"/>
                <a:gd name="connsiteY1" fmla="*/ 64880 h 444046"/>
                <a:gd name="connsiteX2" fmla="*/ 397646 w 739981"/>
                <a:gd name="connsiteY2" fmla="*/ 444008 h 444046"/>
                <a:gd name="connsiteX3" fmla="*/ 18690 w 739981"/>
                <a:gd name="connsiteY3" fmla="*/ 41068 h 444046"/>
                <a:gd name="connsiteX0" fmla="*/ 11928 w 718723"/>
                <a:gd name="connsiteY0" fmla="*/ 41068 h 444074"/>
                <a:gd name="connsiteX1" fmla="*/ 688878 w 718723"/>
                <a:gd name="connsiteY1" fmla="*/ 64880 h 444074"/>
                <a:gd name="connsiteX2" fmla="*/ 390884 w 718723"/>
                <a:gd name="connsiteY2" fmla="*/ 444008 h 444074"/>
                <a:gd name="connsiteX3" fmla="*/ 11928 w 718723"/>
                <a:gd name="connsiteY3" fmla="*/ 41068 h 444074"/>
                <a:gd name="connsiteX0" fmla="*/ 18290 w 718933"/>
                <a:gd name="connsiteY0" fmla="*/ 41068 h 444074"/>
                <a:gd name="connsiteX1" fmla="*/ 695240 w 718933"/>
                <a:gd name="connsiteY1" fmla="*/ 64880 h 444074"/>
                <a:gd name="connsiteX2" fmla="*/ 354384 w 718933"/>
                <a:gd name="connsiteY2" fmla="*/ 444008 h 444074"/>
                <a:gd name="connsiteX3" fmla="*/ 18290 w 718933"/>
                <a:gd name="connsiteY3" fmla="*/ 41068 h 44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933" h="444074">
                  <a:moveTo>
                    <a:pt x="18290" y="41068"/>
                  </a:moveTo>
                  <a:cubicBezTo>
                    <a:pt x="75099" y="-22120"/>
                    <a:pt x="623349" y="-11008"/>
                    <a:pt x="695240" y="64880"/>
                  </a:cubicBezTo>
                  <a:cubicBezTo>
                    <a:pt x="767131" y="140768"/>
                    <a:pt x="681521" y="438452"/>
                    <a:pt x="354384" y="444008"/>
                  </a:cubicBezTo>
                  <a:cubicBezTo>
                    <a:pt x="27247" y="449564"/>
                    <a:pt x="-38519" y="104256"/>
                    <a:pt x="18290" y="41068"/>
                  </a:cubicBezTo>
                  <a:close/>
                </a:path>
              </a:pathLst>
            </a:custGeom>
            <a:solidFill>
              <a:sysClr val="window" lastClr="FFFFFF">
                <a:lumMod val="75000"/>
              </a:sysClr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1C6A9A7-706E-5C06-426E-D21A6F02973A}"/>
                </a:ext>
              </a:extLst>
            </p:cNvPr>
            <p:cNvGrpSpPr/>
            <p:nvPr/>
          </p:nvGrpSpPr>
          <p:grpSpPr>
            <a:xfrm>
              <a:off x="2465692" y="2983822"/>
              <a:ext cx="2562191" cy="2153758"/>
              <a:chOff x="-213709" y="2314574"/>
              <a:chExt cx="2562191" cy="2153758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F18CA2EB-F8B0-75E7-1561-0F7373F9A409}"/>
                  </a:ext>
                </a:extLst>
              </p:cNvPr>
              <p:cNvSpPr/>
              <p:nvPr/>
            </p:nvSpPr>
            <p:spPr>
              <a:xfrm rot="16200000">
                <a:off x="1440643" y="2417177"/>
                <a:ext cx="461545" cy="927099"/>
              </a:xfrm>
              <a:custGeom>
                <a:avLst/>
                <a:gdLst>
                  <a:gd name="connsiteX0" fmla="*/ 461545 w 461545"/>
                  <a:gd name="connsiteY0" fmla="*/ 37260 h 927099"/>
                  <a:gd name="connsiteX1" fmla="*/ 461544 w 461545"/>
                  <a:gd name="connsiteY1" fmla="*/ 889843 h 927099"/>
                  <a:gd name="connsiteX2" fmla="*/ 450631 w 461545"/>
                  <a:gd name="connsiteY2" fmla="*/ 916190 h 927099"/>
                  <a:gd name="connsiteX3" fmla="*/ 424294 w 461545"/>
                  <a:gd name="connsiteY3" fmla="*/ 927099 h 927099"/>
                  <a:gd name="connsiteX4" fmla="*/ 37251 w 461545"/>
                  <a:gd name="connsiteY4" fmla="*/ 927099 h 927099"/>
                  <a:gd name="connsiteX5" fmla="*/ 10913 w 461545"/>
                  <a:gd name="connsiteY5" fmla="*/ 916190 h 927099"/>
                  <a:gd name="connsiteX6" fmla="*/ 0 w 461545"/>
                  <a:gd name="connsiteY6" fmla="*/ 889843 h 927099"/>
                  <a:gd name="connsiteX7" fmla="*/ 0 w 461545"/>
                  <a:gd name="connsiteY7" fmla="*/ 37260 h 927099"/>
                  <a:gd name="connsiteX8" fmla="*/ 37261 w 461545"/>
                  <a:gd name="connsiteY8" fmla="*/ 0 h 927099"/>
                  <a:gd name="connsiteX9" fmla="*/ 424285 w 461545"/>
                  <a:gd name="connsiteY9" fmla="*/ 0 h 927099"/>
                  <a:gd name="connsiteX10" fmla="*/ 461545 w 461545"/>
                  <a:gd name="connsiteY10" fmla="*/ 37260 h 927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1545" h="927099">
                    <a:moveTo>
                      <a:pt x="461545" y="37260"/>
                    </a:moveTo>
                    <a:lnTo>
                      <a:pt x="461544" y="889843"/>
                    </a:lnTo>
                    <a:cubicBezTo>
                      <a:pt x="461544" y="900132"/>
                      <a:pt x="457374" y="909447"/>
                      <a:pt x="450631" y="916190"/>
                    </a:cubicBezTo>
                    <a:lnTo>
                      <a:pt x="424294" y="927099"/>
                    </a:lnTo>
                    <a:lnTo>
                      <a:pt x="37251" y="927099"/>
                    </a:lnTo>
                    <a:lnTo>
                      <a:pt x="10913" y="916190"/>
                    </a:lnTo>
                    <a:cubicBezTo>
                      <a:pt x="4171" y="909447"/>
                      <a:pt x="0" y="900132"/>
                      <a:pt x="0" y="889843"/>
                    </a:cubicBezTo>
                    <a:lnTo>
                      <a:pt x="0" y="37260"/>
                    </a:lnTo>
                    <a:cubicBezTo>
                      <a:pt x="0" y="16682"/>
                      <a:pt x="16683" y="0"/>
                      <a:pt x="37261" y="0"/>
                    </a:cubicBezTo>
                    <a:lnTo>
                      <a:pt x="424285" y="0"/>
                    </a:lnTo>
                    <a:cubicBezTo>
                      <a:pt x="444863" y="0"/>
                      <a:pt x="461545" y="16682"/>
                      <a:pt x="461545" y="37260"/>
                    </a:cubicBezTo>
                    <a:close/>
                  </a:path>
                </a:pathLst>
              </a:custGeom>
              <a:no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82BCB570-8E1F-4BB5-A419-7983FA228C53}"/>
                  </a:ext>
                </a:extLst>
              </p:cNvPr>
              <p:cNvSpPr/>
              <p:nvPr/>
            </p:nvSpPr>
            <p:spPr>
              <a:xfrm rot="16200000">
                <a:off x="-9492" y="2110357"/>
                <a:ext cx="2153758" cy="2562191"/>
              </a:xfrm>
              <a:custGeom>
                <a:avLst/>
                <a:gdLst>
                  <a:gd name="connsiteX0" fmla="*/ 2153758 w 2153758"/>
                  <a:gd name="connsiteY0" fmla="*/ 1325542 h 2562191"/>
                  <a:gd name="connsiteX1" fmla="*/ 2153758 w 2153758"/>
                  <a:gd name="connsiteY1" fmla="*/ 2447572 h 2562191"/>
                  <a:gd name="connsiteX2" fmla="*/ 2045735 w 2153758"/>
                  <a:gd name="connsiteY2" fmla="*/ 2555595 h 2562191"/>
                  <a:gd name="connsiteX3" fmla="*/ 1351616 w 2153758"/>
                  <a:gd name="connsiteY3" fmla="*/ 2555595 h 2562191"/>
                  <a:gd name="connsiteX4" fmla="*/ 1351622 w 2153758"/>
                  <a:gd name="connsiteY4" fmla="*/ 2557567 h 2562191"/>
                  <a:gd name="connsiteX5" fmla="*/ 44590 w 2153758"/>
                  <a:gd name="connsiteY5" fmla="*/ 2552285 h 2562191"/>
                  <a:gd name="connsiteX6" fmla="*/ 30822 w 2153758"/>
                  <a:gd name="connsiteY6" fmla="*/ 14260 h 2562191"/>
                  <a:gd name="connsiteX7" fmla="*/ 41415 w 2153758"/>
                  <a:gd name="connsiteY7" fmla="*/ 3667 h 2562191"/>
                  <a:gd name="connsiteX8" fmla="*/ 1326222 w 2153758"/>
                  <a:gd name="connsiteY8" fmla="*/ 271435 h 2562191"/>
                  <a:gd name="connsiteX9" fmla="*/ 1356781 w 2153758"/>
                  <a:gd name="connsiteY9" fmla="*/ 1165660 h 2562191"/>
                  <a:gd name="connsiteX10" fmla="*/ 1356583 w 2153758"/>
                  <a:gd name="connsiteY10" fmla="*/ 1217519 h 2562191"/>
                  <a:gd name="connsiteX11" fmla="*/ 2045735 w 2153758"/>
                  <a:gd name="connsiteY11" fmla="*/ 1217519 h 2562191"/>
                  <a:gd name="connsiteX12" fmla="*/ 2153758 w 2153758"/>
                  <a:gd name="connsiteY12" fmla="*/ 1325542 h 2562191"/>
                  <a:gd name="connsiteX13" fmla="*/ 1818377 w 2153758"/>
                  <a:gd name="connsiteY13" fmla="*/ 1458834 h 2562191"/>
                  <a:gd name="connsiteX14" fmla="*/ 1781117 w 2153758"/>
                  <a:gd name="connsiteY14" fmla="*/ 1421574 h 2562191"/>
                  <a:gd name="connsiteX15" fmla="*/ 1394093 w 2153758"/>
                  <a:gd name="connsiteY15" fmla="*/ 1421574 h 2562191"/>
                  <a:gd name="connsiteX16" fmla="*/ 1356832 w 2153758"/>
                  <a:gd name="connsiteY16" fmla="*/ 1458834 h 2562191"/>
                  <a:gd name="connsiteX17" fmla="*/ 1356832 w 2153758"/>
                  <a:gd name="connsiteY17" fmla="*/ 2311417 h 2562191"/>
                  <a:gd name="connsiteX18" fmla="*/ 1367745 w 2153758"/>
                  <a:gd name="connsiteY18" fmla="*/ 2337764 h 2562191"/>
                  <a:gd name="connsiteX19" fmla="*/ 1394083 w 2153758"/>
                  <a:gd name="connsiteY19" fmla="*/ 2348673 h 2562191"/>
                  <a:gd name="connsiteX20" fmla="*/ 1781126 w 2153758"/>
                  <a:gd name="connsiteY20" fmla="*/ 2348673 h 2562191"/>
                  <a:gd name="connsiteX21" fmla="*/ 1807463 w 2153758"/>
                  <a:gd name="connsiteY21" fmla="*/ 2337764 h 2562191"/>
                  <a:gd name="connsiteX22" fmla="*/ 1818376 w 2153758"/>
                  <a:gd name="connsiteY22" fmla="*/ 2311417 h 2562191"/>
                  <a:gd name="connsiteX23" fmla="*/ 1818377 w 2153758"/>
                  <a:gd name="connsiteY23" fmla="*/ 1458834 h 2562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53758" h="2562191">
                    <a:moveTo>
                      <a:pt x="2153758" y="1325542"/>
                    </a:moveTo>
                    <a:lnTo>
                      <a:pt x="2153758" y="2447572"/>
                    </a:lnTo>
                    <a:cubicBezTo>
                      <a:pt x="2153758" y="2507231"/>
                      <a:pt x="2105394" y="2555595"/>
                      <a:pt x="2045735" y="2555595"/>
                    </a:cubicBezTo>
                    <a:lnTo>
                      <a:pt x="1351616" y="2555595"/>
                    </a:lnTo>
                    <a:lnTo>
                      <a:pt x="1351622" y="2557567"/>
                    </a:lnTo>
                    <a:cubicBezTo>
                      <a:pt x="1087746" y="2570467"/>
                      <a:pt x="264723" y="2552285"/>
                      <a:pt x="44590" y="2552285"/>
                    </a:cubicBezTo>
                    <a:cubicBezTo>
                      <a:pt x="-46955" y="2099827"/>
                      <a:pt x="30822" y="435325"/>
                      <a:pt x="30822" y="14260"/>
                    </a:cubicBezTo>
                    <a:cubicBezTo>
                      <a:pt x="30822" y="8410"/>
                      <a:pt x="35565" y="3667"/>
                      <a:pt x="41415" y="3667"/>
                    </a:cubicBezTo>
                    <a:cubicBezTo>
                      <a:pt x="259432" y="51292"/>
                      <a:pt x="1079279" y="-138340"/>
                      <a:pt x="1326222" y="271435"/>
                    </a:cubicBezTo>
                    <a:cubicBezTo>
                      <a:pt x="1352151" y="315907"/>
                      <a:pt x="1357443" y="699310"/>
                      <a:pt x="1356781" y="1165660"/>
                    </a:cubicBezTo>
                    <a:lnTo>
                      <a:pt x="1356583" y="1217519"/>
                    </a:lnTo>
                    <a:lnTo>
                      <a:pt x="2045735" y="1217519"/>
                    </a:lnTo>
                    <a:cubicBezTo>
                      <a:pt x="2105394" y="1217519"/>
                      <a:pt x="2153758" y="1265883"/>
                      <a:pt x="2153758" y="1325542"/>
                    </a:cubicBezTo>
                    <a:close/>
                    <a:moveTo>
                      <a:pt x="1818377" y="1458834"/>
                    </a:moveTo>
                    <a:cubicBezTo>
                      <a:pt x="1818377" y="1438256"/>
                      <a:pt x="1801695" y="1421574"/>
                      <a:pt x="1781117" y="1421574"/>
                    </a:cubicBezTo>
                    <a:lnTo>
                      <a:pt x="1394093" y="1421574"/>
                    </a:lnTo>
                    <a:cubicBezTo>
                      <a:pt x="1373515" y="1421574"/>
                      <a:pt x="1356832" y="1438256"/>
                      <a:pt x="1356832" y="1458834"/>
                    </a:cubicBezTo>
                    <a:lnTo>
                      <a:pt x="1356832" y="2311417"/>
                    </a:lnTo>
                    <a:cubicBezTo>
                      <a:pt x="1356832" y="2321706"/>
                      <a:pt x="1361003" y="2331021"/>
                      <a:pt x="1367745" y="2337764"/>
                    </a:cubicBezTo>
                    <a:lnTo>
                      <a:pt x="1394083" y="2348673"/>
                    </a:lnTo>
                    <a:lnTo>
                      <a:pt x="1781126" y="2348673"/>
                    </a:lnTo>
                    <a:lnTo>
                      <a:pt x="1807463" y="2337764"/>
                    </a:lnTo>
                    <a:cubicBezTo>
                      <a:pt x="1814206" y="2331021"/>
                      <a:pt x="1818376" y="2321706"/>
                      <a:pt x="1818376" y="2311417"/>
                    </a:cubicBezTo>
                    <a:lnTo>
                      <a:pt x="1818377" y="1458834"/>
                    </a:lnTo>
                    <a:close/>
                  </a:path>
                </a:pathLst>
              </a:custGeom>
              <a:solidFill>
                <a:srgbClr val="FFC000">
                  <a:lumMod val="60000"/>
                  <a:lumOff val="40000"/>
                </a:srgbClr>
              </a:solidFill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B8B3CFEE-1AD2-6E79-FBB7-CC82B7A7B2D9}"/>
                  </a:ext>
                </a:extLst>
              </p:cNvPr>
              <p:cNvSpPr/>
              <p:nvPr/>
            </p:nvSpPr>
            <p:spPr>
              <a:xfrm rot="16200000">
                <a:off x="1025020" y="2810472"/>
                <a:ext cx="1296770" cy="927102"/>
              </a:xfrm>
              <a:custGeom>
                <a:avLst/>
                <a:gdLst>
                  <a:gd name="connsiteX0" fmla="*/ 1593850 w 1593850"/>
                  <a:gd name="connsiteY0" fmla="*/ 74846 h 927102"/>
                  <a:gd name="connsiteX1" fmla="*/ 1593850 w 1593850"/>
                  <a:gd name="connsiteY1" fmla="*/ 852257 h 927102"/>
                  <a:gd name="connsiteX2" fmla="*/ 1519005 w 1593850"/>
                  <a:gd name="connsiteY2" fmla="*/ 927102 h 927102"/>
                  <a:gd name="connsiteX3" fmla="*/ 1427595 w 1593850"/>
                  <a:gd name="connsiteY3" fmla="*/ 927102 h 927102"/>
                  <a:gd name="connsiteX4" fmla="*/ 1453932 w 1593850"/>
                  <a:gd name="connsiteY4" fmla="*/ 916193 h 927102"/>
                  <a:gd name="connsiteX5" fmla="*/ 1464845 w 1593850"/>
                  <a:gd name="connsiteY5" fmla="*/ 889846 h 927102"/>
                  <a:gd name="connsiteX6" fmla="*/ 1464846 w 1593850"/>
                  <a:gd name="connsiteY6" fmla="*/ 37263 h 927102"/>
                  <a:gd name="connsiteX7" fmla="*/ 1427586 w 1593850"/>
                  <a:gd name="connsiteY7" fmla="*/ 3 h 927102"/>
                  <a:gd name="connsiteX8" fmla="*/ 1040562 w 1593850"/>
                  <a:gd name="connsiteY8" fmla="*/ 3 h 927102"/>
                  <a:gd name="connsiteX9" fmla="*/ 1003301 w 1593850"/>
                  <a:gd name="connsiteY9" fmla="*/ 37263 h 927102"/>
                  <a:gd name="connsiteX10" fmla="*/ 1003301 w 1593850"/>
                  <a:gd name="connsiteY10" fmla="*/ 889846 h 927102"/>
                  <a:gd name="connsiteX11" fmla="*/ 1014214 w 1593850"/>
                  <a:gd name="connsiteY11" fmla="*/ 916193 h 927102"/>
                  <a:gd name="connsiteX12" fmla="*/ 1040552 w 1593850"/>
                  <a:gd name="connsiteY12" fmla="*/ 927102 h 927102"/>
                  <a:gd name="connsiteX13" fmla="*/ 74845 w 1593850"/>
                  <a:gd name="connsiteY13" fmla="*/ 927101 h 927102"/>
                  <a:gd name="connsiteX14" fmla="*/ 0 w 1593850"/>
                  <a:gd name="connsiteY14" fmla="*/ 852256 h 927102"/>
                  <a:gd name="connsiteX15" fmla="*/ 0 w 1593850"/>
                  <a:gd name="connsiteY15" fmla="*/ 74845 h 927102"/>
                  <a:gd name="connsiteX16" fmla="*/ 74845 w 1593850"/>
                  <a:gd name="connsiteY16" fmla="*/ 0 h 927102"/>
                  <a:gd name="connsiteX17" fmla="*/ 1519006 w 1593850"/>
                  <a:gd name="connsiteY17" fmla="*/ 0 h 927102"/>
                  <a:gd name="connsiteX18" fmla="*/ 1593850 w 1593850"/>
                  <a:gd name="connsiteY18" fmla="*/ 74846 h 927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93850" h="927102">
                    <a:moveTo>
                      <a:pt x="1593850" y="74846"/>
                    </a:moveTo>
                    <a:lnTo>
                      <a:pt x="1593850" y="852257"/>
                    </a:lnTo>
                    <a:cubicBezTo>
                      <a:pt x="1593850" y="893593"/>
                      <a:pt x="1560341" y="927102"/>
                      <a:pt x="1519005" y="927102"/>
                    </a:cubicBezTo>
                    <a:lnTo>
                      <a:pt x="1427595" y="927102"/>
                    </a:lnTo>
                    <a:lnTo>
                      <a:pt x="1453932" y="916193"/>
                    </a:lnTo>
                    <a:cubicBezTo>
                      <a:pt x="1460675" y="909450"/>
                      <a:pt x="1464845" y="900135"/>
                      <a:pt x="1464845" y="889846"/>
                    </a:cubicBezTo>
                    <a:lnTo>
                      <a:pt x="1464846" y="37263"/>
                    </a:lnTo>
                    <a:cubicBezTo>
                      <a:pt x="1464846" y="16685"/>
                      <a:pt x="1448164" y="3"/>
                      <a:pt x="1427586" y="3"/>
                    </a:cubicBezTo>
                    <a:lnTo>
                      <a:pt x="1040562" y="3"/>
                    </a:lnTo>
                    <a:cubicBezTo>
                      <a:pt x="1019984" y="3"/>
                      <a:pt x="1003301" y="16685"/>
                      <a:pt x="1003301" y="37263"/>
                    </a:cubicBezTo>
                    <a:lnTo>
                      <a:pt x="1003301" y="889846"/>
                    </a:lnTo>
                    <a:cubicBezTo>
                      <a:pt x="1003301" y="900135"/>
                      <a:pt x="1007472" y="909450"/>
                      <a:pt x="1014214" y="916193"/>
                    </a:cubicBezTo>
                    <a:lnTo>
                      <a:pt x="1040552" y="927102"/>
                    </a:lnTo>
                    <a:lnTo>
                      <a:pt x="74845" y="927101"/>
                    </a:lnTo>
                    <a:cubicBezTo>
                      <a:pt x="33509" y="927101"/>
                      <a:pt x="0" y="893592"/>
                      <a:pt x="0" y="852256"/>
                    </a:cubicBezTo>
                    <a:lnTo>
                      <a:pt x="0" y="74845"/>
                    </a:lnTo>
                    <a:cubicBezTo>
                      <a:pt x="0" y="33509"/>
                      <a:pt x="33509" y="0"/>
                      <a:pt x="74845" y="0"/>
                    </a:cubicBezTo>
                    <a:lnTo>
                      <a:pt x="1519006" y="0"/>
                    </a:lnTo>
                    <a:cubicBezTo>
                      <a:pt x="1560342" y="0"/>
                      <a:pt x="1593851" y="33510"/>
                      <a:pt x="1593850" y="74846"/>
                    </a:cubicBezTo>
                    <a:close/>
                  </a:path>
                </a:pathLst>
              </a:custGeom>
              <a:solidFill>
                <a:sysClr val="window" lastClr="FFFFFF">
                  <a:lumMod val="65000"/>
                </a:sysClr>
              </a:solidFill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2BEB839-DC89-4BD4-AC2A-BA22491B451D}"/>
                </a:ext>
              </a:extLst>
            </p:cNvPr>
            <p:cNvSpPr/>
            <p:nvPr/>
          </p:nvSpPr>
          <p:spPr>
            <a:xfrm rot="21411363">
              <a:off x="7332097" y="4951571"/>
              <a:ext cx="525844" cy="160548"/>
            </a:xfrm>
            <a:prstGeom prst="roundRect">
              <a:avLst>
                <a:gd name="adj" fmla="val 33113"/>
              </a:avLst>
            </a:prstGeom>
            <a:solidFill>
              <a:srgbClr val="44546A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E2286B8-E9FA-DC69-4CA6-A1F23032C35C}"/>
                </a:ext>
              </a:extLst>
            </p:cNvPr>
            <p:cNvSpPr/>
            <p:nvPr/>
          </p:nvSpPr>
          <p:spPr>
            <a:xfrm>
              <a:off x="7708900" y="3949700"/>
              <a:ext cx="2120900" cy="1219200"/>
            </a:xfrm>
            <a:prstGeom prst="roundRect">
              <a:avLst>
                <a:gd name="adj" fmla="val 8542"/>
              </a:avLst>
            </a:prstGeom>
            <a:solidFill>
              <a:srgbClr val="ED7D31">
                <a:lumMod val="60000"/>
                <a:lumOff val="40000"/>
              </a:srgbClr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BB8AD2A1-E70F-B4F3-D9B6-7259078D4425}"/>
                </a:ext>
              </a:extLst>
            </p:cNvPr>
            <p:cNvSpPr/>
            <p:nvPr/>
          </p:nvSpPr>
          <p:spPr>
            <a:xfrm>
              <a:off x="5285597" y="3949700"/>
              <a:ext cx="2120900" cy="1219200"/>
            </a:xfrm>
            <a:prstGeom prst="roundRect">
              <a:avLst>
                <a:gd name="adj" fmla="val 8073"/>
              </a:avLst>
            </a:prstGeom>
            <a:solidFill>
              <a:srgbClr val="ED7D31">
                <a:lumMod val="60000"/>
                <a:lumOff val="40000"/>
              </a:srgbClr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: Rounded Corners 62">
              <a:extLst>
                <a:ext uri="{FF2B5EF4-FFF2-40B4-BE49-F238E27FC236}">
                  <a16:creationId xmlns:a16="http://schemas.microsoft.com/office/drawing/2014/main" id="{4146A513-85CE-02D1-7445-87862B2D4F9E}"/>
                </a:ext>
              </a:extLst>
            </p:cNvPr>
            <p:cNvSpPr/>
            <p:nvPr/>
          </p:nvSpPr>
          <p:spPr>
            <a:xfrm rot="16200000">
              <a:off x="4162443" y="2276246"/>
              <a:ext cx="366564" cy="1575916"/>
            </a:xfrm>
            <a:custGeom>
              <a:avLst/>
              <a:gdLst>
                <a:gd name="connsiteX0" fmla="*/ 0 w 266474"/>
                <a:gd name="connsiteY0" fmla="*/ 21512 h 1524755"/>
                <a:gd name="connsiteX1" fmla="*/ 21512 w 266474"/>
                <a:gd name="connsiteY1" fmla="*/ 0 h 1524755"/>
                <a:gd name="connsiteX2" fmla="*/ 244962 w 266474"/>
                <a:gd name="connsiteY2" fmla="*/ 0 h 1524755"/>
                <a:gd name="connsiteX3" fmla="*/ 266474 w 266474"/>
                <a:gd name="connsiteY3" fmla="*/ 21512 h 1524755"/>
                <a:gd name="connsiteX4" fmla="*/ 266474 w 266474"/>
                <a:gd name="connsiteY4" fmla="*/ 1503243 h 1524755"/>
                <a:gd name="connsiteX5" fmla="*/ 244962 w 266474"/>
                <a:gd name="connsiteY5" fmla="*/ 1524755 h 1524755"/>
                <a:gd name="connsiteX6" fmla="*/ 21512 w 266474"/>
                <a:gd name="connsiteY6" fmla="*/ 1524755 h 1524755"/>
                <a:gd name="connsiteX7" fmla="*/ 0 w 266474"/>
                <a:gd name="connsiteY7" fmla="*/ 1503243 h 1524755"/>
                <a:gd name="connsiteX8" fmla="*/ 0 w 266474"/>
                <a:gd name="connsiteY8" fmla="*/ 21512 h 1524755"/>
                <a:gd name="connsiteX0" fmla="*/ 0 w 266474"/>
                <a:gd name="connsiteY0" fmla="*/ 41619 h 1544862"/>
                <a:gd name="connsiteX1" fmla="*/ 21512 w 266474"/>
                <a:gd name="connsiteY1" fmla="*/ 20107 h 1544862"/>
                <a:gd name="connsiteX2" fmla="*/ 244962 w 266474"/>
                <a:gd name="connsiteY2" fmla="*/ 20107 h 1544862"/>
                <a:gd name="connsiteX3" fmla="*/ 266474 w 266474"/>
                <a:gd name="connsiteY3" fmla="*/ 41619 h 1544862"/>
                <a:gd name="connsiteX4" fmla="*/ 266474 w 266474"/>
                <a:gd name="connsiteY4" fmla="*/ 1523350 h 1544862"/>
                <a:gd name="connsiteX5" fmla="*/ 244962 w 266474"/>
                <a:gd name="connsiteY5" fmla="*/ 1544862 h 1544862"/>
                <a:gd name="connsiteX6" fmla="*/ 21512 w 266474"/>
                <a:gd name="connsiteY6" fmla="*/ 1544862 h 1544862"/>
                <a:gd name="connsiteX7" fmla="*/ 0 w 266474"/>
                <a:gd name="connsiteY7" fmla="*/ 1523350 h 1544862"/>
                <a:gd name="connsiteX8" fmla="*/ 0 w 266474"/>
                <a:gd name="connsiteY8" fmla="*/ 41619 h 1544862"/>
                <a:gd name="connsiteX0" fmla="*/ 0 w 266474"/>
                <a:gd name="connsiteY0" fmla="*/ 50332 h 1553575"/>
                <a:gd name="connsiteX1" fmla="*/ 21512 w 266474"/>
                <a:gd name="connsiteY1" fmla="*/ 28820 h 1553575"/>
                <a:gd name="connsiteX2" fmla="*/ 244962 w 266474"/>
                <a:gd name="connsiteY2" fmla="*/ 28820 h 1553575"/>
                <a:gd name="connsiteX3" fmla="*/ 266474 w 266474"/>
                <a:gd name="connsiteY3" fmla="*/ 50332 h 1553575"/>
                <a:gd name="connsiteX4" fmla="*/ 266474 w 266474"/>
                <a:gd name="connsiteY4" fmla="*/ 1532063 h 1553575"/>
                <a:gd name="connsiteX5" fmla="*/ 244962 w 266474"/>
                <a:gd name="connsiteY5" fmla="*/ 1553575 h 1553575"/>
                <a:gd name="connsiteX6" fmla="*/ 21512 w 266474"/>
                <a:gd name="connsiteY6" fmla="*/ 1553575 h 1553575"/>
                <a:gd name="connsiteX7" fmla="*/ 0 w 266474"/>
                <a:gd name="connsiteY7" fmla="*/ 1532063 h 1553575"/>
                <a:gd name="connsiteX8" fmla="*/ 0 w 266474"/>
                <a:gd name="connsiteY8" fmla="*/ 50332 h 1553575"/>
                <a:gd name="connsiteX0" fmla="*/ 0 w 325740"/>
                <a:gd name="connsiteY0" fmla="*/ 50332 h 1553575"/>
                <a:gd name="connsiteX1" fmla="*/ 21512 w 325740"/>
                <a:gd name="connsiteY1" fmla="*/ 28820 h 1553575"/>
                <a:gd name="connsiteX2" fmla="*/ 244962 w 325740"/>
                <a:gd name="connsiteY2" fmla="*/ 28820 h 1553575"/>
                <a:gd name="connsiteX3" fmla="*/ 266474 w 325740"/>
                <a:gd name="connsiteY3" fmla="*/ 50332 h 1553575"/>
                <a:gd name="connsiteX4" fmla="*/ 266474 w 325740"/>
                <a:gd name="connsiteY4" fmla="*/ 1532063 h 1553575"/>
                <a:gd name="connsiteX5" fmla="*/ 244962 w 325740"/>
                <a:gd name="connsiteY5" fmla="*/ 1553575 h 1553575"/>
                <a:gd name="connsiteX6" fmla="*/ 21512 w 325740"/>
                <a:gd name="connsiteY6" fmla="*/ 1553575 h 1553575"/>
                <a:gd name="connsiteX7" fmla="*/ 0 w 325740"/>
                <a:gd name="connsiteY7" fmla="*/ 1532063 h 1553575"/>
                <a:gd name="connsiteX8" fmla="*/ 0 w 325740"/>
                <a:gd name="connsiteY8" fmla="*/ 50332 h 1553575"/>
                <a:gd name="connsiteX0" fmla="*/ 0 w 365595"/>
                <a:gd name="connsiteY0" fmla="*/ 50332 h 1553575"/>
                <a:gd name="connsiteX1" fmla="*/ 21512 w 365595"/>
                <a:gd name="connsiteY1" fmla="*/ 28820 h 1553575"/>
                <a:gd name="connsiteX2" fmla="*/ 244962 w 365595"/>
                <a:gd name="connsiteY2" fmla="*/ 28820 h 1553575"/>
                <a:gd name="connsiteX3" fmla="*/ 266474 w 365595"/>
                <a:gd name="connsiteY3" fmla="*/ 50332 h 1553575"/>
                <a:gd name="connsiteX4" fmla="*/ 266474 w 365595"/>
                <a:gd name="connsiteY4" fmla="*/ 1532063 h 1553575"/>
                <a:gd name="connsiteX5" fmla="*/ 244962 w 365595"/>
                <a:gd name="connsiteY5" fmla="*/ 1553575 h 1553575"/>
                <a:gd name="connsiteX6" fmla="*/ 21512 w 365595"/>
                <a:gd name="connsiteY6" fmla="*/ 1553575 h 1553575"/>
                <a:gd name="connsiteX7" fmla="*/ 0 w 365595"/>
                <a:gd name="connsiteY7" fmla="*/ 1532063 h 1553575"/>
                <a:gd name="connsiteX8" fmla="*/ 0 w 365595"/>
                <a:gd name="connsiteY8" fmla="*/ 50332 h 1553575"/>
                <a:gd name="connsiteX0" fmla="*/ 0 w 365595"/>
                <a:gd name="connsiteY0" fmla="*/ 50332 h 1578975"/>
                <a:gd name="connsiteX1" fmla="*/ 21512 w 365595"/>
                <a:gd name="connsiteY1" fmla="*/ 28820 h 1578975"/>
                <a:gd name="connsiteX2" fmla="*/ 244962 w 365595"/>
                <a:gd name="connsiteY2" fmla="*/ 28820 h 1578975"/>
                <a:gd name="connsiteX3" fmla="*/ 266474 w 365595"/>
                <a:gd name="connsiteY3" fmla="*/ 50332 h 1578975"/>
                <a:gd name="connsiteX4" fmla="*/ 266474 w 365595"/>
                <a:gd name="connsiteY4" fmla="*/ 1532063 h 1578975"/>
                <a:gd name="connsiteX5" fmla="*/ 244962 w 365595"/>
                <a:gd name="connsiteY5" fmla="*/ 1553575 h 1578975"/>
                <a:gd name="connsiteX6" fmla="*/ 21512 w 365595"/>
                <a:gd name="connsiteY6" fmla="*/ 1553575 h 1578975"/>
                <a:gd name="connsiteX7" fmla="*/ 0 w 365595"/>
                <a:gd name="connsiteY7" fmla="*/ 1532063 h 1578975"/>
                <a:gd name="connsiteX8" fmla="*/ 0 w 365595"/>
                <a:gd name="connsiteY8" fmla="*/ 50332 h 1578975"/>
                <a:gd name="connsiteX0" fmla="*/ 0 w 365595"/>
                <a:gd name="connsiteY0" fmla="*/ 50332 h 1587315"/>
                <a:gd name="connsiteX1" fmla="*/ 21512 w 365595"/>
                <a:gd name="connsiteY1" fmla="*/ 28820 h 1587315"/>
                <a:gd name="connsiteX2" fmla="*/ 244962 w 365595"/>
                <a:gd name="connsiteY2" fmla="*/ 28820 h 1587315"/>
                <a:gd name="connsiteX3" fmla="*/ 266474 w 365595"/>
                <a:gd name="connsiteY3" fmla="*/ 50332 h 1587315"/>
                <a:gd name="connsiteX4" fmla="*/ 266474 w 365595"/>
                <a:gd name="connsiteY4" fmla="*/ 1532063 h 1587315"/>
                <a:gd name="connsiteX5" fmla="*/ 244962 w 365595"/>
                <a:gd name="connsiteY5" fmla="*/ 1553575 h 1587315"/>
                <a:gd name="connsiteX6" fmla="*/ 21512 w 365595"/>
                <a:gd name="connsiteY6" fmla="*/ 1553575 h 1587315"/>
                <a:gd name="connsiteX7" fmla="*/ 0 w 365595"/>
                <a:gd name="connsiteY7" fmla="*/ 1532063 h 1587315"/>
                <a:gd name="connsiteX8" fmla="*/ 0 w 365595"/>
                <a:gd name="connsiteY8" fmla="*/ 50332 h 1587315"/>
                <a:gd name="connsiteX0" fmla="*/ 0 w 271039"/>
                <a:gd name="connsiteY0" fmla="*/ 50332 h 1587315"/>
                <a:gd name="connsiteX1" fmla="*/ 21512 w 271039"/>
                <a:gd name="connsiteY1" fmla="*/ 28820 h 1587315"/>
                <a:gd name="connsiteX2" fmla="*/ 244962 w 271039"/>
                <a:gd name="connsiteY2" fmla="*/ 28820 h 1587315"/>
                <a:gd name="connsiteX3" fmla="*/ 266474 w 271039"/>
                <a:gd name="connsiteY3" fmla="*/ 50332 h 1587315"/>
                <a:gd name="connsiteX4" fmla="*/ 244962 w 271039"/>
                <a:gd name="connsiteY4" fmla="*/ 1553575 h 1587315"/>
                <a:gd name="connsiteX5" fmla="*/ 21512 w 271039"/>
                <a:gd name="connsiteY5" fmla="*/ 1553575 h 1587315"/>
                <a:gd name="connsiteX6" fmla="*/ 0 w 271039"/>
                <a:gd name="connsiteY6" fmla="*/ 1532063 h 1587315"/>
                <a:gd name="connsiteX7" fmla="*/ 0 w 271039"/>
                <a:gd name="connsiteY7" fmla="*/ 50332 h 1587315"/>
                <a:gd name="connsiteX0" fmla="*/ 0 w 352608"/>
                <a:gd name="connsiteY0" fmla="*/ 50332 h 1587315"/>
                <a:gd name="connsiteX1" fmla="*/ 21512 w 352608"/>
                <a:gd name="connsiteY1" fmla="*/ 28820 h 1587315"/>
                <a:gd name="connsiteX2" fmla="*/ 244962 w 352608"/>
                <a:gd name="connsiteY2" fmla="*/ 28820 h 1587315"/>
                <a:gd name="connsiteX3" fmla="*/ 266474 w 352608"/>
                <a:gd name="connsiteY3" fmla="*/ 50332 h 1587315"/>
                <a:gd name="connsiteX4" fmla="*/ 244962 w 352608"/>
                <a:gd name="connsiteY4" fmla="*/ 1553575 h 1587315"/>
                <a:gd name="connsiteX5" fmla="*/ 21512 w 352608"/>
                <a:gd name="connsiteY5" fmla="*/ 1553575 h 1587315"/>
                <a:gd name="connsiteX6" fmla="*/ 0 w 352608"/>
                <a:gd name="connsiteY6" fmla="*/ 1532063 h 1587315"/>
                <a:gd name="connsiteX7" fmla="*/ 0 w 352608"/>
                <a:gd name="connsiteY7" fmla="*/ 50332 h 1587315"/>
                <a:gd name="connsiteX0" fmla="*/ 0 w 363167"/>
                <a:gd name="connsiteY0" fmla="*/ 50332 h 1587315"/>
                <a:gd name="connsiteX1" fmla="*/ 21512 w 363167"/>
                <a:gd name="connsiteY1" fmla="*/ 28820 h 1587315"/>
                <a:gd name="connsiteX2" fmla="*/ 244962 w 363167"/>
                <a:gd name="connsiteY2" fmla="*/ 28820 h 1587315"/>
                <a:gd name="connsiteX3" fmla="*/ 266474 w 363167"/>
                <a:gd name="connsiteY3" fmla="*/ 50332 h 1587315"/>
                <a:gd name="connsiteX4" fmla="*/ 244962 w 363167"/>
                <a:gd name="connsiteY4" fmla="*/ 1553575 h 1587315"/>
                <a:gd name="connsiteX5" fmla="*/ 21512 w 363167"/>
                <a:gd name="connsiteY5" fmla="*/ 1553575 h 1587315"/>
                <a:gd name="connsiteX6" fmla="*/ 0 w 363167"/>
                <a:gd name="connsiteY6" fmla="*/ 1532063 h 1587315"/>
                <a:gd name="connsiteX7" fmla="*/ 0 w 363167"/>
                <a:gd name="connsiteY7" fmla="*/ 50332 h 1587315"/>
                <a:gd name="connsiteX0" fmla="*/ 0 w 363167"/>
                <a:gd name="connsiteY0" fmla="*/ 50332 h 1729672"/>
                <a:gd name="connsiteX1" fmla="*/ 21512 w 363167"/>
                <a:gd name="connsiteY1" fmla="*/ 28820 h 1729672"/>
                <a:gd name="connsiteX2" fmla="*/ 244962 w 363167"/>
                <a:gd name="connsiteY2" fmla="*/ 28820 h 1729672"/>
                <a:gd name="connsiteX3" fmla="*/ 266474 w 363167"/>
                <a:gd name="connsiteY3" fmla="*/ 50332 h 1729672"/>
                <a:gd name="connsiteX4" fmla="*/ 244962 w 363167"/>
                <a:gd name="connsiteY4" fmla="*/ 1553575 h 1729672"/>
                <a:gd name="connsiteX5" fmla="*/ 0 w 363167"/>
                <a:gd name="connsiteY5" fmla="*/ 1532063 h 1729672"/>
                <a:gd name="connsiteX6" fmla="*/ 0 w 363167"/>
                <a:gd name="connsiteY6" fmla="*/ 50332 h 1729672"/>
                <a:gd name="connsiteX0" fmla="*/ 0 w 363167"/>
                <a:gd name="connsiteY0" fmla="*/ 50332 h 1649688"/>
                <a:gd name="connsiteX1" fmla="*/ 21512 w 363167"/>
                <a:gd name="connsiteY1" fmla="*/ 28820 h 1649688"/>
                <a:gd name="connsiteX2" fmla="*/ 244962 w 363167"/>
                <a:gd name="connsiteY2" fmla="*/ 28820 h 1649688"/>
                <a:gd name="connsiteX3" fmla="*/ 266474 w 363167"/>
                <a:gd name="connsiteY3" fmla="*/ 50332 h 1649688"/>
                <a:gd name="connsiteX4" fmla="*/ 244962 w 363167"/>
                <a:gd name="connsiteY4" fmla="*/ 1553575 h 1649688"/>
                <a:gd name="connsiteX5" fmla="*/ 0 w 363167"/>
                <a:gd name="connsiteY5" fmla="*/ 1532063 h 1649688"/>
                <a:gd name="connsiteX6" fmla="*/ 0 w 363167"/>
                <a:gd name="connsiteY6" fmla="*/ 50332 h 1649688"/>
                <a:gd name="connsiteX0" fmla="*/ 0 w 363167"/>
                <a:gd name="connsiteY0" fmla="*/ 50332 h 1566296"/>
                <a:gd name="connsiteX1" fmla="*/ 21512 w 363167"/>
                <a:gd name="connsiteY1" fmla="*/ 28820 h 1566296"/>
                <a:gd name="connsiteX2" fmla="*/ 244962 w 363167"/>
                <a:gd name="connsiteY2" fmla="*/ 28820 h 1566296"/>
                <a:gd name="connsiteX3" fmla="*/ 266474 w 363167"/>
                <a:gd name="connsiteY3" fmla="*/ 50332 h 1566296"/>
                <a:gd name="connsiteX4" fmla="*/ 244962 w 363167"/>
                <a:gd name="connsiteY4" fmla="*/ 1553575 h 1566296"/>
                <a:gd name="connsiteX5" fmla="*/ 0 w 363167"/>
                <a:gd name="connsiteY5" fmla="*/ 1532063 h 1566296"/>
                <a:gd name="connsiteX6" fmla="*/ 0 w 363167"/>
                <a:gd name="connsiteY6" fmla="*/ 50332 h 1566296"/>
                <a:gd name="connsiteX0" fmla="*/ 0 w 363167"/>
                <a:gd name="connsiteY0" fmla="*/ 50332 h 1575916"/>
                <a:gd name="connsiteX1" fmla="*/ 21512 w 363167"/>
                <a:gd name="connsiteY1" fmla="*/ 28820 h 1575916"/>
                <a:gd name="connsiteX2" fmla="*/ 244962 w 363167"/>
                <a:gd name="connsiteY2" fmla="*/ 28820 h 1575916"/>
                <a:gd name="connsiteX3" fmla="*/ 266474 w 363167"/>
                <a:gd name="connsiteY3" fmla="*/ 50332 h 1575916"/>
                <a:gd name="connsiteX4" fmla="*/ 244962 w 363167"/>
                <a:gd name="connsiteY4" fmla="*/ 1553575 h 1575916"/>
                <a:gd name="connsiteX5" fmla="*/ 0 w 363167"/>
                <a:gd name="connsiteY5" fmla="*/ 1532063 h 1575916"/>
                <a:gd name="connsiteX6" fmla="*/ 0 w 363167"/>
                <a:gd name="connsiteY6" fmla="*/ 50332 h 1575916"/>
                <a:gd name="connsiteX0" fmla="*/ 0 w 274253"/>
                <a:gd name="connsiteY0" fmla="*/ 50332 h 1575916"/>
                <a:gd name="connsiteX1" fmla="*/ 21512 w 274253"/>
                <a:gd name="connsiteY1" fmla="*/ 28820 h 1575916"/>
                <a:gd name="connsiteX2" fmla="*/ 244962 w 274253"/>
                <a:gd name="connsiteY2" fmla="*/ 28820 h 1575916"/>
                <a:gd name="connsiteX3" fmla="*/ 244962 w 274253"/>
                <a:gd name="connsiteY3" fmla="*/ 1553575 h 1575916"/>
                <a:gd name="connsiteX4" fmla="*/ 0 w 274253"/>
                <a:gd name="connsiteY4" fmla="*/ 1532063 h 1575916"/>
                <a:gd name="connsiteX5" fmla="*/ 0 w 274253"/>
                <a:gd name="connsiteY5" fmla="*/ 50332 h 1575916"/>
                <a:gd name="connsiteX0" fmla="*/ 0 w 317127"/>
                <a:gd name="connsiteY0" fmla="*/ 50332 h 1575916"/>
                <a:gd name="connsiteX1" fmla="*/ 21512 w 317127"/>
                <a:gd name="connsiteY1" fmla="*/ 28820 h 1575916"/>
                <a:gd name="connsiteX2" fmla="*/ 244962 w 317127"/>
                <a:gd name="connsiteY2" fmla="*/ 28820 h 1575916"/>
                <a:gd name="connsiteX3" fmla="*/ 244962 w 317127"/>
                <a:gd name="connsiteY3" fmla="*/ 1553575 h 1575916"/>
                <a:gd name="connsiteX4" fmla="*/ 0 w 317127"/>
                <a:gd name="connsiteY4" fmla="*/ 1532063 h 1575916"/>
                <a:gd name="connsiteX5" fmla="*/ 0 w 317127"/>
                <a:gd name="connsiteY5" fmla="*/ 50332 h 1575916"/>
                <a:gd name="connsiteX0" fmla="*/ 0 w 377335"/>
                <a:gd name="connsiteY0" fmla="*/ 50332 h 1575916"/>
                <a:gd name="connsiteX1" fmla="*/ 21512 w 377335"/>
                <a:gd name="connsiteY1" fmla="*/ 28820 h 1575916"/>
                <a:gd name="connsiteX2" fmla="*/ 244962 w 377335"/>
                <a:gd name="connsiteY2" fmla="*/ 28820 h 1575916"/>
                <a:gd name="connsiteX3" fmla="*/ 244962 w 377335"/>
                <a:gd name="connsiteY3" fmla="*/ 1553575 h 1575916"/>
                <a:gd name="connsiteX4" fmla="*/ 0 w 377335"/>
                <a:gd name="connsiteY4" fmla="*/ 1532063 h 1575916"/>
                <a:gd name="connsiteX5" fmla="*/ 0 w 377335"/>
                <a:gd name="connsiteY5" fmla="*/ 50332 h 1575916"/>
                <a:gd name="connsiteX0" fmla="*/ 0 w 366564"/>
                <a:gd name="connsiteY0" fmla="*/ 50332 h 1575916"/>
                <a:gd name="connsiteX1" fmla="*/ 21512 w 366564"/>
                <a:gd name="connsiteY1" fmla="*/ 28820 h 1575916"/>
                <a:gd name="connsiteX2" fmla="*/ 244962 w 366564"/>
                <a:gd name="connsiteY2" fmla="*/ 28820 h 1575916"/>
                <a:gd name="connsiteX3" fmla="*/ 244962 w 366564"/>
                <a:gd name="connsiteY3" fmla="*/ 1553575 h 1575916"/>
                <a:gd name="connsiteX4" fmla="*/ 0 w 366564"/>
                <a:gd name="connsiteY4" fmla="*/ 1532063 h 1575916"/>
                <a:gd name="connsiteX5" fmla="*/ 0 w 366564"/>
                <a:gd name="connsiteY5" fmla="*/ 50332 h 1575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6564" h="1575916">
                  <a:moveTo>
                    <a:pt x="0" y="50332"/>
                  </a:moveTo>
                  <a:cubicBezTo>
                    <a:pt x="0" y="38451"/>
                    <a:pt x="9631" y="28820"/>
                    <a:pt x="21512" y="28820"/>
                  </a:cubicBezTo>
                  <a:cubicBezTo>
                    <a:pt x="72182" y="-2136"/>
                    <a:pt x="180004" y="-16421"/>
                    <a:pt x="244962" y="28820"/>
                  </a:cubicBezTo>
                  <a:cubicBezTo>
                    <a:pt x="351260" y="178177"/>
                    <a:pt x="454860" y="1531635"/>
                    <a:pt x="244962" y="1553575"/>
                  </a:cubicBezTo>
                  <a:cubicBezTo>
                    <a:pt x="176742" y="1581454"/>
                    <a:pt x="12252" y="1592103"/>
                    <a:pt x="0" y="1532063"/>
                  </a:cubicBezTo>
                  <a:lnTo>
                    <a:pt x="0" y="50332"/>
                  </a:ln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42A93BD-0745-0840-24EC-59922A9C00F1}"/>
                </a:ext>
              </a:extLst>
            </p:cNvPr>
            <p:cNvSpPr/>
            <p:nvPr/>
          </p:nvSpPr>
          <p:spPr>
            <a:xfrm>
              <a:off x="3957802" y="4114799"/>
              <a:ext cx="146050" cy="146050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33696AF-1445-A1AC-C411-8E6B269ECC76}"/>
                </a:ext>
              </a:extLst>
            </p:cNvPr>
            <p:cNvSpPr/>
            <p:nvPr/>
          </p:nvSpPr>
          <p:spPr>
            <a:xfrm flipV="1">
              <a:off x="2250252" y="5542534"/>
              <a:ext cx="7759699" cy="232333"/>
            </a:xfrm>
            <a:prstGeom prst="rect">
              <a:avLst/>
            </a:prstGeom>
            <a:solidFill>
              <a:sysClr val="windowText" lastClr="000000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D8DCD5C-8345-66DD-7B3D-507894D02F0F}"/>
                </a:ext>
              </a:extLst>
            </p:cNvPr>
            <p:cNvSpPr/>
            <p:nvPr/>
          </p:nvSpPr>
          <p:spPr>
            <a:xfrm>
              <a:off x="3903670" y="4617206"/>
              <a:ext cx="937636" cy="937636"/>
            </a:xfrm>
            <a:custGeom>
              <a:avLst/>
              <a:gdLst>
                <a:gd name="connsiteX0" fmla="*/ 468818 w 937636"/>
                <a:gd name="connsiteY0" fmla="*/ 0 h 937636"/>
                <a:gd name="connsiteX1" fmla="*/ 937636 w 937636"/>
                <a:gd name="connsiteY1" fmla="*/ 468818 h 937636"/>
                <a:gd name="connsiteX2" fmla="*/ 468818 w 937636"/>
                <a:gd name="connsiteY2" fmla="*/ 937636 h 937636"/>
                <a:gd name="connsiteX3" fmla="*/ 0 w 937636"/>
                <a:gd name="connsiteY3" fmla="*/ 468818 h 937636"/>
                <a:gd name="connsiteX4" fmla="*/ 468818 w 937636"/>
                <a:gd name="connsiteY4" fmla="*/ 0 h 937636"/>
                <a:gd name="connsiteX5" fmla="*/ 463451 w 937636"/>
                <a:gd name="connsiteY5" fmla="*/ 150263 h 937636"/>
                <a:gd name="connsiteX6" fmla="*/ 144896 w 937636"/>
                <a:gd name="connsiteY6" fmla="*/ 468818 h 937636"/>
                <a:gd name="connsiteX7" fmla="*/ 463451 w 937636"/>
                <a:gd name="connsiteY7" fmla="*/ 787373 h 937636"/>
                <a:gd name="connsiteX8" fmla="*/ 782006 w 937636"/>
                <a:gd name="connsiteY8" fmla="*/ 468818 h 937636"/>
                <a:gd name="connsiteX9" fmla="*/ 463451 w 937636"/>
                <a:gd name="connsiteY9" fmla="*/ 150263 h 937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7636" h="937636">
                  <a:moveTo>
                    <a:pt x="468818" y="0"/>
                  </a:moveTo>
                  <a:cubicBezTo>
                    <a:pt x="727739" y="0"/>
                    <a:pt x="937636" y="209897"/>
                    <a:pt x="937636" y="468818"/>
                  </a:cubicBezTo>
                  <a:cubicBezTo>
                    <a:pt x="937636" y="727739"/>
                    <a:pt x="727739" y="937636"/>
                    <a:pt x="468818" y="937636"/>
                  </a:cubicBezTo>
                  <a:cubicBezTo>
                    <a:pt x="209897" y="937636"/>
                    <a:pt x="0" y="727739"/>
                    <a:pt x="0" y="468818"/>
                  </a:cubicBezTo>
                  <a:cubicBezTo>
                    <a:pt x="0" y="209897"/>
                    <a:pt x="209897" y="0"/>
                    <a:pt x="468818" y="0"/>
                  </a:cubicBezTo>
                  <a:close/>
                  <a:moveTo>
                    <a:pt x="463451" y="150263"/>
                  </a:moveTo>
                  <a:cubicBezTo>
                    <a:pt x="287518" y="150263"/>
                    <a:pt x="144896" y="292885"/>
                    <a:pt x="144896" y="468818"/>
                  </a:cubicBezTo>
                  <a:cubicBezTo>
                    <a:pt x="144896" y="644751"/>
                    <a:pt x="287518" y="787373"/>
                    <a:pt x="463451" y="787373"/>
                  </a:cubicBezTo>
                  <a:cubicBezTo>
                    <a:pt x="639384" y="787373"/>
                    <a:pt x="782006" y="644751"/>
                    <a:pt x="782006" y="468818"/>
                  </a:cubicBezTo>
                  <a:cubicBezTo>
                    <a:pt x="782006" y="292885"/>
                    <a:pt x="639384" y="150263"/>
                    <a:pt x="463451" y="150263"/>
                  </a:cubicBezTo>
                  <a:close/>
                </a:path>
              </a:pathLst>
            </a:custGeom>
            <a:solidFill>
              <a:srgbClr val="44546A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B029629-0A88-BA6A-7AF5-CE503D28F998}"/>
                </a:ext>
              </a:extLst>
            </p:cNvPr>
            <p:cNvSpPr/>
            <p:nvPr/>
          </p:nvSpPr>
          <p:spPr>
            <a:xfrm>
              <a:off x="2788378" y="4616140"/>
              <a:ext cx="937636" cy="937636"/>
            </a:xfrm>
            <a:custGeom>
              <a:avLst/>
              <a:gdLst>
                <a:gd name="connsiteX0" fmla="*/ 468818 w 937636"/>
                <a:gd name="connsiteY0" fmla="*/ 0 h 937636"/>
                <a:gd name="connsiteX1" fmla="*/ 937636 w 937636"/>
                <a:gd name="connsiteY1" fmla="*/ 468818 h 937636"/>
                <a:gd name="connsiteX2" fmla="*/ 468818 w 937636"/>
                <a:gd name="connsiteY2" fmla="*/ 937636 h 937636"/>
                <a:gd name="connsiteX3" fmla="*/ 0 w 937636"/>
                <a:gd name="connsiteY3" fmla="*/ 468818 h 937636"/>
                <a:gd name="connsiteX4" fmla="*/ 468818 w 937636"/>
                <a:gd name="connsiteY4" fmla="*/ 0 h 937636"/>
                <a:gd name="connsiteX5" fmla="*/ 463451 w 937636"/>
                <a:gd name="connsiteY5" fmla="*/ 150263 h 937636"/>
                <a:gd name="connsiteX6" fmla="*/ 144896 w 937636"/>
                <a:gd name="connsiteY6" fmla="*/ 468818 h 937636"/>
                <a:gd name="connsiteX7" fmla="*/ 463451 w 937636"/>
                <a:gd name="connsiteY7" fmla="*/ 787373 h 937636"/>
                <a:gd name="connsiteX8" fmla="*/ 782006 w 937636"/>
                <a:gd name="connsiteY8" fmla="*/ 468818 h 937636"/>
                <a:gd name="connsiteX9" fmla="*/ 463451 w 937636"/>
                <a:gd name="connsiteY9" fmla="*/ 150263 h 937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7636" h="937636">
                  <a:moveTo>
                    <a:pt x="468818" y="0"/>
                  </a:moveTo>
                  <a:cubicBezTo>
                    <a:pt x="727739" y="0"/>
                    <a:pt x="937636" y="209897"/>
                    <a:pt x="937636" y="468818"/>
                  </a:cubicBezTo>
                  <a:cubicBezTo>
                    <a:pt x="937636" y="727739"/>
                    <a:pt x="727739" y="937636"/>
                    <a:pt x="468818" y="937636"/>
                  </a:cubicBezTo>
                  <a:cubicBezTo>
                    <a:pt x="209897" y="937636"/>
                    <a:pt x="0" y="727739"/>
                    <a:pt x="0" y="468818"/>
                  </a:cubicBezTo>
                  <a:cubicBezTo>
                    <a:pt x="0" y="209897"/>
                    <a:pt x="209897" y="0"/>
                    <a:pt x="468818" y="0"/>
                  </a:cubicBezTo>
                  <a:close/>
                  <a:moveTo>
                    <a:pt x="463451" y="150263"/>
                  </a:moveTo>
                  <a:cubicBezTo>
                    <a:pt x="287518" y="150263"/>
                    <a:pt x="144896" y="292885"/>
                    <a:pt x="144896" y="468818"/>
                  </a:cubicBezTo>
                  <a:cubicBezTo>
                    <a:pt x="144896" y="644751"/>
                    <a:pt x="287518" y="787373"/>
                    <a:pt x="463451" y="787373"/>
                  </a:cubicBezTo>
                  <a:cubicBezTo>
                    <a:pt x="639384" y="787373"/>
                    <a:pt x="782006" y="644751"/>
                    <a:pt x="782006" y="468818"/>
                  </a:cubicBezTo>
                  <a:cubicBezTo>
                    <a:pt x="782006" y="292885"/>
                    <a:pt x="639384" y="150263"/>
                    <a:pt x="463451" y="150263"/>
                  </a:cubicBezTo>
                  <a:close/>
                </a:path>
              </a:pathLst>
            </a:custGeom>
            <a:solidFill>
              <a:srgbClr val="44546A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A70ACBB-791E-1EF2-54FC-DAC3230051E6}"/>
                </a:ext>
              </a:extLst>
            </p:cNvPr>
            <p:cNvSpPr/>
            <p:nvPr/>
          </p:nvSpPr>
          <p:spPr>
            <a:xfrm>
              <a:off x="5385349" y="4629463"/>
              <a:ext cx="937636" cy="937636"/>
            </a:xfrm>
            <a:custGeom>
              <a:avLst/>
              <a:gdLst>
                <a:gd name="connsiteX0" fmla="*/ 468818 w 937636"/>
                <a:gd name="connsiteY0" fmla="*/ 0 h 937636"/>
                <a:gd name="connsiteX1" fmla="*/ 937636 w 937636"/>
                <a:gd name="connsiteY1" fmla="*/ 468818 h 937636"/>
                <a:gd name="connsiteX2" fmla="*/ 468818 w 937636"/>
                <a:gd name="connsiteY2" fmla="*/ 937636 h 937636"/>
                <a:gd name="connsiteX3" fmla="*/ 0 w 937636"/>
                <a:gd name="connsiteY3" fmla="*/ 468818 h 937636"/>
                <a:gd name="connsiteX4" fmla="*/ 468818 w 937636"/>
                <a:gd name="connsiteY4" fmla="*/ 0 h 937636"/>
                <a:gd name="connsiteX5" fmla="*/ 463451 w 937636"/>
                <a:gd name="connsiteY5" fmla="*/ 150263 h 937636"/>
                <a:gd name="connsiteX6" fmla="*/ 144896 w 937636"/>
                <a:gd name="connsiteY6" fmla="*/ 468818 h 937636"/>
                <a:gd name="connsiteX7" fmla="*/ 463451 w 937636"/>
                <a:gd name="connsiteY7" fmla="*/ 787373 h 937636"/>
                <a:gd name="connsiteX8" fmla="*/ 782006 w 937636"/>
                <a:gd name="connsiteY8" fmla="*/ 468818 h 937636"/>
                <a:gd name="connsiteX9" fmla="*/ 463451 w 937636"/>
                <a:gd name="connsiteY9" fmla="*/ 150263 h 937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7636" h="937636">
                  <a:moveTo>
                    <a:pt x="468818" y="0"/>
                  </a:moveTo>
                  <a:cubicBezTo>
                    <a:pt x="727739" y="0"/>
                    <a:pt x="937636" y="209897"/>
                    <a:pt x="937636" y="468818"/>
                  </a:cubicBezTo>
                  <a:cubicBezTo>
                    <a:pt x="937636" y="727739"/>
                    <a:pt x="727739" y="937636"/>
                    <a:pt x="468818" y="937636"/>
                  </a:cubicBezTo>
                  <a:cubicBezTo>
                    <a:pt x="209897" y="937636"/>
                    <a:pt x="0" y="727739"/>
                    <a:pt x="0" y="468818"/>
                  </a:cubicBezTo>
                  <a:cubicBezTo>
                    <a:pt x="0" y="209897"/>
                    <a:pt x="209897" y="0"/>
                    <a:pt x="468818" y="0"/>
                  </a:cubicBezTo>
                  <a:close/>
                  <a:moveTo>
                    <a:pt x="463451" y="150263"/>
                  </a:moveTo>
                  <a:cubicBezTo>
                    <a:pt x="287518" y="150263"/>
                    <a:pt x="144896" y="292885"/>
                    <a:pt x="144896" y="468818"/>
                  </a:cubicBezTo>
                  <a:cubicBezTo>
                    <a:pt x="144896" y="644751"/>
                    <a:pt x="287518" y="787373"/>
                    <a:pt x="463451" y="787373"/>
                  </a:cubicBezTo>
                  <a:cubicBezTo>
                    <a:pt x="639384" y="787373"/>
                    <a:pt x="782006" y="644751"/>
                    <a:pt x="782006" y="468818"/>
                  </a:cubicBezTo>
                  <a:cubicBezTo>
                    <a:pt x="782006" y="292885"/>
                    <a:pt x="639384" y="150263"/>
                    <a:pt x="463451" y="150263"/>
                  </a:cubicBezTo>
                  <a:close/>
                </a:path>
              </a:pathLst>
            </a:custGeom>
            <a:solidFill>
              <a:srgbClr val="44546A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AE332AC-69DB-39D9-8F98-8B1637F046AF}"/>
                </a:ext>
              </a:extLst>
            </p:cNvPr>
            <p:cNvSpPr/>
            <p:nvPr/>
          </p:nvSpPr>
          <p:spPr>
            <a:xfrm>
              <a:off x="6380952" y="4625182"/>
              <a:ext cx="937636" cy="937636"/>
            </a:xfrm>
            <a:custGeom>
              <a:avLst/>
              <a:gdLst>
                <a:gd name="connsiteX0" fmla="*/ 468818 w 937636"/>
                <a:gd name="connsiteY0" fmla="*/ 0 h 937636"/>
                <a:gd name="connsiteX1" fmla="*/ 937636 w 937636"/>
                <a:gd name="connsiteY1" fmla="*/ 468818 h 937636"/>
                <a:gd name="connsiteX2" fmla="*/ 468818 w 937636"/>
                <a:gd name="connsiteY2" fmla="*/ 937636 h 937636"/>
                <a:gd name="connsiteX3" fmla="*/ 0 w 937636"/>
                <a:gd name="connsiteY3" fmla="*/ 468818 h 937636"/>
                <a:gd name="connsiteX4" fmla="*/ 468818 w 937636"/>
                <a:gd name="connsiteY4" fmla="*/ 0 h 937636"/>
                <a:gd name="connsiteX5" fmla="*/ 463451 w 937636"/>
                <a:gd name="connsiteY5" fmla="*/ 150263 h 937636"/>
                <a:gd name="connsiteX6" fmla="*/ 144896 w 937636"/>
                <a:gd name="connsiteY6" fmla="*/ 468818 h 937636"/>
                <a:gd name="connsiteX7" fmla="*/ 463451 w 937636"/>
                <a:gd name="connsiteY7" fmla="*/ 787373 h 937636"/>
                <a:gd name="connsiteX8" fmla="*/ 782006 w 937636"/>
                <a:gd name="connsiteY8" fmla="*/ 468818 h 937636"/>
                <a:gd name="connsiteX9" fmla="*/ 463451 w 937636"/>
                <a:gd name="connsiteY9" fmla="*/ 150263 h 937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7636" h="937636">
                  <a:moveTo>
                    <a:pt x="468818" y="0"/>
                  </a:moveTo>
                  <a:cubicBezTo>
                    <a:pt x="727739" y="0"/>
                    <a:pt x="937636" y="209897"/>
                    <a:pt x="937636" y="468818"/>
                  </a:cubicBezTo>
                  <a:cubicBezTo>
                    <a:pt x="937636" y="727739"/>
                    <a:pt x="727739" y="937636"/>
                    <a:pt x="468818" y="937636"/>
                  </a:cubicBezTo>
                  <a:cubicBezTo>
                    <a:pt x="209897" y="937636"/>
                    <a:pt x="0" y="727739"/>
                    <a:pt x="0" y="468818"/>
                  </a:cubicBezTo>
                  <a:cubicBezTo>
                    <a:pt x="0" y="209897"/>
                    <a:pt x="209897" y="0"/>
                    <a:pt x="468818" y="0"/>
                  </a:cubicBezTo>
                  <a:close/>
                  <a:moveTo>
                    <a:pt x="463451" y="150263"/>
                  </a:moveTo>
                  <a:cubicBezTo>
                    <a:pt x="287518" y="150263"/>
                    <a:pt x="144896" y="292885"/>
                    <a:pt x="144896" y="468818"/>
                  </a:cubicBezTo>
                  <a:cubicBezTo>
                    <a:pt x="144896" y="644751"/>
                    <a:pt x="287518" y="787373"/>
                    <a:pt x="463451" y="787373"/>
                  </a:cubicBezTo>
                  <a:cubicBezTo>
                    <a:pt x="639384" y="787373"/>
                    <a:pt x="782006" y="644751"/>
                    <a:pt x="782006" y="468818"/>
                  </a:cubicBezTo>
                  <a:cubicBezTo>
                    <a:pt x="782006" y="292885"/>
                    <a:pt x="639384" y="150263"/>
                    <a:pt x="463451" y="150263"/>
                  </a:cubicBezTo>
                  <a:close/>
                </a:path>
              </a:pathLst>
            </a:custGeom>
            <a:solidFill>
              <a:srgbClr val="44546A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D3220BD-3CA1-D287-13A9-A418BD141823}"/>
                </a:ext>
              </a:extLst>
            </p:cNvPr>
            <p:cNvSpPr/>
            <p:nvPr/>
          </p:nvSpPr>
          <p:spPr>
            <a:xfrm>
              <a:off x="7831714" y="4625182"/>
              <a:ext cx="937636" cy="937636"/>
            </a:xfrm>
            <a:custGeom>
              <a:avLst/>
              <a:gdLst>
                <a:gd name="connsiteX0" fmla="*/ 468818 w 937636"/>
                <a:gd name="connsiteY0" fmla="*/ 0 h 937636"/>
                <a:gd name="connsiteX1" fmla="*/ 937636 w 937636"/>
                <a:gd name="connsiteY1" fmla="*/ 468818 h 937636"/>
                <a:gd name="connsiteX2" fmla="*/ 468818 w 937636"/>
                <a:gd name="connsiteY2" fmla="*/ 937636 h 937636"/>
                <a:gd name="connsiteX3" fmla="*/ 0 w 937636"/>
                <a:gd name="connsiteY3" fmla="*/ 468818 h 937636"/>
                <a:gd name="connsiteX4" fmla="*/ 468818 w 937636"/>
                <a:gd name="connsiteY4" fmla="*/ 0 h 937636"/>
                <a:gd name="connsiteX5" fmla="*/ 463451 w 937636"/>
                <a:gd name="connsiteY5" fmla="*/ 150263 h 937636"/>
                <a:gd name="connsiteX6" fmla="*/ 144896 w 937636"/>
                <a:gd name="connsiteY6" fmla="*/ 468818 h 937636"/>
                <a:gd name="connsiteX7" fmla="*/ 463451 w 937636"/>
                <a:gd name="connsiteY7" fmla="*/ 787373 h 937636"/>
                <a:gd name="connsiteX8" fmla="*/ 782006 w 937636"/>
                <a:gd name="connsiteY8" fmla="*/ 468818 h 937636"/>
                <a:gd name="connsiteX9" fmla="*/ 463451 w 937636"/>
                <a:gd name="connsiteY9" fmla="*/ 150263 h 937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7636" h="937636">
                  <a:moveTo>
                    <a:pt x="468818" y="0"/>
                  </a:moveTo>
                  <a:cubicBezTo>
                    <a:pt x="727739" y="0"/>
                    <a:pt x="937636" y="209897"/>
                    <a:pt x="937636" y="468818"/>
                  </a:cubicBezTo>
                  <a:cubicBezTo>
                    <a:pt x="937636" y="727739"/>
                    <a:pt x="727739" y="937636"/>
                    <a:pt x="468818" y="937636"/>
                  </a:cubicBezTo>
                  <a:cubicBezTo>
                    <a:pt x="209897" y="937636"/>
                    <a:pt x="0" y="727739"/>
                    <a:pt x="0" y="468818"/>
                  </a:cubicBezTo>
                  <a:cubicBezTo>
                    <a:pt x="0" y="209897"/>
                    <a:pt x="209897" y="0"/>
                    <a:pt x="468818" y="0"/>
                  </a:cubicBezTo>
                  <a:close/>
                  <a:moveTo>
                    <a:pt x="463451" y="150263"/>
                  </a:moveTo>
                  <a:cubicBezTo>
                    <a:pt x="287518" y="150263"/>
                    <a:pt x="144896" y="292885"/>
                    <a:pt x="144896" y="468818"/>
                  </a:cubicBezTo>
                  <a:cubicBezTo>
                    <a:pt x="144896" y="644751"/>
                    <a:pt x="287518" y="787373"/>
                    <a:pt x="463451" y="787373"/>
                  </a:cubicBezTo>
                  <a:cubicBezTo>
                    <a:pt x="639384" y="787373"/>
                    <a:pt x="782006" y="644751"/>
                    <a:pt x="782006" y="468818"/>
                  </a:cubicBezTo>
                  <a:cubicBezTo>
                    <a:pt x="782006" y="292885"/>
                    <a:pt x="639384" y="150263"/>
                    <a:pt x="463451" y="150263"/>
                  </a:cubicBezTo>
                  <a:close/>
                </a:path>
              </a:pathLst>
            </a:custGeom>
            <a:solidFill>
              <a:srgbClr val="44546A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F7CE7B9-8C1C-A8AA-416E-A488159F3F1B}"/>
                </a:ext>
              </a:extLst>
            </p:cNvPr>
            <p:cNvSpPr/>
            <p:nvPr/>
          </p:nvSpPr>
          <p:spPr>
            <a:xfrm>
              <a:off x="8813658" y="4625182"/>
              <a:ext cx="937636" cy="937636"/>
            </a:xfrm>
            <a:custGeom>
              <a:avLst/>
              <a:gdLst>
                <a:gd name="connsiteX0" fmla="*/ 468818 w 937636"/>
                <a:gd name="connsiteY0" fmla="*/ 0 h 937636"/>
                <a:gd name="connsiteX1" fmla="*/ 937636 w 937636"/>
                <a:gd name="connsiteY1" fmla="*/ 468818 h 937636"/>
                <a:gd name="connsiteX2" fmla="*/ 468818 w 937636"/>
                <a:gd name="connsiteY2" fmla="*/ 937636 h 937636"/>
                <a:gd name="connsiteX3" fmla="*/ 0 w 937636"/>
                <a:gd name="connsiteY3" fmla="*/ 468818 h 937636"/>
                <a:gd name="connsiteX4" fmla="*/ 468818 w 937636"/>
                <a:gd name="connsiteY4" fmla="*/ 0 h 937636"/>
                <a:gd name="connsiteX5" fmla="*/ 463451 w 937636"/>
                <a:gd name="connsiteY5" fmla="*/ 150263 h 937636"/>
                <a:gd name="connsiteX6" fmla="*/ 144896 w 937636"/>
                <a:gd name="connsiteY6" fmla="*/ 468818 h 937636"/>
                <a:gd name="connsiteX7" fmla="*/ 463451 w 937636"/>
                <a:gd name="connsiteY7" fmla="*/ 787373 h 937636"/>
                <a:gd name="connsiteX8" fmla="*/ 782006 w 937636"/>
                <a:gd name="connsiteY8" fmla="*/ 468818 h 937636"/>
                <a:gd name="connsiteX9" fmla="*/ 463451 w 937636"/>
                <a:gd name="connsiteY9" fmla="*/ 150263 h 937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7636" h="937636">
                  <a:moveTo>
                    <a:pt x="468818" y="0"/>
                  </a:moveTo>
                  <a:cubicBezTo>
                    <a:pt x="727739" y="0"/>
                    <a:pt x="937636" y="209897"/>
                    <a:pt x="937636" y="468818"/>
                  </a:cubicBezTo>
                  <a:cubicBezTo>
                    <a:pt x="937636" y="727739"/>
                    <a:pt x="727739" y="937636"/>
                    <a:pt x="468818" y="937636"/>
                  </a:cubicBezTo>
                  <a:cubicBezTo>
                    <a:pt x="209897" y="937636"/>
                    <a:pt x="0" y="727739"/>
                    <a:pt x="0" y="468818"/>
                  </a:cubicBezTo>
                  <a:cubicBezTo>
                    <a:pt x="0" y="209897"/>
                    <a:pt x="209897" y="0"/>
                    <a:pt x="468818" y="0"/>
                  </a:cubicBezTo>
                  <a:close/>
                  <a:moveTo>
                    <a:pt x="463451" y="150263"/>
                  </a:moveTo>
                  <a:cubicBezTo>
                    <a:pt x="287518" y="150263"/>
                    <a:pt x="144896" y="292885"/>
                    <a:pt x="144896" y="468818"/>
                  </a:cubicBezTo>
                  <a:cubicBezTo>
                    <a:pt x="144896" y="644751"/>
                    <a:pt x="287518" y="787373"/>
                    <a:pt x="463451" y="787373"/>
                  </a:cubicBezTo>
                  <a:cubicBezTo>
                    <a:pt x="639384" y="787373"/>
                    <a:pt x="782006" y="644751"/>
                    <a:pt x="782006" y="468818"/>
                  </a:cubicBezTo>
                  <a:cubicBezTo>
                    <a:pt x="782006" y="292885"/>
                    <a:pt x="639384" y="150263"/>
                    <a:pt x="463451" y="150263"/>
                  </a:cubicBezTo>
                  <a:close/>
                </a:path>
              </a:pathLst>
            </a:custGeom>
            <a:solidFill>
              <a:srgbClr val="44546A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5C918A8A-AA85-8BFC-753B-95B0D27D2850}"/>
                </a:ext>
              </a:extLst>
            </p:cNvPr>
            <p:cNvSpPr/>
            <p:nvPr/>
          </p:nvSpPr>
          <p:spPr>
            <a:xfrm>
              <a:off x="2868128" y="5101790"/>
              <a:ext cx="1663378" cy="71579"/>
            </a:xfrm>
            <a:prstGeom prst="roundRect">
              <a:avLst/>
            </a:prstGeom>
            <a:solidFill>
              <a:srgbClr val="44546A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98A2A0CB-6DC2-E9FF-16DC-8AD728AB4BE1}"/>
                </a:ext>
              </a:extLst>
            </p:cNvPr>
            <p:cNvSpPr/>
            <p:nvPr/>
          </p:nvSpPr>
          <p:spPr>
            <a:xfrm>
              <a:off x="5479771" y="5118429"/>
              <a:ext cx="1422139" cy="61198"/>
            </a:xfrm>
            <a:prstGeom prst="roundRect">
              <a:avLst/>
            </a:prstGeom>
            <a:solidFill>
              <a:srgbClr val="44546A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81194F78-1389-A532-47F1-6D109FE15454}"/>
                </a:ext>
              </a:extLst>
            </p:cNvPr>
            <p:cNvSpPr/>
            <p:nvPr/>
          </p:nvSpPr>
          <p:spPr>
            <a:xfrm>
              <a:off x="7950540" y="5118429"/>
              <a:ext cx="1422139" cy="61198"/>
            </a:xfrm>
            <a:prstGeom prst="roundRect">
              <a:avLst/>
            </a:prstGeom>
            <a:solidFill>
              <a:srgbClr val="44546A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7815B2D-9998-6F9B-EA12-2B3C7CBAC9CE}"/>
                </a:ext>
              </a:extLst>
            </p:cNvPr>
            <p:cNvSpPr/>
            <p:nvPr/>
          </p:nvSpPr>
          <p:spPr>
            <a:xfrm>
              <a:off x="5440329" y="5112971"/>
              <a:ext cx="82512" cy="82512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BB2395C-1698-25FF-FC63-3A544E0EBDDA}"/>
                </a:ext>
              </a:extLst>
            </p:cNvPr>
            <p:cNvSpPr/>
            <p:nvPr/>
          </p:nvSpPr>
          <p:spPr>
            <a:xfrm>
              <a:off x="6850794" y="5112552"/>
              <a:ext cx="82512" cy="82512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A9816EB-9112-6219-DD3E-40ECEEB2C7CD}"/>
                </a:ext>
              </a:extLst>
            </p:cNvPr>
            <p:cNvSpPr/>
            <p:nvPr/>
          </p:nvSpPr>
          <p:spPr>
            <a:xfrm>
              <a:off x="4471303" y="5083709"/>
              <a:ext cx="101066" cy="101066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80133C0-9242-23CE-730F-F1512041614C}"/>
                </a:ext>
              </a:extLst>
            </p:cNvPr>
            <p:cNvSpPr/>
            <p:nvPr/>
          </p:nvSpPr>
          <p:spPr>
            <a:xfrm>
              <a:off x="2819321" y="5090422"/>
              <a:ext cx="101066" cy="101066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EDF82D4-AD28-80AD-CFEC-C979497FA0CB}"/>
                </a:ext>
              </a:extLst>
            </p:cNvPr>
            <p:cNvSpPr/>
            <p:nvPr/>
          </p:nvSpPr>
          <p:spPr>
            <a:xfrm>
              <a:off x="7894449" y="5112552"/>
              <a:ext cx="82512" cy="82512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970EB5D-CFF3-495D-ACAA-83BB6D4270DB}"/>
                </a:ext>
              </a:extLst>
            </p:cNvPr>
            <p:cNvSpPr/>
            <p:nvPr/>
          </p:nvSpPr>
          <p:spPr>
            <a:xfrm>
              <a:off x="9321110" y="5112552"/>
              <a:ext cx="82512" cy="82512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D5635D2-AD7C-CA2B-03B3-8EE2EC96257E}"/>
              </a:ext>
            </a:extLst>
          </p:cNvPr>
          <p:cNvGrpSpPr/>
          <p:nvPr/>
        </p:nvGrpSpPr>
        <p:grpSpPr>
          <a:xfrm flipH="1">
            <a:off x="2492531" y="841753"/>
            <a:ext cx="8437197" cy="5356929"/>
            <a:chOff x="2250252" y="848095"/>
            <a:chExt cx="7759699" cy="4926772"/>
          </a:xfrm>
          <a:solidFill>
            <a:schemeClr val="bg1"/>
          </a:solidFill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9F0B5128-3844-F355-B96C-298D07A4012F}"/>
                </a:ext>
              </a:extLst>
            </p:cNvPr>
            <p:cNvSpPr/>
            <p:nvPr/>
          </p:nvSpPr>
          <p:spPr>
            <a:xfrm rot="16449497">
              <a:off x="2251106" y="4615006"/>
              <a:ext cx="525844" cy="380387"/>
            </a:xfrm>
            <a:prstGeom prst="roundRect">
              <a:avLst>
                <a:gd name="adj" fmla="val 33113"/>
              </a:avLst>
            </a:pr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ED4AAAD5-BBA7-2ABC-A20B-C45A85448770}"/>
                </a:ext>
              </a:extLst>
            </p:cNvPr>
            <p:cNvSpPr/>
            <p:nvPr/>
          </p:nvSpPr>
          <p:spPr>
            <a:xfrm rot="21411363">
              <a:off x="4871474" y="4917691"/>
              <a:ext cx="525844" cy="160548"/>
            </a:xfrm>
            <a:prstGeom prst="roundRect">
              <a:avLst>
                <a:gd name="adj" fmla="val 33113"/>
              </a:avLst>
            </a:pr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Rectangle 74">
              <a:extLst>
                <a:ext uri="{FF2B5EF4-FFF2-40B4-BE49-F238E27FC236}">
                  <a16:creationId xmlns:a16="http://schemas.microsoft.com/office/drawing/2014/main" id="{CD6C16CC-C9A5-61CA-C959-1B0BFD87C06F}"/>
                </a:ext>
              </a:extLst>
            </p:cNvPr>
            <p:cNvSpPr/>
            <p:nvPr/>
          </p:nvSpPr>
          <p:spPr>
            <a:xfrm>
              <a:off x="2659360" y="848095"/>
              <a:ext cx="7350591" cy="2442570"/>
            </a:xfrm>
            <a:custGeom>
              <a:avLst/>
              <a:gdLst>
                <a:gd name="connsiteX0" fmla="*/ 0 w 5433060"/>
                <a:gd name="connsiteY0" fmla="*/ 0 h 1094737"/>
                <a:gd name="connsiteX1" fmla="*/ 5433060 w 5433060"/>
                <a:gd name="connsiteY1" fmla="*/ 0 h 1094737"/>
                <a:gd name="connsiteX2" fmla="*/ 5433060 w 5433060"/>
                <a:gd name="connsiteY2" fmla="*/ 1094737 h 1094737"/>
                <a:gd name="connsiteX3" fmla="*/ 0 w 5433060"/>
                <a:gd name="connsiteY3" fmla="*/ 1094737 h 1094737"/>
                <a:gd name="connsiteX4" fmla="*/ 0 w 5433060"/>
                <a:gd name="connsiteY4" fmla="*/ 0 h 1094737"/>
                <a:gd name="connsiteX0" fmla="*/ 914400 w 6347460"/>
                <a:gd name="connsiteY0" fmla="*/ 0 h 1559557"/>
                <a:gd name="connsiteX1" fmla="*/ 6347460 w 6347460"/>
                <a:gd name="connsiteY1" fmla="*/ 0 h 1559557"/>
                <a:gd name="connsiteX2" fmla="*/ 6347460 w 6347460"/>
                <a:gd name="connsiteY2" fmla="*/ 1094737 h 1559557"/>
                <a:gd name="connsiteX3" fmla="*/ 0 w 6347460"/>
                <a:gd name="connsiteY3" fmla="*/ 1559557 h 1559557"/>
                <a:gd name="connsiteX4" fmla="*/ 914400 w 6347460"/>
                <a:gd name="connsiteY4" fmla="*/ 0 h 1559557"/>
                <a:gd name="connsiteX0" fmla="*/ 914400 w 6347460"/>
                <a:gd name="connsiteY0" fmla="*/ 0 h 1559557"/>
                <a:gd name="connsiteX1" fmla="*/ 6347460 w 6347460"/>
                <a:gd name="connsiteY1" fmla="*/ 0 h 1559557"/>
                <a:gd name="connsiteX2" fmla="*/ 6347460 w 6347460"/>
                <a:gd name="connsiteY2" fmla="*/ 1094737 h 1559557"/>
                <a:gd name="connsiteX3" fmla="*/ 220980 w 6347460"/>
                <a:gd name="connsiteY3" fmla="*/ 1341120 h 1559557"/>
                <a:gd name="connsiteX4" fmla="*/ 0 w 6347460"/>
                <a:gd name="connsiteY4" fmla="*/ 1559557 h 1559557"/>
                <a:gd name="connsiteX5" fmla="*/ 914400 w 6347460"/>
                <a:gd name="connsiteY5" fmla="*/ 0 h 1559557"/>
                <a:gd name="connsiteX0" fmla="*/ 914400 w 6347460"/>
                <a:gd name="connsiteY0" fmla="*/ 0 h 1559557"/>
                <a:gd name="connsiteX1" fmla="*/ 6347460 w 6347460"/>
                <a:gd name="connsiteY1" fmla="*/ 0 h 1559557"/>
                <a:gd name="connsiteX2" fmla="*/ 6347460 w 6347460"/>
                <a:gd name="connsiteY2" fmla="*/ 1094737 h 1559557"/>
                <a:gd name="connsiteX3" fmla="*/ 716280 w 6347460"/>
                <a:gd name="connsiteY3" fmla="*/ 1082040 h 1559557"/>
                <a:gd name="connsiteX4" fmla="*/ 220980 w 6347460"/>
                <a:gd name="connsiteY4" fmla="*/ 1341120 h 1559557"/>
                <a:gd name="connsiteX5" fmla="*/ 0 w 6347460"/>
                <a:gd name="connsiteY5" fmla="*/ 1559557 h 1559557"/>
                <a:gd name="connsiteX6" fmla="*/ 914400 w 6347460"/>
                <a:gd name="connsiteY6" fmla="*/ 0 h 1559557"/>
                <a:gd name="connsiteX0" fmla="*/ 914400 w 6347460"/>
                <a:gd name="connsiteY0" fmla="*/ 0 h 1559557"/>
                <a:gd name="connsiteX1" fmla="*/ 6347460 w 6347460"/>
                <a:gd name="connsiteY1" fmla="*/ 0 h 1559557"/>
                <a:gd name="connsiteX2" fmla="*/ 6347460 w 6347460"/>
                <a:gd name="connsiteY2" fmla="*/ 1094737 h 1559557"/>
                <a:gd name="connsiteX3" fmla="*/ 1485900 w 6347460"/>
                <a:gd name="connsiteY3" fmla="*/ 1143000 h 1559557"/>
                <a:gd name="connsiteX4" fmla="*/ 716280 w 6347460"/>
                <a:gd name="connsiteY4" fmla="*/ 1082040 h 1559557"/>
                <a:gd name="connsiteX5" fmla="*/ 220980 w 6347460"/>
                <a:gd name="connsiteY5" fmla="*/ 1341120 h 1559557"/>
                <a:gd name="connsiteX6" fmla="*/ 0 w 6347460"/>
                <a:gd name="connsiteY6" fmla="*/ 1559557 h 1559557"/>
                <a:gd name="connsiteX7" fmla="*/ 914400 w 6347460"/>
                <a:gd name="connsiteY7" fmla="*/ 0 h 1559557"/>
                <a:gd name="connsiteX0" fmla="*/ 914400 w 6347460"/>
                <a:gd name="connsiteY0" fmla="*/ 0 h 1559557"/>
                <a:gd name="connsiteX1" fmla="*/ 6347460 w 6347460"/>
                <a:gd name="connsiteY1" fmla="*/ 0 h 1559557"/>
                <a:gd name="connsiteX2" fmla="*/ 6347460 w 6347460"/>
                <a:gd name="connsiteY2" fmla="*/ 1094737 h 1559557"/>
                <a:gd name="connsiteX3" fmla="*/ 2773680 w 6347460"/>
                <a:gd name="connsiteY3" fmla="*/ 960120 h 1559557"/>
                <a:gd name="connsiteX4" fmla="*/ 1485900 w 6347460"/>
                <a:gd name="connsiteY4" fmla="*/ 1143000 h 1559557"/>
                <a:gd name="connsiteX5" fmla="*/ 716280 w 6347460"/>
                <a:gd name="connsiteY5" fmla="*/ 1082040 h 1559557"/>
                <a:gd name="connsiteX6" fmla="*/ 220980 w 6347460"/>
                <a:gd name="connsiteY6" fmla="*/ 1341120 h 1559557"/>
                <a:gd name="connsiteX7" fmla="*/ 0 w 6347460"/>
                <a:gd name="connsiteY7" fmla="*/ 1559557 h 1559557"/>
                <a:gd name="connsiteX8" fmla="*/ 914400 w 6347460"/>
                <a:gd name="connsiteY8" fmla="*/ 0 h 1559557"/>
                <a:gd name="connsiteX0" fmla="*/ 914400 w 6347460"/>
                <a:gd name="connsiteY0" fmla="*/ 0 h 1559557"/>
                <a:gd name="connsiteX1" fmla="*/ 6347460 w 6347460"/>
                <a:gd name="connsiteY1" fmla="*/ 0 h 1559557"/>
                <a:gd name="connsiteX2" fmla="*/ 6347460 w 6347460"/>
                <a:gd name="connsiteY2" fmla="*/ 1094737 h 1559557"/>
                <a:gd name="connsiteX3" fmla="*/ 3108960 w 6347460"/>
                <a:gd name="connsiteY3" fmla="*/ 914400 h 1559557"/>
                <a:gd name="connsiteX4" fmla="*/ 2773680 w 6347460"/>
                <a:gd name="connsiteY4" fmla="*/ 960120 h 1559557"/>
                <a:gd name="connsiteX5" fmla="*/ 1485900 w 6347460"/>
                <a:gd name="connsiteY5" fmla="*/ 1143000 h 1559557"/>
                <a:gd name="connsiteX6" fmla="*/ 716280 w 6347460"/>
                <a:gd name="connsiteY6" fmla="*/ 1082040 h 1559557"/>
                <a:gd name="connsiteX7" fmla="*/ 220980 w 6347460"/>
                <a:gd name="connsiteY7" fmla="*/ 1341120 h 1559557"/>
                <a:gd name="connsiteX8" fmla="*/ 0 w 6347460"/>
                <a:gd name="connsiteY8" fmla="*/ 1559557 h 1559557"/>
                <a:gd name="connsiteX9" fmla="*/ 914400 w 6347460"/>
                <a:gd name="connsiteY9" fmla="*/ 0 h 1559557"/>
                <a:gd name="connsiteX0" fmla="*/ 914400 w 6347460"/>
                <a:gd name="connsiteY0" fmla="*/ 0 h 1559557"/>
                <a:gd name="connsiteX1" fmla="*/ 6347460 w 6347460"/>
                <a:gd name="connsiteY1" fmla="*/ 0 h 1559557"/>
                <a:gd name="connsiteX2" fmla="*/ 6347460 w 6347460"/>
                <a:gd name="connsiteY2" fmla="*/ 1094737 h 1559557"/>
                <a:gd name="connsiteX3" fmla="*/ 4191000 w 6347460"/>
                <a:gd name="connsiteY3" fmla="*/ 1539240 h 1559557"/>
                <a:gd name="connsiteX4" fmla="*/ 3108960 w 6347460"/>
                <a:gd name="connsiteY4" fmla="*/ 914400 h 1559557"/>
                <a:gd name="connsiteX5" fmla="*/ 2773680 w 6347460"/>
                <a:gd name="connsiteY5" fmla="*/ 960120 h 1559557"/>
                <a:gd name="connsiteX6" fmla="*/ 1485900 w 6347460"/>
                <a:gd name="connsiteY6" fmla="*/ 1143000 h 1559557"/>
                <a:gd name="connsiteX7" fmla="*/ 716280 w 6347460"/>
                <a:gd name="connsiteY7" fmla="*/ 1082040 h 1559557"/>
                <a:gd name="connsiteX8" fmla="*/ 220980 w 6347460"/>
                <a:gd name="connsiteY8" fmla="*/ 1341120 h 1559557"/>
                <a:gd name="connsiteX9" fmla="*/ 0 w 6347460"/>
                <a:gd name="connsiteY9" fmla="*/ 1559557 h 1559557"/>
                <a:gd name="connsiteX10" fmla="*/ 914400 w 6347460"/>
                <a:gd name="connsiteY10" fmla="*/ 0 h 1559557"/>
                <a:gd name="connsiteX0" fmla="*/ 914400 w 6347460"/>
                <a:gd name="connsiteY0" fmla="*/ 0 h 1559557"/>
                <a:gd name="connsiteX1" fmla="*/ 6347460 w 6347460"/>
                <a:gd name="connsiteY1" fmla="*/ 0 h 1559557"/>
                <a:gd name="connsiteX2" fmla="*/ 6347460 w 6347460"/>
                <a:gd name="connsiteY2" fmla="*/ 1094737 h 1559557"/>
                <a:gd name="connsiteX3" fmla="*/ 4732020 w 6347460"/>
                <a:gd name="connsiteY3" fmla="*/ 990600 h 1559557"/>
                <a:gd name="connsiteX4" fmla="*/ 4191000 w 6347460"/>
                <a:gd name="connsiteY4" fmla="*/ 1539240 h 1559557"/>
                <a:gd name="connsiteX5" fmla="*/ 3108960 w 6347460"/>
                <a:gd name="connsiteY5" fmla="*/ 914400 h 1559557"/>
                <a:gd name="connsiteX6" fmla="*/ 2773680 w 6347460"/>
                <a:gd name="connsiteY6" fmla="*/ 960120 h 1559557"/>
                <a:gd name="connsiteX7" fmla="*/ 1485900 w 6347460"/>
                <a:gd name="connsiteY7" fmla="*/ 1143000 h 1559557"/>
                <a:gd name="connsiteX8" fmla="*/ 716280 w 6347460"/>
                <a:gd name="connsiteY8" fmla="*/ 1082040 h 1559557"/>
                <a:gd name="connsiteX9" fmla="*/ 220980 w 6347460"/>
                <a:gd name="connsiteY9" fmla="*/ 1341120 h 1559557"/>
                <a:gd name="connsiteX10" fmla="*/ 0 w 6347460"/>
                <a:gd name="connsiteY10" fmla="*/ 1559557 h 1559557"/>
                <a:gd name="connsiteX11" fmla="*/ 914400 w 6347460"/>
                <a:gd name="connsiteY11" fmla="*/ 0 h 1559557"/>
                <a:gd name="connsiteX0" fmla="*/ 914400 w 6393180"/>
                <a:gd name="connsiteY0" fmla="*/ 0 h 1559557"/>
                <a:gd name="connsiteX1" fmla="*/ 6347460 w 6393180"/>
                <a:gd name="connsiteY1" fmla="*/ 0 h 1559557"/>
                <a:gd name="connsiteX2" fmla="*/ 6393180 w 6393180"/>
                <a:gd name="connsiteY2" fmla="*/ 1338577 h 1559557"/>
                <a:gd name="connsiteX3" fmla="*/ 4732020 w 6393180"/>
                <a:gd name="connsiteY3" fmla="*/ 990600 h 1559557"/>
                <a:gd name="connsiteX4" fmla="*/ 4191000 w 6393180"/>
                <a:gd name="connsiteY4" fmla="*/ 1539240 h 1559557"/>
                <a:gd name="connsiteX5" fmla="*/ 3108960 w 6393180"/>
                <a:gd name="connsiteY5" fmla="*/ 914400 h 1559557"/>
                <a:gd name="connsiteX6" fmla="*/ 2773680 w 6393180"/>
                <a:gd name="connsiteY6" fmla="*/ 960120 h 1559557"/>
                <a:gd name="connsiteX7" fmla="*/ 1485900 w 6393180"/>
                <a:gd name="connsiteY7" fmla="*/ 1143000 h 1559557"/>
                <a:gd name="connsiteX8" fmla="*/ 716280 w 6393180"/>
                <a:gd name="connsiteY8" fmla="*/ 1082040 h 1559557"/>
                <a:gd name="connsiteX9" fmla="*/ 220980 w 6393180"/>
                <a:gd name="connsiteY9" fmla="*/ 1341120 h 1559557"/>
                <a:gd name="connsiteX10" fmla="*/ 0 w 6393180"/>
                <a:gd name="connsiteY10" fmla="*/ 1559557 h 1559557"/>
                <a:gd name="connsiteX11" fmla="*/ 914400 w 6393180"/>
                <a:gd name="connsiteY11" fmla="*/ 0 h 1559557"/>
                <a:gd name="connsiteX0" fmla="*/ 914400 w 6408420"/>
                <a:gd name="connsiteY0" fmla="*/ 0 h 1559557"/>
                <a:gd name="connsiteX1" fmla="*/ 6347460 w 6408420"/>
                <a:gd name="connsiteY1" fmla="*/ 0 h 1559557"/>
                <a:gd name="connsiteX2" fmla="*/ 6408420 w 6408420"/>
                <a:gd name="connsiteY2" fmla="*/ 533400 h 1559557"/>
                <a:gd name="connsiteX3" fmla="*/ 6393180 w 6408420"/>
                <a:gd name="connsiteY3" fmla="*/ 1338577 h 1559557"/>
                <a:gd name="connsiteX4" fmla="*/ 4732020 w 6408420"/>
                <a:gd name="connsiteY4" fmla="*/ 990600 h 1559557"/>
                <a:gd name="connsiteX5" fmla="*/ 4191000 w 6408420"/>
                <a:gd name="connsiteY5" fmla="*/ 1539240 h 1559557"/>
                <a:gd name="connsiteX6" fmla="*/ 3108960 w 6408420"/>
                <a:gd name="connsiteY6" fmla="*/ 914400 h 1559557"/>
                <a:gd name="connsiteX7" fmla="*/ 2773680 w 6408420"/>
                <a:gd name="connsiteY7" fmla="*/ 960120 h 1559557"/>
                <a:gd name="connsiteX8" fmla="*/ 1485900 w 6408420"/>
                <a:gd name="connsiteY8" fmla="*/ 1143000 h 1559557"/>
                <a:gd name="connsiteX9" fmla="*/ 716280 w 6408420"/>
                <a:gd name="connsiteY9" fmla="*/ 1082040 h 1559557"/>
                <a:gd name="connsiteX10" fmla="*/ 220980 w 6408420"/>
                <a:gd name="connsiteY10" fmla="*/ 1341120 h 1559557"/>
                <a:gd name="connsiteX11" fmla="*/ 0 w 6408420"/>
                <a:gd name="connsiteY11" fmla="*/ 1559557 h 1559557"/>
                <a:gd name="connsiteX12" fmla="*/ 914400 w 6408420"/>
                <a:gd name="connsiteY12" fmla="*/ 0 h 1559557"/>
                <a:gd name="connsiteX0" fmla="*/ 914400 w 6408420"/>
                <a:gd name="connsiteY0" fmla="*/ 0 h 1559557"/>
                <a:gd name="connsiteX1" fmla="*/ 5120640 w 6408420"/>
                <a:gd name="connsiteY1" fmla="*/ 160020 h 1559557"/>
                <a:gd name="connsiteX2" fmla="*/ 6408420 w 6408420"/>
                <a:gd name="connsiteY2" fmla="*/ 533400 h 1559557"/>
                <a:gd name="connsiteX3" fmla="*/ 6393180 w 6408420"/>
                <a:gd name="connsiteY3" fmla="*/ 1338577 h 1559557"/>
                <a:gd name="connsiteX4" fmla="*/ 4732020 w 6408420"/>
                <a:gd name="connsiteY4" fmla="*/ 990600 h 1559557"/>
                <a:gd name="connsiteX5" fmla="*/ 4191000 w 6408420"/>
                <a:gd name="connsiteY5" fmla="*/ 1539240 h 1559557"/>
                <a:gd name="connsiteX6" fmla="*/ 3108960 w 6408420"/>
                <a:gd name="connsiteY6" fmla="*/ 914400 h 1559557"/>
                <a:gd name="connsiteX7" fmla="*/ 2773680 w 6408420"/>
                <a:gd name="connsiteY7" fmla="*/ 960120 h 1559557"/>
                <a:gd name="connsiteX8" fmla="*/ 1485900 w 6408420"/>
                <a:gd name="connsiteY8" fmla="*/ 1143000 h 1559557"/>
                <a:gd name="connsiteX9" fmla="*/ 716280 w 6408420"/>
                <a:gd name="connsiteY9" fmla="*/ 1082040 h 1559557"/>
                <a:gd name="connsiteX10" fmla="*/ 220980 w 6408420"/>
                <a:gd name="connsiteY10" fmla="*/ 1341120 h 1559557"/>
                <a:gd name="connsiteX11" fmla="*/ 0 w 6408420"/>
                <a:gd name="connsiteY11" fmla="*/ 1559557 h 1559557"/>
                <a:gd name="connsiteX12" fmla="*/ 914400 w 6408420"/>
                <a:gd name="connsiteY12" fmla="*/ 0 h 1559557"/>
                <a:gd name="connsiteX0" fmla="*/ 914400 w 6408420"/>
                <a:gd name="connsiteY0" fmla="*/ 0 h 1559557"/>
                <a:gd name="connsiteX1" fmla="*/ 3581400 w 6408420"/>
                <a:gd name="connsiteY1" fmla="*/ 167640 h 1559557"/>
                <a:gd name="connsiteX2" fmla="*/ 5120640 w 6408420"/>
                <a:gd name="connsiteY2" fmla="*/ 160020 h 1559557"/>
                <a:gd name="connsiteX3" fmla="*/ 6408420 w 6408420"/>
                <a:gd name="connsiteY3" fmla="*/ 533400 h 1559557"/>
                <a:gd name="connsiteX4" fmla="*/ 6393180 w 6408420"/>
                <a:gd name="connsiteY4" fmla="*/ 1338577 h 1559557"/>
                <a:gd name="connsiteX5" fmla="*/ 4732020 w 6408420"/>
                <a:gd name="connsiteY5" fmla="*/ 990600 h 1559557"/>
                <a:gd name="connsiteX6" fmla="*/ 4191000 w 6408420"/>
                <a:gd name="connsiteY6" fmla="*/ 1539240 h 1559557"/>
                <a:gd name="connsiteX7" fmla="*/ 3108960 w 6408420"/>
                <a:gd name="connsiteY7" fmla="*/ 914400 h 1559557"/>
                <a:gd name="connsiteX8" fmla="*/ 2773680 w 6408420"/>
                <a:gd name="connsiteY8" fmla="*/ 960120 h 1559557"/>
                <a:gd name="connsiteX9" fmla="*/ 1485900 w 6408420"/>
                <a:gd name="connsiteY9" fmla="*/ 1143000 h 1559557"/>
                <a:gd name="connsiteX10" fmla="*/ 716280 w 6408420"/>
                <a:gd name="connsiteY10" fmla="*/ 1082040 h 1559557"/>
                <a:gd name="connsiteX11" fmla="*/ 220980 w 6408420"/>
                <a:gd name="connsiteY11" fmla="*/ 1341120 h 1559557"/>
                <a:gd name="connsiteX12" fmla="*/ 0 w 6408420"/>
                <a:gd name="connsiteY12" fmla="*/ 1559557 h 1559557"/>
                <a:gd name="connsiteX13" fmla="*/ 914400 w 6408420"/>
                <a:gd name="connsiteY13" fmla="*/ 0 h 1559557"/>
                <a:gd name="connsiteX0" fmla="*/ 914400 w 6408420"/>
                <a:gd name="connsiteY0" fmla="*/ 354070 h 1913627"/>
                <a:gd name="connsiteX1" fmla="*/ 2202180 w 6408420"/>
                <a:gd name="connsiteY1" fmla="*/ 3550 h 1913627"/>
                <a:gd name="connsiteX2" fmla="*/ 3581400 w 6408420"/>
                <a:gd name="connsiteY2" fmla="*/ 521710 h 1913627"/>
                <a:gd name="connsiteX3" fmla="*/ 5120640 w 6408420"/>
                <a:gd name="connsiteY3" fmla="*/ 514090 h 1913627"/>
                <a:gd name="connsiteX4" fmla="*/ 6408420 w 6408420"/>
                <a:gd name="connsiteY4" fmla="*/ 887470 h 1913627"/>
                <a:gd name="connsiteX5" fmla="*/ 6393180 w 6408420"/>
                <a:gd name="connsiteY5" fmla="*/ 1692647 h 1913627"/>
                <a:gd name="connsiteX6" fmla="*/ 4732020 w 6408420"/>
                <a:gd name="connsiteY6" fmla="*/ 1344670 h 1913627"/>
                <a:gd name="connsiteX7" fmla="*/ 4191000 w 6408420"/>
                <a:gd name="connsiteY7" fmla="*/ 1893310 h 1913627"/>
                <a:gd name="connsiteX8" fmla="*/ 3108960 w 6408420"/>
                <a:gd name="connsiteY8" fmla="*/ 1268470 h 1913627"/>
                <a:gd name="connsiteX9" fmla="*/ 2773680 w 6408420"/>
                <a:gd name="connsiteY9" fmla="*/ 1314190 h 1913627"/>
                <a:gd name="connsiteX10" fmla="*/ 1485900 w 6408420"/>
                <a:gd name="connsiteY10" fmla="*/ 1497070 h 1913627"/>
                <a:gd name="connsiteX11" fmla="*/ 716280 w 6408420"/>
                <a:gd name="connsiteY11" fmla="*/ 1436110 h 1913627"/>
                <a:gd name="connsiteX12" fmla="*/ 220980 w 6408420"/>
                <a:gd name="connsiteY12" fmla="*/ 1695190 h 1913627"/>
                <a:gd name="connsiteX13" fmla="*/ 0 w 6408420"/>
                <a:gd name="connsiteY13" fmla="*/ 1913627 h 1913627"/>
                <a:gd name="connsiteX14" fmla="*/ 914400 w 6408420"/>
                <a:gd name="connsiteY14" fmla="*/ 354070 h 1913627"/>
                <a:gd name="connsiteX0" fmla="*/ 0 w 6865620"/>
                <a:gd name="connsiteY0" fmla="*/ 1775830 h 1910447"/>
                <a:gd name="connsiteX1" fmla="*/ 2659380 w 6865620"/>
                <a:gd name="connsiteY1" fmla="*/ 370 h 1910447"/>
                <a:gd name="connsiteX2" fmla="*/ 4038600 w 6865620"/>
                <a:gd name="connsiteY2" fmla="*/ 518530 h 1910447"/>
                <a:gd name="connsiteX3" fmla="*/ 5577840 w 6865620"/>
                <a:gd name="connsiteY3" fmla="*/ 510910 h 1910447"/>
                <a:gd name="connsiteX4" fmla="*/ 6865620 w 6865620"/>
                <a:gd name="connsiteY4" fmla="*/ 884290 h 1910447"/>
                <a:gd name="connsiteX5" fmla="*/ 6850380 w 6865620"/>
                <a:gd name="connsiteY5" fmla="*/ 1689467 h 1910447"/>
                <a:gd name="connsiteX6" fmla="*/ 5189220 w 6865620"/>
                <a:gd name="connsiteY6" fmla="*/ 1341490 h 1910447"/>
                <a:gd name="connsiteX7" fmla="*/ 4648200 w 6865620"/>
                <a:gd name="connsiteY7" fmla="*/ 1890130 h 1910447"/>
                <a:gd name="connsiteX8" fmla="*/ 3566160 w 6865620"/>
                <a:gd name="connsiteY8" fmla="*/ 1265290 h 1910447"/>
                <a:gd name="connsiteX9" fmla="*/ 3230880 w 6865620"/>
                <a:gd name="connsiteY9" fmla="*/ 1311010 h 1910447"/>
                <a:gd name="connsiteX10" fmla="*/ 1943100 w 6865620"/>
                <a:gd name="connsiteY10" fmla="*/ 1493890 h 1910447"/>
                <a:gd name="connsiteX11" fmla="*/ 1173480 w 6865620"/>
                <a:gd name="connsiteY11" fmla="*/ 1432930 h 1910447"/>
                <a:gd name="connsiteX12" fmla="*/ 678180 w 6865620"/>
                <a:gd name="connsiteY12" fmla="*/ 1692010 h 1910447"/>
                <a:gd name="connsiteX13" fmla="*/ 457200 w 6865620"/>
                <a:gd name="connsiteY13" fmla="*/ 1910447 h 1910447"/>
                <a:gd name="connsiteX14" fmla="*/ 0 w 6865620"/>
                <a:gd name="connsiteY14" fmla="*/ 1775830 h 1910447"/>
                <a:gd name="connsiteX0" fmla="*/ 47626 w 6913246"/>
                <a:gd name="connsiteY0" fmla="*/ 1797232 h 1931849"/>
                <a:gd name="connsiteX1" fmla="*/ 276226 w 6913246"/>
                <a:gd name="connsiteY1" fmla="*/ 1347652 h 1931849"/>
                <a:gd name="connsiteX2" fmla="*/ 2707006 w 6913246"/>
                <a:gd name="connsiteY2" fmla="*/ 21772 h 1931849"/>
                <a:gd name="connsiteX3" fmla="*/ 4086226 w 6913246"/>
                <a:gd name="connsiteY3" fmla="*/ 539932 h 1931849"/>
                <a:gd name="connsiteX4" fmla="*/ 5625466 w 6913246"/>
                <a:gd name="connsiteY4" fmla="*/ 532312 h 1931849"/>
                <a:gd name="connsiteX5" fmla="*/ 6913246 w 6913246"/>
                <a:gd name="connsiteY5" fmla="*/ 905692 h 1931849"/>
                <a:gd name="connsiteX6" fmla="*/ 6898006 w 6913246"/>
                <a:gd name="connsiteY6" fmla="*/ 1710869 h 1931849"/>
                <a:gd name="connsiteX7" fmla="*/ 5236846 w 6913246"/>
                <a:gd name="connsiteY7" fmla="*/ 1362892 h 1931849"/>
                <a:gd name="connsiteX8" fmla="*/ 4695826 w 6913246"/>
                <a:gd name="connsiteY8" fmla="*/ 1911532 h 1931849"/>
                <a:gd name="connsiteX9" fmla="*/ 3613786 w 6913246"/>
                <a:gd name="connsiteY9" fmla="*/ 1286692 h 1931849"/>
                <a:gd name="connsiteX10" fmla="*/ 3278506 w 6913246"/>
                <a:gd name="connsiteY10" fmla="*/ 1332412 h 1931849"/>
                <a:gd name="connsiteX11" fmla="*/ 1990726 w 6913246"/>
                <a:gd name="connsiteY11" fmla="*/ 1515292 h 1931849"/>
                <a:gd name="connsiteX12" fmla="*/ 1221106 w 6913246"/>
                <a:gd name="connsiteY12" fmla="*/ 1454332 h 1931849"/>
                <a:gd name="connsiteX13" fmla="*/ 725806 w 6913246"/>
                <a:gd name="connsiteY13" fmla="*/ 1713412 h 1931849"/>
                <a:gd name="connsiteX14" fmla="*/ 504826 w 6913246"/>
                <a:gd name="connsiteY14" fmla="*/ 1931849 h 1931849"/>
                <a:gd name="connsiteX15" fmla="*/ 47626 w 6913246"/>
                <a:gd name="connsiteY15" fmla="*/ 1797232 h 1931849"/>
                <a:gd name="connsiteX0" fmla="*/ 47626 w 6913246"/>
                <a:gd name="connsiteY0" fmla="*/ 1781282 h 1915899"/>
                <a:gd name="connsiteX1" fmla="*/ 276226 w 6913246"/>
                <a:gd name="connsiteY1" fmla="*/ 1331702 h 1915899"/>
                <a:gd name="connsiteX2" fmla="*/ 573406 w 6913246"/>
                <a:gd name="connsiteY2" fmla="*/ 630662 h 1915899"/>
                <a:gd name="connsiteX3" fmla="*/ 2707006 w 6913246"/>
                <a:gd name="connsiteY3" fmla="*/ 5822 h 1915899"/>
                <a:gd name="connsiteX4" fmla="*/ 4086226 w 6913246"/>
                <a:gd name="connsiteY4" fmla="*/ 523982 h 1915899"/>
                <a:gd name="connsiteX5" fmla="*/ 5625466 w 6913246"/>
                <a:gd name="connsiteY5" fmla="*/ 516362 h 1915899"/>
                <a:gd name="connsiteX6" fmla="*/ 6913246 w 6913246"/>
                <a:gd name="connsiteY6" fmla="*/ 889742 h 1915899"/>
                <a:gd name="connsiteX7" fmla="*/ 6898006 w 6913246"/>
                <a:gd name="connsiteY7" fmla="*/ 1694919 h 1915899"/>
                <a:gd name="connsiteX8" fmla="*/ 5236846 w 6913246"/>
                <a:gd name="connsiteY8" fmla="*/ 1346942 h 1915899"/>
                <a:gd name="connsiteX9" fmla="*/ 4695826 w 6913246"/>
                <a:gd name="connsiteY9" fmla="*/ 1895582 h 1915899"/>
                <a:gd name="connsiteX10" fmla="*/ 3613786 w 6913246"/>
                <a:gd name="connsiteY10" fmla="*/ 1270742 h 1915899"/>
                <a:gd name="connsiteX11" fmla="*/ 3278506 w 6913246"/>
                <a:gd name="connsiteY11" fmla="*/ 1316462 h 1915899"/>
                <a:gd name="connsiteX12" fmla="*/ 1990726 w 6913246"/>
                <a:gd name="connsiteY12" fmla="*/ 1499342 h 1915899"/>
                <a:gd name="connsiteX13" fmla="*/ 1221106 w 6913246"/>
                <a:gd name="connsiteY13" fmla="*/ 1438382 h 1915899"/>
                <a:gd name="connsiteX14" fmla="*/ 725806 w 6913246"/>
                <a:gd name="connsiteY14" fmla="*/ 1697462 h 1915899"/>
                <a:gd name="connsiteX15" fmla="*/ 504826 w 6913246"/>
                <a:gd name="connsiteY15" fmla="*/ 1915899 h 1915899"/>
                <a:gd name="connsiteX16" fmla="*/ 47626 w 6913246"/>
                <a:gd name="connsiteY16" fmla="*/ 1781282 h 1915899"/>
                <a:gd name="connsiteX0" fmla="*/ 47626 w 6913246"/>
                <a:gd name="connsiteY0" fmla="*/ 1780025 h 1914642"/>
                <a:gd name="connsiteX1" fmla="*/ 276226 w 6913246"/>
                <a:gd name="connsiteY1" fmla="*/ 1330445 h 1914642"/>
                <a:gd name="connsiteX2" fmla="*/ 573406 w 6913246"/>
                <a:gd name="connsiteY2" fmla="*/ 629405 h 1914642"/>
                <a:gd name="connsiteX3" fmla="*/ 1739266 w 6913246"/>
                <a:gd name="connsiteY3" fmla="*/ 408425 h 1914642"/>
                <a:gd name="connsiteX4" fmla="*/ 2707006 w 6913246"/>
                <a:gd name="connsiteY4" fmla="*/ 4565 h 1914642"/>
                <a:gd name="connsiteX5" fmla="*/ 4086226 w 6913246"/>
                <a:gd name="connsiteY5" fmla="*/ 522725 h 1914642"/>
                <a:gd name="connsiteX6" fmla="*/ 5625466 w 6913246"/>
                <a:gd name="connsiteY6" fmla="*/ 515105 h 1914642"/>
                <a:gd name="connsiteX7" fmla="*/ 6913246 w 6913246"/>
                <a:gd name="connsiteY7" fmla="*/ 888485 h 1914642"/>
                <a:gd name="connsiteX8" fmla="*/ 6898006 w 6913246"/>
                <a:gd name="connsiteY8" fmla="*/ 1693662 h 1914642"/>
                <a:gd name="connsiteX9" fmla="*/ 5236846 w 6913246"/>
                <a:gd name="connsiteY9" fmla="*/ 1345685 h 1914642"/>
                <a:gd name="connsiteX10" fmla="*/ 4695826 w 6913246"/>
                <a:gd name="connsiteY10" fmla="*/ 1894325 h 1914642"/>
                <a:gd name="connsiteX11" fmla="*/ 3613786 w 6913246"/>
                <a:gd name="connsiteY11" fmla="*/ 1269485 h 1914642"/>
                <a:gd name="connsiteX12" fmla="*/ 3278506 w 6913246"/>
                <a:gd name="connsiteY12" fmla="*/ 1315205 h 1914642"/>
                <a:gd name="connsiteX13" fmla="*/ 1990726 w 6913246"/>
                <a:gd name="connsiteY13" fmla="*/ 1498085 h 1914642"/>
                <a:gd name="connsiteX14" fmla="*/ 1221106 w 6913246"/>
                <a:gd name="connsiteY14" fmla="*/ 1437125 h 1914642"/>
                <a:gd name="connsiteX15" fmla="*/ 725806 w 6913246"/>
                <a:gd name="connsiteY15" fmla="*/ 1696205 h 1914642"/>
                <a:gd name="connsiteX16" fmla="*/ 504826 w 6913246"/>
                <a:gd name="connsiteY16" fmla="*/ 1914642 h 1914642"/>
                <a:gd name="connsiteX17" fmla="*/ 47626 w 6913246"/>
                <a:gd name="connsiteY17" fmla="*/ 1780025 h 1914642"/>
                <a:gd name="connsiteX0" fmla="*/ 105580 w 6971200"/>
                <a:gd name="connsiteY0" fmla="*/ 1780025 h 1914642"/>
                <a:gd name="connsiteX1" fmla="*/ 334180 w 6971200"/>
                <a:gd name="connsiteY1" fmla="*/ 1330445 h 1914642"/>
                <a:gd name="connsiteX2" fmla="*/ 631360 w 6971200"/>
                <a:gd name="connsiteY2" fmla="*/ 629405 h 1914642"/>
                <a:gd name="connsiteX3" fmla="*/ 1797220 w 6971200"/>
                <a:gd name="connsiteY3" fmla="*/ 408425 h 1914642"/>
                <a:gd name="connsiteX4" fmla="*/ 2764960 w 6971200"/>
                <a:gd name="connsiteY4" fmla="*/ 4565 h 1914642"/>
                <a:gd name="connsiteX5" fmla="*/ 4144180 w 6971200"/>
                <a:gd name="connsiteY5" fmla="*/ 522725 h 1914642"/>
                <a:gd name="connsiteX6" fmla="*/ 5683420 w 6971200"/>
                <a:gd name="connsiteY6" fmla="*/ 515105 h 1914642"/>
                <a:gd name="connsiteX7" fmla="*/ 6971200 w 6971200"/>
                <a:gd name="connsiteY7" fmla="*/ 888485 h 1914642"/>
                <a:gd name="connsiteX8" fmla="*/ 6955960 w 6971200"/>
                <a:gd name="connsiteY8" fmla="*/ 1693662 h 1914642"/>
                <a:gd name="connsiteX9" fmla="*/ 5294800 w 6971200"/>
                <a:gd name="connsiteY9" fmla="*/ 1345685 h 1914642"/>
                <a:gd name="connsiteX10" fmla="*/ 4753780 w 6971200"/>
                <a:gd name="connsiteY10" fmla="*/ 1894325 h 1914642"/>
                <a:gd name="connsiteX11" fmla="*/ 3671740 w 6971200"/>
                <a:gd name="connsiteY11" fmla="*/ 1269485 h 1914642"/>
                <a:gd name="connsiteX12" fmla="*/ 3336460 w 6971200"/>
                <a:gd name="connsiteY12" fmla="*/ 1315205 h 1914642"/>
                <a:gd name="connsiteX13" fmla="*/ 2048680 w 6971200"/>
                <a:gd name="connsiteY13" fmla="*/ 1498085 h 1914642"/>
                <a:gd name="connsiteX14" fmla="*/ 1279060 w 6971200"/>
                <a:gd name="connsiteY14" fmla="*/ 1437125 h 1914642"/>
                <a:gd name="connsiteX15" fmla="*/ 783760 w 6971200"/>
                <a:gd name="connsiteY15" fmla="*/ 1696205 h 1914642"/>
                <a:gd name="connsiteX16" fmla="*/ 562780 w 6971200"/>
                <a:gd name="connsiteY16" fmla="*/ 1914642 h 1914642"/>
                <a:gd name="connsiteX17" fmla="*/ 105580 w 6971200"/>
                <a:gd name="connsiteY17" fmla="*/ 1780025 h 1914642"/>
                <a:gd name="connsiteX0" fmla="*/ 103171 w 6968791"/>
                <a:gd name="connsiteY0" fmla="*/ 1780025 h 1914642"/>
                <a:gd name="connsiteX1" fmla="*/ 331771 w 6968791"/>
                <a:gd name="connsiteY1" fmla="*/ 1330445 h 1914642"/>
                <a:gd name="connsiteX2" fmla="*/ 628951 w 6968791"/>
                <a:gd name="connsiteY2" fmla="*/ 629405 h 1914642"/>
                <a:gd name="connsiteX3" fmla="*/ 1794811 w 6968791"/>
                <a:gd name="connsiteY3" fmla="*/ 408425 h 1914642"/>
                <a:gd name="connsiteX4" fmla="*/ 2762551 w 6968791"/>
                <a:gd name="connsiteY4" fmla="*/ 4565 h 1914642"/>
                <a:gd name="connsiteX5" fmla="*/ 4141771 w 6968791"/>
                <a:gd name="connsiteY5" fmla="*/ 522725 h 1914642"/>
                <a:gd name="connsiteX6" fmla="*/ 5681011 w 6968791"/>
                <a:gd name="connsiteY6" fmla="*/ 515105 h 1914642"/>
                <a:gd name="connsiteX7" fmla="*/ 6968791 w 6968791"/>
                <a:gd name="connsiteY7" fmla="*/ 888485 h 1914642"/>
                <a:gd name="connsiteX8" fmla="*/ 6953551 w 6968791"/>
                <a:gd name="connsiteY8" fmla="*/ 1693662 h 1914642"/>
                <a:gd name="connsiteX9" fmla="*/ 5292391 w 6968791"/>
                <a:gd name="connsiteY9" fmla="*/ 1345685 h 1914642"/>
                <a:gd name="connsiteX10" fmla="*/ 4751371 w 6968791"/>
                <a:gd name="connsiteY10" fmla="*/ 1894325 h 1914642"/>
                <a:gd name="connsiteX11" fmla="*/ 3669331 w 6968791"/>
                <a:gd name="connsiteY11" fmla="*/ 1269485 h 1914642"/>
                <a:gd name="connsiteX12" fmla="*/ 3334051 w 6968791"/>
                <a:gd name="connsiteY12" fmla="*/ 1315205 h 1914642"/>
                <a:gd name="connsiteX13" fmla="*/ 2046271 w 6968791"/>
                <a:gd name="connsiteY13" fmla="*/ 1498085 h 1914642"/>
                <a:gd name="connsiteX14" fmla="*/ 1276651 w 6968791"/>
                <a:gd name="connsiteY14" fmla="*/ 1437125 h 1914642"/>
                <a:gd name="connsiteX15" fmla="*/ 781351 w 6968791"/>
                <a:gd name="connsiteY15" fmla="*/ 1696205 h 1914642"/>
                <a:gd name="connsiteX16" fmla="*/ 560371 w 6968791"/>
                <a:gd name="connsiteY16" fmla="*/ 1914642 h 1914642"/>
                <a:gd name="connsiteX17" fmla="*/ 103171 w 6968791"/>
                <a:gd name="connsiteY17" fmla="*/ 1780025 h 1914642"/>
                <a:gd name="connsiteX0" fmla="*/ 103171 w 6968791"/>
                <a:gd name="connsiteY0" fmla="*/ 1780025 h 1914642"/>
                <a:gd name="connsiteX1" fmla="*/ 331771 w 6968791"/>
                <a:gd name="connsiteY1" fmla="*/ 1330445 h 1914642"/>
                <a:gd name="connsiteX2" fmla="*/ 628951 w 6968791"/>
                <a:gd name="connsiteY2" fmla="*/ 629405 h 1914642"/>
                <a:gd name="connsiteX3" fmla="*/ 1794811 w 6968791"/>
                <a:gd name="connsiteY3" fmla="*/ 408425 h 1914642"/>
                <a:gd name="connsiteX4" fmla="*/ 2762551 w 6968791"/>
                <a:gd name="connsiteY4" fmla="*/ 4565 h 1914642"/>
                <a:gd name="connsiteX5" fmla="*/ 4141771 w 6968791"/>
                <a:gd name="connsiteY5" fmla="*/ 522725 h 1914642"/>
                <a:gd name="connsiteX6" fmla="*/ 5681011 w 6968791"/>
                <a:gd name="connsiteY6" fmla="*/ 515105 h 1914642"/>
                <a:gd name="connsiteX7" fmla="*/ 6968791 w 6968791"/>
                <a:gd name="connsiteY7" fmla="*/ 888485 h 1914642"/>
                <a:gd name="connsiteX8" fmla="*/ 6953551 w 6968791"/>
                <a:gd name="connsiteY8" fmla="*/ 1693662 h 1914642"/>
                <a:gd name="connsiteX9" fmla="*/ 5292391 w 6968791"/>
                <a:gd name="connsiteY9" fmla="*/ 1345685 h 1914642"/>
                <a:gd name="connsiteX10" fmla="*/ 4751371 w 6968791"/>
                <a:gd name="connsiteY10" fmla="*/ 1894325 h 1914642"/>
                <a:gd name="connsiteX11" fmla="*/ 3669331 w 6968791"/>
                <a:gd name="connsiteY11" fmla="*/ 1269485 h 1914642"/>
                <a:gd name="connsiteX12" fmla="*/ 3334051 w 6968791"/>
                <a:gd name="connsiteY12" fmla="*/ 1315205 h 1914642"/>
                <a:gd name="connsiteX13" fmla="*/ 2046271 w 6968791"/>
                <a:gd name="connsiteY13" fmla="*/ 1498085 h 1914642"/>
                <a:gd name="connsiteX14" fmla="*/ 1276651 w 6968791"/>
                <a:gd name="connsiteY14" fmla="*/ 1437125 h 1914642"/>
                <a:gd name="connsiteX15" fmla="*/ 781351 w 6968791"/>
                <a:gd name="connsiteY15" fmla="*/ 1696205 h 1914642"/>
                <a:gd name="connsiteX16" fmla="*/ 560371 w 6968791"/>
                <a:gd name="connsiteY16" fmla="*/ 1914642 h 1914642"/>
                <a:gd name="connsiteX17" fmla="*/ 103171 w 6968791"/>
                <a:gd name="connsiteY17" fmla="*/ 1780025 h 1914642"/>
                <a:gd name="connsiteX0" fmla="*/ 103171 w 6968791"/>
                <a:gd name="connsiteY0" fmla="*/ 1780025 h 1914642"/>
                <a:gd name="connsiteX1" fmla="*/ 331771 w 6968791"/>
                <a:gd name="connsiteY1" fmla="*/ 1330445 h 1914642"/>
                <a:gd name="connsiteX2" fmla="*/ 628951 w 6968791"/>
                <a:gd name="connsiteY2" fmla="*/ 629405 h 1914642"/>
                <a:gd name="connsiteX3" fmla="*/ 1794811 w 6968791"/>
                <a:gd name="connsiteY3" fmla="*/ 408425 h 1914642"/>
                <a:gd name="connsiteX4" fmla="*/ 2762551 w 6968791"/>
                <a:gd name="connsiteY4" fmla="*/ 4565 h 1914642"/>
                <a:gd name="connsiteX5" fmla="*/ 4141771 w 6968791"/>
                <a:gd name="connsiteY5" fmla="*/ 522725 h 1914642"/>
                <a:gd name="connsiteX6" fmla="*/ 5681011 w 6968791"/>
                <a:gd name="connsiteY6" fmla="*/ 515105 h 1914642"/>
                <a:gd name="connsiteX7" fmla="*/ 6968791 w 6968791"/>
                <a:gd name="connsiteY7" fmla="*/ 888485 h 1914642"/>
                <a:gd name="connsiteX8" fmla="*/ 6953551 w 6968791"/>
                <a:gd name="connsiteY8" fmla="*/ 1693662 h 1914642"/>
                <a:gd name="connsiteX9" fmla="*/ 5292391 w 6968791"/>
                <a:gd name="connsiteY9" fmla="*/ 1345685 h 1914642"/>
                <a:gd name="connsiteX10" fmla="*/ 4751371 w 6968791"/>
                <a:gd name="connsiteY10" fmla="*/ 1894325 h 1914642"/>
                <a:gd name="connsiteX11" fmla="*/ 3669331 w 6968791"/>
                <a:gd name="connsiteY11" fmla="*/ 1269485 h 1914642"/>
                <a:gd name="connsiteX12" fmla="*/ 3334051 w 6968791"/>
                <a:gd name="connsiteY12" fmla="*/ 1315205 h 1914642"/>
                <a:gd name="connsiteX13" fmla="*/ 2046271 w 6968791"/>
                <a:gd name="connsiteY13" fmla="*/ 1498085 h 1914642"/>
                <a:gd name="connsiteX14" fmla="*/ 1276651 w 6968791"/>
                <a:gd name="connsiteY14" fmla="*/ 1437125 h 1914642"/>
                <a:gd name="connsiteX15" fmla="*/ 781351 w 6968791"/>
                <a:gd name="connsiteY15" fmla="*/ 1696205 h 1914642"/>
                <a:gd name="connsiteX16" fmla="*/ 560371 w 6968791"/>
                <a:gd name="connsiteY16" fmla="*/ 1914642 h 1914642"/>
                <a:gd name="connsiteX17" fmla="*/ 103171 w 6968791"/>
                <a:gd name="connsiteY17" fmla="*/ 1780025 h 1914642"/>
                <a:gd name="connsiteX0" fmla="*/ 103171 w 6968791"/>
                <a:gd name="connsiteY0" fmla="*/ 1780025 h 1914642"/>
                <a:gd name="connsiteX1" fmla="*/ 331771 w 6968791"/>
                <a:gd name="connsiteY1" fmla="*/ 1330445 h 1914642"/>
                <a:gd name="connsiteX2" fmla="*/ 628951 w 6968791"/>
                <a:gd name="connsiteY2" fmla="*/ 629405 h 1914642"/>
                <a:gd name="connsiteX3" fmla="*/ 1794811 w 6968791"/>
                <a:gd name="connsiteY3" fmla="*/ 408425 h 1914642"/>
                <a:gd name="connsiteX4" fmla="*/ 2762551 w 6968791"/>
                <a:gd name="connsiteY4" fmla="*/ 4565 h 1914642"/>
                <a:gd name="connsiteX5" fmla="*/ 4141771 w 6968791"/>
                <a:gd name="connsiteY5" fmla="*/ 522725 h 1914642"/>
                <a:gd name="connsiteX6" fmla="*/ 5681011 w 6968791"/>
                <a:gd name="connsiteY6" fmla="*/ 515105 h 1914642"/>
                <a:gd name="connsiteX7" fmla="*/ 6968791 w 6968791"/>
                <a:gd name="connsiteY7" fmla="*/ 888485 h 1914642"/>
                <a:gd name="connsiteX8" fmla="*/ 6953551 w 6968791"/>
                <a:gd name="connsiteY8" fmla="*/ 1693662 h 1914642"/>
                <a:gd name="connsiteX9" fmla="*/ 5292391 w 6968791"/>
                <a:gd name="connsiteY9" fmla="*/ 1345685 h 1914642"/>
                <a:gd name="connsiteX10" fmla="*/ 4751371 w 6968791"/>
                <a:gd name="connsiteY10" fmla="*/ 1894325 h 1914642"/>
                <a:gd name="connsiteX11" fmla="*/ 3669331 w 6968791"/>
                <a:gd name="connsiteY11" fmla="*/ 1269485 h 1914642"/>
                <a:gd name="connsiteX12" fmla="*/ 3334051 w 6968791"/>
                <a:gd name="connsiteY12" fmla="*/ 1315205 h 1914642"/>
                <a:gd name="connsiteX13" fmla="*/ 2046271 w 6968791"/>
                <a:gd name="connsiteY13" fmla="*/ 1498085 h 1914642"/>
                <a:gd name="connsiteX14" fmla="*/ 1276651 w 6968791"/>
                <a:gd name="connsiteY14" fmla="*/ 1437125 h 1914642"/>
                <a:gd name="connsiteX15" fmla="*/ 781351 w 6968791"/>
                <a:gd name="connsiteY15" fmla="*/ 1696205 h 1914642"/>
                <a:gd name="connsiteX16" fmla="*/ 560371 w 6968791"/>
                <a:gd name="connsiteY16" fmla="*/ 1914642 h 1914642"/>
                <a:gd name="connsiteX17" fmla="*/ 103171 w 6968791"/>
                <a:gd name="connsiteY17" fmla="*/ 1780025 h 1914642"/>
                <a:gd name="connsiteX0" fmla="*/ 103171 w 6968791"/>
                <a:gd name="connsiteY0" fmla="*/ 1845528 h 1980145"/>
                <a:gd name="connsiteX1" fmla="*/ 331771 w 6968791"/>
                <a:gd name="connsiteY1" fmla="*/ 1395948 h 1980145"/>
                <a:gd name="connsiteX2" fmla="*/ 628951 w 6968791"/>
                <a:gd name="connsiteY2" fmla="*/ 694908 h 1980145"/>
                <a:gd name="connsiteX3" fmla="*/ 1794811 w 6968791"/>
                <a:gd name="connsiteY3" fmla="*/ 473928 h 1980145"/>
                <a:gd name="connsiteX4" fmla="*/ 2762551 w 6968791"/>
                <a:gd name="connsiteY4" fmla="*/ 70068 h 1980145"/>
                <a:gd name="connsiteX5" fmla="*/ 4141771 w 6968791"/>
                <a:gd name="connsiteY5" fmla="*/ 588228 h 1980145"/>
                <a:gd name="connsiteX6" fmla="*/ 5681011 w 6968791"/>
                <a:gd name="connsiteY6" fmla="*/ 580608 h 1980145"/>
                <a:gd name="connsiteX7" fmla="*/ 6968791 w 6968791"/>
                <a:gd name="connsiteY7" fmla="*/ 953988 h 1980145"/>
                <a:gd name="connsiteX8" fmla="*/ 6953551 w 6968791"/>
                <a:gd name="connsiteY8" fmla="*/ 1759165 h 1980145"/>
                <a:gd name="connsiteX9" fmla="*/ 5292391 w 6968791"/>
                <a:gd name="connsiteY9" fmla="*/ 1411188 h 1980145"/>
                <a:gd name="connsiteX10" fmla="*/ 4751371 w 6968791"/>
                <a:gd name="connsiteY10" fmla="*/ 1959828 h 1980145"/>
                <a:gd name="connsiteX11" fmla="*/ 3669331 w 6968791"/>
                <a:gd name="connsiteY11" fmla="*/ 1334988 h 1980145"/>
                <a:gd name="connsiteX12" fmla="*/ 3334051 w 6968791"/>
                <a:gd name="connsiteY12" fmla="*/ 1380708 h 1980145"/>
                <a:gd name="connsiteX13" fmla="*/ 2046271 w 6968791"/>
                <a:gd name="connsiteY13" fmla="*/ 1563588 h 1980145"/>
                <a:gd name="connsiteX14" fmla="*/ 1276651 w 6968791"/>
                <a:gd name="connsiteY14" fmla="*/ 1502628 h 1980145"/>
                <a:gd name="connsiteX15" fmla="*/ 781351 w 6968791"/>
                <a:gd name="connsiteY15" fmla="*/ 1761708 h 1980145"/>
                <a:gd name="connsiteX16" fmla="*/ 560371 w 6968791"/>
                <a:gd name="connsiteY16" fmla="*/ 1980145 h 1980145"/>
                <a:gd name="connsiteX17" fmla="*/ 103171 w 6968791"/>
                <a:gd name="connsiteY17" fmla="*/ 1845528 h 1980145"/>
                <a:gd name="connsiteX0" fmla="*/ 103171 w 6968791"/>
                <a:gd name="connsiteY0" fmla="*/ 1878499 h 2013116"/>
                <a:gd name="connsiteX1" fmla="*/ 331771 w 6968791"/>
                <a:gd name="connsiteY1" fmla="*/ 1428919 h 2013116"/>
                <a:gd name="connsiteX2" fmla="*/ 628951 w 6968791"/>
                <a:gd name="connsiteY2" fmla="*/ 727879 h 2013116"/>
                <a:gd name="connsiteX3" fmla="*/ 1634791 w 6968791"/>
                <a:gd name="connsiteY3" fmla="*/ 453559 h 2013116"/>
                <a:gd name="connsiteX4" fmla="*/ 2762551 w 6968791"/>
                <a:gd name="connsiteY4" fmla="*/ 103039 h 2013116"/>
                <a:gd name="connsiteX5" fmla="*/ 4141771 w 6968791"/>
                <a:gd name="connsiteY5" fmla="*/ 621199 h 2013116"/>
                <a:gd name="connsiteX6" fmla="*/ 5681011 w 6968791"/>
                <a:gd name="connsiteY6" fmla="*/ 613579 h 2013116"/>
                <a:gd name="connsiteX7" fmla="*/ 6968791 w 6968791"/>
                <a:gd name="connsiteY7" fmla="*/ 986959 h 2013116"/>
                <a:gd name="connsiteX8" fmla="*/ 6953551 w 6968791"/>
                <a:gd name="connsiteY8" fmla="*/ 1792136 h 2013116"/>
                <a:gd name="connsiteX9" fmla="*/ 5292391 w 6968791"/>
                <a:gd name="connsiteY9" fmla="*/ 1444159 h 2013116"/>
                <a:gd name="connsiteX10" fmla="*/ 4751371 w 6968791"/>
                <a:gd name="connsiteY10" fmla="*/ 1992799 h 2013116"/>
                <a:gd name="connsiteX11" fmla="*/ 3669331 w 6968791"/>
                <a:gd name="connsiteY11" fmla="*/ 1367959 h 2013116"/>
                <a:gd name="connsiteX12" fmla="*/ 3334051 w 6968791"/>
                <a:gd name="connsiteY12" fmla="*/ 1413679 h 2013116"/>
                <a:gd name="connsiteX13" fmla="*/ 2046271 w 6968791"/>
                <a:gd name="connsiteY13" fmla="*/ 1596559 h 2013116"/>
                <a:gd name="connsiteX14" fmla="*/ 1276651 w 6968791"/>
                <a:gd name="connsiteY14" fmla="*/ 1535599 h 2013116"/>
                <a:gd name="connsiteX15" fmla="*/ 781351 w 6968791"/>
                <a:gd name="connsiteY15" fmla="*/ 1794679 h 2013116"/>
                <a:gd name="connsiteX16" fmla="*/ 560371 w 6968791"/>
                <a:gd name="connsiteY16" fmla="*/ 2013116 h 2013116"/>
                <a:gd name="connsiteX17" fmla="*/ 103171 w 6968791"/>
                <a:gd name="connsiteY17" fmla="*/ 1878499 h 2013116"/>
                <a:gd name="connsiteX0" fmla="*/ 103171 w 6968791"/>
                <a:gd name="connsiteY0" fmla="*/ 1780758 h 1915375"/>
                <a:gd name="connsiteX1" fmla="*/ 331771 w 6968791"/>
                <a:gd name="connsiteY1" fmla="*/ 1331178 h 1915375"/>
                <a:gd name="connsiteX2" fmla="*/ 628951 w 6968791"/>
                <a:gd name="connsiteY2" fmla="*/ 630138 h 1915375"/>
                <a:gd name="connsiteX3" fmla="*/ 1634791 w 6968791"/>
                <a:gd name="connsiteY3" fmla="*/ 355818 h 1915375"/>
                <a:gd name="connsiteX4" fmla="*/ 2762551 w 6968791"/>
                <a:gd name="connsiteY4" fmla="*/ 5298 h 1915375"/>
                <a:gd name="connsiteX5" fmla="*/ 4141771 w 6968791"/>
                <a:gd name="connsiteY5" fmla="*/ 523458 h 1915375"/>
                <a:gd name="connsiteX6" fmla="*/ 5681011 w 6968791"/>
                <a:gd name="connsiteY6" fmla="*/ 515838 h 1915375"/>
                <a:gd name="connsiteX7" fmla="*/ 6968791 w 6968791"/>
                <a:gd name="connsiteY7" fmla="*/ 889218 h 1915375"/>
                <a:gd name="connsiteX8" fmla="*/ 6953551 w 6968791"/>
                <a:gd name="connsiteY8" fmla="*/ 1694395 h 1915375"/>
                <a:gd name="connsiteX9" fmla="*/ 5292391 w 6968791"/>
                <a:gd name="connsiteY9" fmla="*/ 1346418 h 1915375"/>
                <a:gd name="connsiteX10" fmla="*/ 4751371 w 6968791"/>
                <a:gd name="connsiteY10" fmla="*/ 1895058 h 1915375"/>
                <a:gd name="connsiteX11" fmla="*/ 3669331 w 6968791"/>
                <a:gd name="connsiteY11" fmla="*/ 1270218 h 1915375"/>
                <a:gd name="connsiteX12" fmla="*/ 3334051 w 6968791"/>
                <a:gd name="connsiteY12" fmla="*/ 1315938 h 1915375"/>
                <a:gd name="connsiteX13" fmla="*/ 2046271 w 6968791"/>
                <a:gd name="connsiteY13" fmla="*/ 1498818 h 1915375"/>
                <a:gd name="connsiteX14" fmla="*/ 1276651 w 6968791"/>
                <a:gd name="connsiteY14" fmla="*/ 1437858 h 1915375"/>
                <a:gd name="connsiteX15" fmla="*/ 781351 w 6968791"/>
                <a:gd name="connsiteY15" fmla="*/ 1696938 h 1915375"/>
                <a:gd name="connsiteX16" fmla="*/ 560371 w 6968791"/>
                <a:gd name="connsiteY16" fmla="*/ 1915375 h 1915375"/>
                <a:gd name="connsiteX17" fmla="*/ 103171 w 6968791"/>
                <a:gd name="connsiteY17" fmla="*/ 1780758 h 1915375"/>
                <a:gd name="connsiteX0" fmla="*/ 103171 w 6968791"/>
                <a:gd name="connsiteY0" fmla="*/ 1817275 h 1951892"/>
                <a:gd name="connsiteX1" fmla="*/ 331771 w 6968791"/>
                <a:gd name="connsiteY1" fmla="*/ 1367695 h 1951892"/>
                <a:gd name="connsiteX2" fmla="*/ 628951 w 6968791"/>
                <a:gd name="connsiteY2" fmla="*/ 666655 h 1951892"/>
                <a:gd name="connsiteX3" fmla="*/ 1634791 w 6968791"/>
                <a:gd name="connsiteY3" fmla="*/ 392335 h 1951892"/>
                <a:gd name="connsiteX4" fmla="*/ 2762551 w 6968791"/>
                <a:gd name="connsiteY4" fmla="*/ 41815 h 1951892"/>
                <a:gd name="connsiteX5" fmla="*/ 4141771 w 6968791"/>
                <a:gd name="connsiteY5" fmla="*/ 559975 h 1951892"/>
                <a:gd name="connsiteX6" fmla="*/ 5681011 w 6968791"/>
                <a:gd name="connsiteY6" fmla="*/ 552355 h 1951892"/>
                <a:gd name="connsiteX7" fmla="*/ 6968791 w 6968791"/>
                <a:gd name="connsiteY7" fmla="*/ 925735 h 1951892"/>
                <a:gd name="connsiteX8" fmla="*/ 6953551 w 6968791"/>
                <a:gd name="connsiteY8" fmla="*/ 1730912 h 1951892"/>
                <a:gd name="connsiteX9" fmla="*/ 5292391 w 6968791"/>
                <a:gd name="connsiteY9" fmla="*/ 1382935 h 1951892"/>
                <a:gd name="connsiteX10" fmla="*/ 4751371 w 6968791"/>
                <a:gd name="connsiteY10" fmla="*/ 1931575 h 1951892"/>
                <a:gd name="connsiteX11" fmla="*/ 3669331 w 6968791"/>
                <a:gd name="connsiteY11" fmla="*/ 1306735 h 1951892"/>
                <a:gd name="connsiteX12" fmla="*/ 3334051 w 6968791"/>
                <a:gd name="connsiteY12" fmla="*/ 1352455 h 1951892"/>
                <a:gd name="connsiteX13" fmla="*/ 2046271 w 6968791"/>
                <a:gd name="connsiteY13" fmla="*/ 1535335 h 1951892"/>
                <a:gd name="connsiteX14" fmla="*/ 1276651 w 6968791"/>
                <a:gd name="connsiteY14" fmla="*/ 1474375 h 1951892"/>
                <a:gd name="connsiteX15" fmla="*/ 781351 w 6968791"/>
                <a:gd name="connsiteY15" fmla="*/ 1733455 h 1951892"/>
                <a:gd name="connsiteX16" fmla="*/ 560371 w 6968791"/>
                <a:gd name="connsiteY16" fmla="*/ 1951892 h 1951892"/>
                <a:gd name="connsiteX17" fmla="*/ 103171 w 6968791"/>
                <a:gd name="connsiteY17" fmla="*/ 1817275 h 1951892"/>
                <a:gd name="connsiteX0" fmla="*/ 103171 w 6968791"/>
                <a:gd name="connsiteY0" fmla="*/ 1939003 h 2073620"/>
                <a:gd name="connsiteX1" fmla="*/ 331771 w 6968791"/>
                <a:gd name="connsiteY1" fmla="*/ 1489423 h 2073620"/>
                <a:gd name="connsiteX2" fmla="*/ 628951 w 6968791"/>
                <a:gd name="connsiteY2" fmla="*/ 788383 h 2073620"/>
                <a:gd name="connsiteX3" fmla="*/ 1634791 w 6968791"/>
                <a:gd name="connsiteY3" fmla="*/ 514063 h 2073620"/>
                <a:gd name="connsiteX4" fmla="*/ 2762551 w 6968791"/>
                <a:gd name="connsiteY4" fmla="*/ 163543 h 2073620"/>
                <a:gd name="connsiteX5" fmla="*/ 4141771 w 6968791"/>
                <a:gd name="connsiteY5" fmla="*/ 681703 h 2073620"/>
                <a:gd name="connsiteX6" fmla="*/ 5681011 w 6968791"/>
                <a:gd name="connsiteY6" fmla="*/ 674083 h 2073620"/>
                <a:gd name="connsiteX7" fmla="*/ 6968791 w 6968791"/>
                <a:gd name="connsiteY7" fmla="*/ 1047463 h 2073620"/>
                <a:gd name="connsiteX8" fmla="*/ 6953551 w 6968791"/>
                <a:gd name="connsiteY8" fmla="*/ 1852640 h 2073620"/>
                <a:gd name="connsiteX9" fmla="*/ 5292391 w 6968791"/>
                <a:gd name="connsiteY9" fmla="*/ 1504663 h 2073620"/>
                <a:gd name="connsiteX10" fmla="*/ 4751371 w 6968791"/>
                <a:gd name="connsiteY10" fmla="*/ 2053303 h 2073620"/>
                <a:gd name="connsiteX11" fmla="*/ 3669331 w 6968791"/>
                <a:gd name="connsiteY11" fmla="*/ 1428463 h 2073620"/>
                <a:gd name="connsiteX12" fmla="*/ 3334051 w 6968791"/>
                <a:gd name="connsiteY12" fmla="*/ 1474183 h 2073620"/>
                <a:gd name="connsiteX13" fmla="*/ 2046271 w 6968791"/>
                <a:gd name="connsiteY13" fmla="*/ 1657063 h 2073620"/>
                <a:gd name="connsiteX14" fmla="*/ 1276651 w 6968791"/>
                <a:gd name="connsiteY14" fmla="*/ 1596103 h 2073620"/>
                <a:gd name="connsiteX15" fmla="*/ 781351 w 6968791"/>
                <a:gd name="connsiteY15" fmla="*/ 1855183 h 2073620"/>
                <a:gd name="connsiteX16" fmla="*/ 560371 w 6968791"/>
                <a:gd name="connsiteY16" fmla="*/ 2073620 h 2073620"/>
                <a:gd name="connsiteX17" fmla="*/ 103171 w 6968791"/>
                <a:gd name="connsiteY17" fmla="*/ 1939003 h 2073620"/>
                <a:gd name="connsiteX0" fmla="*/ 103171 w 6968791"/>
                <a:gd name="connsiteY0" fmla="*/ 1817276 h 1951893"/>
                <a:gd name="connsiteX1" fmla="*/ 331771 w 6968791"/>
                <a:gd name="connsiteY1" fmla="*/ 1367696 h 1951893"/>
                <a:gd name="connsiteX2" fmla="*/ 628951 w 6968791"/>
                <a:gd name="connsiteY2" fmla="*/ 666656 h 1951893"/>
                <a:gd name="connsiteX3" fmla="*/ 1634791 w 6968791"/>
                <a:gd name="connsiteY3" fmla="*/ 392336 h 1951893"/>
                <a:gd name="connsiteX4" fmla="*/ 1886251 w 6968791"/>
                <a:gd name="connsiteY4" fmla="*/ 377096 h 1951893"/>
                <a:gd name="connsiteX5" fmla="*/ 2762551 w 6968791"/>
                <a:gd name="connsiteY5" fmla="*/ 41816 h 1951893"/>
                <a:gd name="connsiteX6" fmla="*/ 4141771 w 6968791"/>
                <a:gd name="connsiteY6" fmla="*/ 559976 h 1951893"/>
                <a:gd name="connsiteX7" fmla="*/ 5681011 w 6968791"/>
                <a:gd name="connsiteY7" fmla="*/ 552356 h 1951893"/>
                <a:gd name="connsiteX8" fmla="*/ 6968791 w 6968791"/>
                <a:gd name="connsiteY8" fmla="*/ 925736 h 1951893"/>
                <a:gd name="connsiteX9" fmla="*/ 6953551 w 6968791"/>
                <a:gd name="connsiteY9" fmla="*/ 1730913 h 1951893"/>
                <a:gd name="connsiteX10" fmla="*/ 5292391 w 6968791"/>
                <a:gd name="connsiteY10" fmla="*/ 1382936 h 1951893"/>
                <a:gd name="connsiteX11" fmla="*/ 4751371 w 6968791"/>
                <a:gd name="connsiteY11" fmla="*/ 1931576 h 1951893"/>
                <a:gd name="connsiteX12" fmla="*/ 3669331 w 6968791"/>
                <a:gd name="connsiteY12" fmla="*/ 1306736 h 1951893"/>
                <a:gd name="connsiteX13" fmla="*/ 3334051 w 6968791"/>
                <a:gd name="connsiteY13" fmla="*/ 1352456 h 1951893"/>
                <a:gd name="connsiteX14" fmla="*/ 2046271 w 6968791"/>
                <a:gd name="connsiteY14" fmla="*/ 1535336 h 1951893"/>
                <a:gd name="connsiteX15" fmla="*/ 1276651 w 6968791"/>
                <a:gd name="connsiteY15" fmla="*/ 1474376 h 1951893"/>
                <a:gd name="connsiteX16" fmla="*/ 781351 w 6968791"/>
                <a:gd name="connsiteY16" fmla="*/ 1733456 h 1951893"/>
                <a:gd name="connsiteX17" fmla="*/ 560371 w 6968791"/>
                <a:gd name="connsiteY17" fmla="*/ 1951893 h 1951893"/>
                <a:gd name="connsiteX18" fmla="*/ 103171 w 6968791"/>
                <a:gd name="connsiteY18" fmla="*/ 1817276 h 1951893"/>
                <a:gd name="connsiteX0" fmla="*/ 103171 w 6968791"/>
                <a:gd name="connsiteY0" fmla="*/ 1931829 h 2066446"/>
                <a:gd name="connsiteX1" fmla="*/ 331771 w 6968791"/>
                <a:gd name="connsiteY1" fmla="*/ 1482249 h 2066446"/>
                <a:gd name="connsiteX2" fmla="*/ 628951 w 6968791"/>
                <a:gd name="connsiteY2" fmla="*/ 781209 h 2066446"/>
                <a:gd name="connsiteX3" fmla="*/ 1634791 w 6968791"/>
                <a:gd name="connsiteY3" fmla="*/ 506889 h 2066446"/>
                <a:gd name="connsiteX4" fmla="*/ 1886251 w 6968791"/>
                <a:gd name="connsiteY4" fmla="*/ 491649 h 2066446"/>
                <a:gd name="connsiteX5" fmla="*/ 2762551 w 6968791"/>
                <a:gd name="connsiteY5" fmla="*/ 156369 h 2066446"/>
                <a:gd name="connsiteX6" fmla="*/ 4141771 w 6968791"/>
                <a:gd name="connsiteY6" fmla="*/ 674529 h 2066446"/>
                <a:gd name="connsiteX7" fmla="*/ 5681011 w 6968791"/>
                <a:gd name="connsiteY7" fmla="*/ 666909 h 2066446"/>
                <a:gd name="connsiteX8" fmla="*/ 6968791 w 6968791"/>
                <a:gd name="connsiteY8" fmla="*/ 1040289 h 2066446"/>
                <a:gd name="connsiteX9" fmla="*/ 6953551 w 6968791"/>
                <a:gd name="connsiteY9" fmla="*/ 1845466 h 2066446"/>
                <a:gd name="connsiteX10" fmla="*/ 5292391 w 6968791"/>
                <a:gd name="connsiteY10" fmla="*/ 1497489 h 2066446"/>
                <a:gd name="connsiteX11" fmla="*/ 4751371 w 6968791"/>
                <a:gd name="connsiteY11" fmla="*/ 2046129 h 2066446"/>
                <a:gd name="connsiteX12" fmla="*/ 3669331 w 6968791"/>
                <a:gd name="connsiteY12" fmla="*/ 1421289 h 2066446"/>
                <a:gd name="connsiteX13" fmla="*/ 3334051 w 6968791"/>
                <a:gd name="connsiteY13" fmla="*/ 1467009 h 2066446"/>
                <a:gd name="connsiteX14" fmla="*/ 2046271 w 6968791"/>
                <a:gd name="connsiteY14" fmla="*/ 1649889 h 2066446"/>
                <a:gd name="connsiteX15" fmla="*/ 1276651 w 6968791"/>
                <a:gd name="connsiteY15" fmla="*/ 1588929 h 2066446"/>
                <a:gd name="connsiteX16" fmla="*/ 781351 w 6968791"/>
                <a:gd name="connsiteY16" fmla="*/ 1848009 h 2066446"/>
                <a:gd name="connsiteX17" fmla="*/ 560371 w 6968791"/>
                <a:gd name="connsiteY17" fmla="*/ 2066446 h 2066446"/>
                <a:gd name="connsiteX18" fmla="*/ 103171 w 6968791"/>
                <a:gd name="connsiteY18" fmla="*/ 1931829 h 2066446"/>
                <a:gd name="connsiteX0" fmla="*/ 103171 w 6968791"/>
                <a:gd name="connsiteY0" fmla="*/ 1948441 h 2083058"/>
                <a:gd name="connsiteX1" fmla="*/ 331771 w 6968791"/>
                <a:gd name="connsiteY1" fmla="*/ 1498861 h 2083058"/>
                <a:gd name="connsiteX2" fmla="*/ 628951 w 6968791"/>
                <a:gd name="connsiteY2" fmla="*/ 797821 h 2083058"/>
                <a:gd name="connsiteX3" fmla="*/ 1634791 w 6968791"/>
                <a:gd name="connsiteY3" fmla="*/ 523501 h 2083058"/>
                <a:gd name="connsiteX4" fmla="*/ 1886251 w 6968791"/>
                <a:gd name="connsiteY4" fmla="*/ 508261 h 2083058"/>
                <a:gd name="connsiteX5" fmla="*/ 2762551 w 6968791"/>
                <a:gd name="connsiteY5" fmla="*/ 172981 h 2083058"/>
                <a:gd name="connsiteX6" fmla="*/ 4141771 w 6968791"/>
                <a:gd name="connsiteY6" fmla="*/ 691141 h 2083058"/>
                <a:gd name="connsiteX7" fmla="*/ 5681011 w 6968791"/>
                <a:gd name="connsiteY7" fmla="*/ 683521 h 2083058"/>
                <a:gd name="connsiteX8" fmla="*/ 6968791 w 6968791"/>
                <a:gd name="connsiteY8" fmla="*/ 1056901 h 2083058"/>
                <a:gd name="connsiteX9" fmla="*/ 6953551 w 6968791"/>
                <a:gd name="connsiteY9" fmla="*/ 1862078 h 2083058"/>
                <a:gd name="connsiteX10" fmla="*/ 5292391 w 6968791"/>
                <a:gd name="connsiteY10" fmla="*/ 1514101 h 2083058"/>
                <a:gd name="connsiteX11" fmla="*/ 4751371 w 6968791"/>
                <a:gd name="connsiteY11" fmla="*/ 2062741 h 2083058"/>
                <a:gd name="connsiteX12" fmla="*/ 3669331 w 6968791"/>
                <a:gd name="connsiteY12" fmla="*/ 1437901 h 2083058"/>
                <a:gd name="connsiteX13" fmla="*/ 3334051 w 6968791"/>
                <a:gd name="connsiteY13" fmla="*/ 1483621 h 2083058"/>
                <a:gd name="connsiteX14" fmla="*/ 2046271 w 6968791"/>
                <a:gd name="connsiteY14" fmla="*/ 1666501 h 2083058"/>
                <a:gd name="connsiteX15" fmla="*/ 1276651 w 6968791"/>
                <a:gd name="connsiteY15" fmla="*/ 1605541 h 2083058"/>
                <a:gd name="connsiteX16" fmla="*/ 781351 w 6968791"/>
                <a:gd name="connsiteY16" fmla="*/ 1864621 h 2083058"/>
                <a:gd name="connsiteX17" fmla="*/ 560371 w 6968791"/>
                <a:gd name="connsiteY17" fmla="*/ 2083058 h 2083058"/>
                <a:gd name="connsiteX18" fmla="*/ 103171 w 6968791"/>
                <a:gd name="connsiteY18" fmla="*/ 1948441 h 2083058"/>
                <a:gd name="connsiteX0" fmla="*/ 103171 w 6968791"/>
                <a:gd name="connsiteY0" fmla="*/ 1994120 h 2128737"/>
                <a:gd name="connsiteX1" fmla="*/ 331771 w 6968791"/>
                <a:gd name="connsiteY1" fmla="*/ 1544540 h 2128737"/>
                <a:gd name="connsiteX2" fmla="*/ 628951 w 6968791"/>
                <a:gd name="connsiteY2" fmla="*/ 843500 h 2128737"/>
                <a:gd name="connsiteX3" fmla="*/ 1634791 w 6968791"/>
                <a:gd name="connsiteY3" fmla="*/ 569180 h 2128737"/>
                <a:gd name="connsiteX4" fmla="*/ 1985311 w 6968791"/>
                <a:gd name="connsiteY4" fmla="*/ 470120 h 2128737"/>
                <a:gd name="connsiteX5" fmla="*/ 2762551 w 6968791"/>
                <a:gd name="connsiteY5" fmla="*/ 218660 h 2128737"/>
                <a:gd name="connsiteX6" fmla="*/ 4141771 w 6968791"/>
                <a:gd name="connsiteY6" fmla="*/ 736820 h 2128737"/>
                <a:gd name="connsiteX7" fmla="*/ 5681011 w 6968791"/>
                <a:gd name="connsiteY7" fmla="*/ 729200 h 2128737"/>
                <a:gd name="connsiteX8" fmla="*/ 6968791 w 6968791"/>
                <a:gd name="connsiteY8" fmla="*/ 1102580 h 2128737"/>
                <a:gd name="connsiteX9" fmla="*/ 6953551 w 6968791"/>
                <a:gd name="connsiteY9" fmla="*/ 1907757 h 2128737"/>
                <a:gd name="connsiteX10" fmla="*/ 5292391 w 6968791"/>
                <a:gd name="connsiteY10" fmla="*/ 1559780 h 2128737"/>
                <a:gd name="connsiteX11" fmla="*/ 4751371 w 6968791"/>
                <a:gd name="connsiteY11" fmla="*/ 2108420 h 2128737"/>
                <a:gd name="connsiteX12" fmla="*/ 3669331 w 6968791"/>
                <a:gd name="connsiteY12" fmla="*/ 1483580 h 2128737"/>
                <a:gd name="connsiteX13" fmla="*/ 3334051 w 6968791"/>
                <a:gd name="connsiteY13" fmla="*/ 1529300 h 2128737"/>
                <a:gd name="connsiteX14" fmla="*/ 2046271 w 6968791"/>
                <a:gd name="connsiteY14" fmla="*/ 1712180 h 2128737"/>
                <a:gd name="connsiteX15" fmla="*/ 1276651 w 6968791"/>
                <a:gd name="connsiteY15" fmla="*/ 1651220 h 2128737"/>
                <a:gd name="connsiteX16" fmla="*/ 781351 w 6968791"/>
                <a:gd name="connsiteY16" fmla="*/ 1910300 h 2128737"/>
                <a:gd name="connsiteX17" fmla="*/ 560371 w 6968791"/>
                <a:gd name="connsiteY17" fmla="*/ 2128737 h 2128737"/>
                <a:gd name="connsiteX18" fmla="*/ 103171 w 6968791"/>
                <a:gd name="connsiteY18" fmla="*/ 1994120 h 2128737"/>
                <a:gd name="connsiteX0" fmla="*/ 103171 w 6968791"/>
                <a:gd name="connsiteY0" fmla="*/ 1994120 h 2128737"/>
                <a:gd name="connsiteX1" fmla="*/ 331771 w 6968791"/>
                <a:gd name="connsiteY1" fmla="*/ 1544540 h 2128737"/>
                <a:gd name="connsiteX2" fmla="*/ 628951 w 6968791"/>
                <a:gd name="connsiteY2" fmla="*/ 843500 h 2128737"/>
                <a:gd name="connsiteX3" fmla="*/ 1634791 w 6968791"/>
                <a:gd name="connsiteY3" fmla="*/ 569180 h 2128737"/>
                <a:gd name="connsiteX4" fmla="*/ 1985311 w 6968791"/>
                <a:gd name="connsiteY4" fmla="*/ 470120 h 2128737"/>
                <a:gd name="connsiteX5" fmla="*/ 2762551 w 6968791"/>
                <a:gd name="connsiteY5" fmla="*/ 218660 h 2128737"/>
                <a:gd name="connsiteX6" fmla="*/ 4141771 w 6968791"/>
                <a:gd name="connsiteY6" fmla="*/ 736820 h 2128737"/>
                <a:gd name="connsiteX7" fmla="*/ 5681011 w 6968791"/>
                <a:gd name="connsiteY7" fmla="*/ 729200 h 2128737"/>
                <a:gd name="connsiteX8" fmla="*/ 6968791 w 6968791"/>
                <a:gd name="connsiteY8" fmla="*/ 1102580 h 2128737"/>
                <a:gd name="connsiteX9" fmla="*/ 6953551 w 6968791"/>
                <a:gd name="connsiteY9" fmla="*/ 1907757 h 2128737"/>
                <a:gd name="connsiteX10" fmla="*/ 5292391 w 6968791"/>
                <a:gd name="connsiteY10" fmla="*/ 1559780 h 2128737"/>
                <a:gd name="connsiteX11" fmla="*/ 4751371 w 6968791"/>
                <a:gd name="connsiteY11" fmla="*/ 2108420 h 2128737"/>
                <a:gd name="connsiteX12" fmla="*/ 3669331 w 6968791"/>
                <a:gd name="connsiteY12" fmla="*/ 1483580 h 2128737"/>
                <a:gd name="connsiteX13" fmla="*/ 3334051 w 6968791"/>
                <a:gd name="connsiteY13" fmla="*/ 1529300 h 2128737"/>
                <a:gd name="connsiteX14" fmla="*/ 2046271 w 6968791"/>
                <a:gd name="connsiteY14" fmla="*/ 1712180 h 2128737"/>
                <a:gd name="connsiteX15" fmla="*/ 1276651 w 6968791"/>
                <a:gd name="connsiteY15" fmla="*/ 1651220 h 2128737"/>
                <a:gd name="connsiteX16" fmla="*/ 781351 w 6968791"/>
                <a:gd name="connsiteY16" fmla="*/ 1910300 h 2128737"/>
                <a:gd name="connsiteX17" fmla="*/ 560371 w 6968791"/>
                <a:gd name="connsiteY17" fmla="*/ 2128737 h 2128737"/>
                <a:gd name="connsiteX18" fmla="*/ 103171 w 6968791"/>
                <a:gd name="connsiteY18" fmla="*/ 1994120 h 2128737"/>
                <a:gd name="connsiteX0" fmla="*/ 103171 w 6968791"/>
                <a:gd name="connsiteY0" fmla="*/ 1994120 h 2128737"/>
                <a:gd name="connsiteX1" fmla="*/ 331771 w 6968791"/>
                <a:gd name="connsiteY1" fmla="*/ 1544540 h 2128737"/>
                <a:gd name="connsiteX2" fmla="*/ 628951 w 6968791"/>
                <a:gd name="connsiteY2" fmla="*/ 843500 h 2128737"/>
                <a:gd name="connsiteX3" fmla="*/ 1634791 w 6968791"/>
                <a:gd name="connsiteY3" fmla="*/ 569180 h 2128737"/>
                <a:gd name="connsiteX4" fmla="*/ 1985311 w 6968791"/>
                <a:gd name="connsiteY4" fmla="*/ 470120 h 2128737"/>
                <a:gd name="connsiteX5" fmla="*/ 2762551 w 6968791"/>
                <a:gd name="connsiteY5" fmla="*/ 218660 h 2128737"/>
                <a:gd name="connsiteX6" fmla="*/ 4141771 w 6968791"/>
                <a:gd name="connsiteY6" fmla="*/ 736820 h 2128737"/>
                <a:gd name="connsiteX7" fmla="*/ 5681011 w 6968791"/>
                <a:gd name="connsiteY7" fmla="*/ 729200 h 2128737"/>
                <a:gd name="connsiteX8" fmla="*/ 6968791 w 6968791"/>
                <a:gd name="connsiteY8" fmla="*/ 1102580 h 2128737"/>
                <a:gd name="connsiteX9" fmla="*/ 6953551 w 6968791"/>
                <a:gd name="connsiteY9" fmla="*/ 1907757 h 2128737"/>
                <a:gd name="connsiteX10" fmla="*/ 5292391 w 6968791"/>
                <a:gd name="connsiteY10" fmla="*/ 1559780 h 2128737"/>
                <a:gd name="connsiteX11" fmla="*/ 4751371 w 6968791"/>
                <a:gd name="connsiteY11" fmla="*/ 2108420 h 2128737"/>
                <a:gd name="connsiteX12" fmla="*/ 3669331 w 6968791"/>
                <a:gd name="connsiteY12" fmla="*/ 1483580 h 2128737"/>
                <a:gd name="connsiteX13" fmla="*/ 3334051 w 6968791"/>
                <a:gd name="connsiteY13" fmla="*/ 1529300 h 2128737"/>
                <a:gd name="connsiteX14" fmla="*/ 2046271 w 6968791"/>
                <a:gd name="connsiteY14" fmla="*/ 1712180 h 2128737"/>
                <a:gd name="connsiteX15" fmla="*/ 1276651 w 6968791"/>
                <a:gd name="connsiteY15" fmla="*/ 1651220 h 2128737"/>
                <a:gd name="connsiteX16" fmla="*/ 781351 w 6968791"/>
                <a:gd name="connsiteY16" fmla="*/ 1910300 h 2128737"/>
                <a:gd name="connsiteX17" fmla="*/ 560371 w 6968791"/>
                <a:gd name="connsiteY17" fmla="*/ 2128737 h 2128737"/>
                <a:gd name="connsiteX18" fmla="*/ 103171 w 6968791"/>
                <a:gd name="connsiteY18" fmla="*/ 1994120 h 2128737"/>
                <a:gd name="connsiteX0" fmla="*/ 103171 w 6968791"/>
                <a:gd name="connsiteY0" fmla="*/ 1994120 h 2128737"/>
                <a:gd name="connsiteX1" fmla="*/ 331771 w 6968791"/>
                <a:gd name="connsiteY1" fmla="*/ 1544540 h 2128737"/>
                <a:gd name="connsiteX2" fmla="*/ 628951 w 6968791"/>
                <a:gd name="connsiteY2" fmla="*/ 843500 h 2128737"/>
                <a:gd name="connsiteX3" fmla="*/ 1634791 w 6968791"/>
                <a:gd name="connsiteY3" fmla="*/ 569180 h 2128737"/>
                <a:gd name="connsiteX4" fmla="*/ 1985311 w 6968791"/>
                <a:gd name="connsiteY4" fmla="*/ 470120 h 2128737"/>
                <a:gd name="connsiteX5" fmla="*/ 2762551 w 6968791"/>
                <a:gd name="connsiteY5" fmla="*/ 218660 h 2128737"/>
                <a:gd name="connsiteX6" fmla="*/ 4141771 w 6968791"/>
                <a:gd name="connsiteY6" fmla="*/ 736820 h 2128737"/>
                <a:gd name="connsiteX7" fmla="*/ 5681011 w 6968791"/>
                <a:gd name="connsiteY7" fmla="*/ 729200 h 2128737"/>
                <a:gd name="connsiteX8" fmla="*/ 6968791 w 6968791"/>
                <a:gd name="connsiteY8" fmla="*/ 1102580 h 2128737"/>
                <a:gd name="connsiteX9" fmla="*/ 6953551 w 6968791"/>
                <a:gd name="connsiteY9" fmla="*/ 1907757 h 2128737"/>
                <a:gd name="connsiteX10" fmla="*/ 5292391 w 6968791"/>
                <a:gd name="connsiteY10" fmla="*/ 1559780 h 2128737"/>
                <a:gd name="connsiteX11" fmla="*/ 4751371 w 6968791"/>
                <a:gd name="connsiteY11" fmla="*/ 2108420 h 2128737"/>
                <a:gd name="connsiteX12" fmla="*/ 3669331 w 6968791"/>
                <a:gd name="connsiteY12" fmla="*/ 1483580 h 2128737"/>
                <a:gd name="connsiteX13" fmla="*/ 3334051 w 6968791"/>
                <a:gd name="connsiteY13" fmla="*/ 1529300 h 2128737"/>
                <a:gd name="connsiteX14" fmla="*/ 2046271 w 6968791"/>
                <a:gd name="connsiteY14" fmla="*/ 1712180 h 2128737"/>
                <a:gd name="connsiteX15" fmla="*/ 1276651 w 6968791"/>
                <a:gd name="connsiteY15" fmla="*/ 1651220 h 2128737"/>
                <a:gd name="connsiteX16" fmla="*/ 781351 w 6968791"/>
                <a:gd name="connsiteY16" fmla="*/ 1910300 h 2128737"/>
                <a:gd name="connsiteX17" fmla="*/ 560371 w 6968791"/>
                <a:gd name="connsiteY17" fmla="*/ 2128737 h 2128737"/>
                <a:gd name="connsiteX18" fmla="*/ 103171 w 6968791"/>
                <a:gd name="connsiteY18" fmla="*/ 1994120 h 2128737"/>
                <a:gd name="connsiteX0" fmla="*/ 103171 w 6968791"/>
                <a:gd name="connsiteY0" fmla="*/ 1942246 h 2076863"/>
                <a:gd name="connsiteX1" fmla="*/ 331771 w 6968791"/>
                <a:gd name="connsiteY1" fmla="*/ 1492666 h 2076863"/>
                <a:gd name="connsiteX2" fmla="*/ 628951 w 6968791"/>
                <a:gd name="connsiteY2" fmla="*/ 791626 h 2076863"/>
                <a:gd name="connsiteX3" fmla="*/ 1634791 w 6968791"/>
                <a:gd name="connsiteY3" fmla="*/ 517306 h 2076863"/>
                <a:gd name="connsiteX4" fmla="*/ 1985311 w 6968791"/>
                <a:gd name="connsiteY4" fmla="*/ 418246 h 2076863"/>
                <a:gd name="connsiteX5" fmla="*/ 2762551 w 6968791"/>
                <a:gd name="connsiteY5" fmla="*/ 166786 h 2076863"/>
                <a:gd name="connsiteX6" fmla="*/ 4141771 w 6968791"/>
                <a:gd name="connsiteY6" fmla="*/ 684946 h 2076863"/>
                <a:gd name="connsiteX7" fmla="*/ 5681011 w 6968791"/>
                <a:gd name="connsiteY7" fmla="*/ 677326 h 2076863"/>
                <a:gd name="connsiteX8" fmla="*/ 6968791 w 6968791"/>
                <a:gd name="connsiteY8" fmla="*/ 1050706 h 2076863"/>
                <a:gd name="connsiteX9" fmla="*/ 6953551 w 6968791"/>
                <a:gd name="connsiteY9" fmla="*/ 1855883 h 2076863"/>
                <a:gd name="connsiteX10" fmla="*/ 5292391 w 6968791"/>
                <a:gd name="connsiteY10" fmla="*/ 1507906 h 2076863"/>
                <a:gd name="connsiteX11" fmla="*/ 4751371 w 6968791"/>
                <a:gd name="connsiteY11" fmla="*/ 2056546 h 2076863"/>
                <a:gd name="connsiteX12" fmla="*/ 3669331 w 6968791"/>
                <a:gd name="connsiteY12" fmla="*/ 1431706 h 2076863"/>
                <a:gd name="connsiteX13" fmla="*/ 3334051 w 6968791"/>
                <a:gd name="connsiteY13" fmla="*/ 1477426 h 2076863"/>
                <a:gd name="connsiteX14" fmla="*/ 2046271 w 6968791"/>
                <a:gd name="connsiteY14" fmla="*/ 1660306 h 2076863"/>
                <a:gd name="connsiteX15" fmla="*/ 1276651 w 6968791"/>
                <a:gd name="connsiteY15" fmla="*/ 1599346 h 2076863"/>
                <a:gd name="connsiteX16" fmla="*/ 781351 w 6968791"/>
                <a:gd name="connsiteY16" fmla="*/ 1858426 h 2076863"/>
                <a:gd name="connsiteX17" fmla="*/ 560371 w 6968791"/>
                <a:gd name="connsiteY17" fmla="*/ 2076863 h 2076863"/>
                <a:gd name="connsiteX18" fmla="*/ 103171 w 6968791"/>
                <a:gd name="connsiteY18" fmla="*/ 1942246 h 2076863"/>
                <a:gd name="connsiteX0" fmla="*/ 103171 w 6968791"/>
                <a:gd name="connsiteY0" fmla="*/ 1942246 h 2076863"/>
                <a:gd name="connsiteX1" fmla="*/ 331771 w 6968791"/>
                <a:gd name="connsiteY1" fmla="*/ 1492666 h 2076863"/>
                <a:gd name="connsiteX2" fmla="*/ 628951 w 6968791"/>
                <a:gd name="connsiteY2" fmla="*/ 791626 h 2076863"/>
                <a:gd name="connsiteX3" fmla="*/ 1634791 w 6968791"/>
                <a:gd name="connsiteY3" fmla="*/ 517306 h 2076863"/>
                <a:gd name="connsiteX4" fmla="*/ 1985311 w 6968791"/>
                <a:gd name="connsiteY4" fmla="*/ 418246 h 2076863"/>
                <a:gd name="connsiteX5" fmla="*/ 2762551 w 6968791"/>
                <a:gd name="connsiteY5" fmla="*/ 166786 h 2076863"/>
                <a:gd name="connsiteX6" fmla="*/ 3753151 w 6968791"/>
                <a:gd name="connsiteY6" fmla="*/ 403007 h 2076863"/>
                <a:gd name="connsiteX7" fmla="*/ 4141771 w 6968791"/>
                <a:gd name="connsiteY7" fmla="*/ 684946 h 2076863"/>
                <a:gd name="connsiteX8" fmla="*/ 5681011 w 6968791"/>
                <a:gd name="connsiteY8" fmla="*/ 677326 h 2076863"/>
                <a:gd name="connsiteX9" fmla="*/ 6968791 w 6968791"/>
                <a:gd name="connsiteY9" fmla="*/ 1050706 h 2076863"/>
                <a:gd name="connsiteX10" fmla="*/ 6953551 w 6968791"/>
                <a:gd name="connsiteY10" fmla="*/ 1855883 h 2076863"/>
                <a:gd name="connsiteX11" fmla="*/ 5292391 w 6968791"/>
                <a:gd name="connsiteY11" fmla="*/ 1507906 h 2076863"/>
                <a:gd name="connsiteX12" fmla="*/ 4751371 w 6968791"/>
                <a:gd name="connsiteY12" fmla="*/ 2056546 h 2076863"/>
                <a:gd name="connsiteX13" fmla="*/ 3669331 w 6968791"/>
                <a:gd name="connsiteY13" fmla="*/ 1431706 h 2076863"/>
                <a:gd name="connsiteX14" fmla="*/ 3334051 w 6968791"/>
                <a:gd name="connsiteY14" fmla="*/ 1477426 h 2076863"/>
                <a:gd name="connsiteX15" fmla="*/ 2046271 w 6968791"/>
                <a:gd name="connsiteY15" fmla="*/ 1660306 h 2076863"/>
                <a:gd name="connsiteX16" fmla="*/ 1276651 w 6968791"/>
                <a:gd name="connsiteY16" fmla="*/ 1599346 h 2076863"/>
                <a:gd name="connsiteX17" fmla="*/ 781351 w 6968791"/>
                <a:gd name="connsiteY17" fmla="*/ 1858426 h 2076863"/>
                <a:gd name="connsiteX18" fmla="*/ 560371 w 6968791"/>
                <a:gd name="connsiteY18" fmla="*/ 2076863 h 2076863"/>
                <a:gd name="connsiteX19" fmla="*/ 103171 w 6968791"/>
                <a:gd name="connsiteY19" fmla="*/ 1942246 h 2076863"/>
                <a:gd name="connsiteX0" fmla="*/ 103171 w 6968791"/>
                <a:gd name="connsiteY0" fmla="*/ 2063363 h 2197980"/>
                <a:gd name="connsiteX1" fmla="*/ 331771 w 6968791"/>
                <a:gd name="connsiteY1" fmla="*/ 1613783 h 2197980"/>
                <a:gd name="connsiteX2" fmla="*/ 628951 w 6968791"/>
                <a:gd name="connsiteY2" fmla="*/ 912743 h 2197980"/>
                <a:gd name="connsiteX3" fmla="*/ 1634791 w 6968791"/>
                <a:gd name="connsiteY3" fmla="*/ 638423 h 2197980"/>
                <a:gd name="connsiteX4" fmla="*/ 1985311 w 6968791"/>
                <a:gd name="connsiteY4" fmla="*/ 539363 h 2197980"/>
                <a:gd name="connsiteX5" fmla="*/ 2762551 w 6968791"/>
                <a:gd name="connsiteY5" fmla="*/ 287903 h 2197980"/>
                <a:gd name="connsiteX6" fmla="*/ 3753151 w 6968791"/>
                <a:gd name="connsiteY6" fmla="*/ 524124 h 2197980"/>
                <a:gd name="connsiteX7" fmla="*/ 4141771 w 6968791"/>
                <a:gd name="connsiteY7" fmla="*/ 806063 h 2197980"/>
                <a:gd name="connsiteX8" fmla="*/ 5681011 w 6968791"/>
                <a:gd name="connsiteY8" fmla="*/ 798443 h 2197980"/>
                <a:gd name="connsiteX9" fmla="*/ 6968791 w 6968791"/>
                <a:gd name="connsiteY9" fmla="*/ 1171823 h 2197980"/>
                <a:gd name="connsiteX10" fmla="*/ 6953551 w 6968791"/>
                <a:gd name="connsiteY10" fmla="*/ 1977000 h 2197980"/>
                <a:gd name="connsiteX11" fmla="*/ 5292391 w 6968791"/>
                <a:gd name="connsiteY11" fmla="*/ 1629023 h 2197980"/>
                <a:gd name="connsiteX12" fmla="*/ 4751371 w 6968791"/>
                <a:gd name="connsiteY12" fmla="*/ 2177663 h 2197980"/>
                <a:gd name="connsiteX13" fmla="*/ 3669331 w 6968791"/>
                <a:gd name="connsiteY13" fmla="*/ 1552823 h 2197980"/>
                <a:gd name="connsiteX14" fmla="*/ 3334051 w 6968791"/>
                <a:gd name="connsiteY14" fmla="*/ 1598543 h 2197980"/>
                <a:gd name="connsiteX15" fmla="*/ 2046271 w 6968791"/>
                <a:gd name="connsiteY15" fmla="*/ 1781423 h 2197980"/>
                <a:gd name="connsiteX16" fmla="*/ 1276651 w 6968791"/>
                <a:gd name="connsiteY16" fmla="*/ 1720463 h 2197980"/>
                <a:gd name="connsiteX17" fmla="*/ 781351 w 6968791"/>
                <a:gd name="connsiteY17" fmla="*/ 1979543 h 2197980"/>
                <a:gd name="connsiteX18" fmla="*/ 560371 w 6968791"/>
                <a:gd name="connsiteY18" fmla="*/ 2197980 h 2197980"/>
                <a:gd name="connsiteX19" fmla="*/ 103171 w 6968791"/>
                <a:gd name="connsiteY19" fmla="*/ 2063363 h 2197980"/>
                <a:gd name="connsiteX0" fmla="*/ 103171 w 6968791"/>
                <a:gd name="connsiteY0" fmla="*/ 2238004 h 2372621"/>
                <a:gd name="connsiteX1" fmla="*/ 331771 w 6968791"/>
                <a:gd name="connsiteY1" fmla="*/ 1788424 h 2372621"/>
                <a:gd name="connsiteX2" fmla="*/ 628951 w 6968791"/>
                <a:gd name="connsiteY2" fmla="*/ 1087384 h 2372621"/>
                <a:gd name="connsiteX3" fmla="*/ 1634791 w 6968791"/>
                <a:gd name="connsiteY3" fmla="*/ 813064 h 2372621"/>
                <a:gd name="connsiteX4" fmla="*/ 1985311 w 6968791"/>
                <a:gd name="connsiteY4" fmla="*/ 714004 h 2372621"/>
                <a:gd name="connsiteX5" fmla="*/ 2762551 w 6968791"/>
                <a:gd name="connsiteY5" fmla="*/ 462544 h 2372621"/>
                <a:gd name="connsiteX6" fmla="*/ 3753151 w 6968791"/>
                <a:gd name="connsiteY6" fmla="*/ 698765 h 2372621"/>
                <a:gd name="connsiteX7" fmla="*/ 4141771 w 6968791"/>
                <a:gd name="connsiteY7" fmla="*/ 980704 h 2372621"/>
                <a:gd name="connsiteX8" fmla="*/ 5681011 w 6968791"/>
                <a:gd name="connsiteY8" fmla="*/ 973084 h 2372621"/>
                <a:gd name="connsiteX9" fmla="*/ 6968791 w 6968791"/>
                <a:gd name="connsiteY9" fmla="*/ 1346464 h 2372621"/>
                <a:gd name="connsiteX10" fmla="*/ 6953551 w 6968791"/>
                <a:gd name="connsiteY10" fmla="*/ 2151641 h 2372621"/>
                <a:gd name="connsiteX11" fmla="*/ 5292391 w 6968791"/>
                <a:gd name="connsiteY11" fmla="*/ 1803664 h 2372621"/>
                <a:gd name="connsiteX12" fmla="*/ 4751371 w 6968791"/>
                <a:gd name="connsiteY12" fmla="*/ 2352304 h 2372621"/>
                <a:gd name="connsiteX13" fmla="*/ 3669331 w 6968791"/>
                <a:gd name="connsiteY13" fmla="*/ 1727464 h 2372621"/>
                <a:gd name="connsiteX14" fmla="*/ 3334051 w 6968791"/>
                <a:gd name="connsiteY14" fmla="*/ 1773184 h 2372621"/>
                <a:gd name="connsiteX15" fmla="*/ 2046271 w 6968791"/>
                <a:gd name="connsiteY15" fmla="*/ 1956064 h 2372621"/>
                <a:gd name="connsiteX16" fmla="*/ 1276651 w 6968791"/>
                <a:gd name="connsiteY16" fmla="*/ 1895104 h 2372621"/>
                <a:gd name="connsiteX17" fmla="*/ 781351 w 6968791"/>
                <a:gd name="connsiteY17" fmla="*/ 2154184 h 2372621"/>
                <a:gd name="connsiteX18" fmla="*/ 560371 w 6968791"/>
                <a:gd name="connsiteY18" fmla="*/ 2372621 h 2372621"/>
                <a:gd name="connsiteX19" fmla="*/ 103171 w 6968791"/>
                <a:gd name="connsiteY19" fmla="*/ 2238004 h 2372621"/>
                <a:gd name="connsiteX0" fmla="*/ 103171 w 6968791"/>
                <a:gd name="connsiteY0" fmla="*/ 2238004 h 2372621"/>
                <a:gd name="connsiteX1" fmla="*/ 331771 w 6968791"/>
                <a:gd name="connsiteY1" fmla="*/ 1788424 h 2372621"/>
                <a:gd name="connsiteX2" fmla="*/ 628951 w 6968791"/>
                <a:gd name="connsiteY2" fmla="*/ 1087384 h 2372621"/>
                <a:gd name="connsiteX3" fmla="*/ 1634791 w 6968791"/>
                <a:gd name="connsiteY3" fmla="*/ 813064 h 2372621"/>
                <a:gd name="connsiteX4" fmla="*/ 1985311 w 6968791"/>
                <a:gd name="connsiteY4" fmla="*/ 714004 h 2372621"/>
                <a:gd name="connsiteX5" fmla="*/ 2762551 w 6968791"/>
                <a:gd name="connsiteY5" fmla="*/ 462544 h 2372621"/>
                <a:gd name="connsiteX6" fmla="*/ 3753151 w 6968791"/>
                <a:gd name="connsiteY6" fmla="*/ 698765 h 2372621"/>
                <a:gd name="connsiteX7" fmla="*/ 4141771 w 6968791"/>
                <a:gd name="connsiteY7" fmla="*/ 980704 h 2372621"/>
                <a:gd name="connsiteX8" fmla="*/ 5681011 w 6968791"/>
                <a:gd name="connsiteY8" fmla="*/ 973084 h 2372621"/>
                <a:gd name="connsiteX9" fmla="*/ 6968791 w 6968791"/>
                <a:gd name="connsiteY9" fmla="*/ 1346464 h 2372621"/>
                <a:gd name="connsiteX10" fmla="*/ 6953551 w 6968791"/>
                <a:gd name="connsiteY10" fmla="*/ 2151641 h 2372621"/>
                <a:gd name="connsiteX11" fmla="*/ 5292391 w 6968791"/>
                <a:gd name="connsiteY11" fmla="*/ 1803664 h 2372621"/>
                <a:gd name="connsiteX12" fmla="*/ 4751371 w 6968791"/>
                <a:gd name="connsiteY12" fmla="*/ 2352304 h 2372621"/>
                <a:gd name="connsiteX13" fmla="*/ 3669331 w 6968791"/>
                <a:gd name="connsiteY13" fmla="*/ 1727464 h 2372621"/>
                <a:gd name="connsiteX14" fmla="*/ 3334051 w 6968791"/>
                <a:gd name="connsiteY14" fmla="*/ 1773184 h 2372621"/>
                <a:gd name="connsiteX15" fmla="*/ 2046271 w 6968791"/>
                <a:gd name="connsiteY15" fmla="*/ 1956064 h 2372621"/>
                <a:gd name="connsiteX16" fmla="*/ 1276651 w 6968791"/>
                <a:gd name="connsiteY16" fmla="*/ 1895104 h 2372621"/>
                <a:gd name="connsiteX17" fmla="*/ 781351 w 6968791"/>
                <a:gd name="connsiteY17" fmla="*/ 2154184 h 2372621"/>
                <a:gd name="connsiteX18" fmla="*/ 560371 w 6968791"/>
                <a:gd name="connsiteY18" fmla="*/ 2372621 h 2372621"/>
                <a:gd name="connsiteX19" fmla="*/ 103171 w 6968791"/>
                <a:gd name="connsiteY19" fmla="*/ 2238004 h 2372621"/>
                <a:gd name="connsiteX0" fmla="*/ 103171 w 6968791"/>
                <a:gd name="connsiteY0" fmla="*/ 2238004 h 2372621"/>
                <a:gd name="connsiteX1" fmla="*/ 331771 w 6968791"/>
                <a:gd name="connsiteY1" fmla="*/ 1788424 h 2372621"/>
                <a:gd name="connsiteX2" fmla="*/ 628951 w 6968791"/>
                <a:gd name="connsiteY2" fmla="*/ 1087384 h 2372621"/>
                <a:gd name="connsiteX3" fmla="*/ 1634791 w 6968791"/>
                <a:gd name="connsiteY3" fmla="*/ 813064 h 2372621"/>
                <a:gd name="connsiteX4" fmla="*/ 1985311 w 6968791"/>
                <a:gd name="connsiteY4" fmla="*/ 714004 h 2372621"/>
                <a:gd name="connsiteX5" fmla="*/ 2762551 w 6968791"/>
                <a:gd name="connsiteY5" fmla="*/ 462544 h 2372621"/>
                <a:gd name="connsiteX6" fmla="*/ 3753151 w 6968791"/>
                <a:gd name="connsiteY6" fmla="*/ 698765 h 2372621"/>
                <a:gd name="connsiteX7" fmla="*/ 4141771 w 6968791"/>
                <a:gd name="connsiteY7" fmla="*/ 980704 h 2372621"/>
                <a:gd name="connsiteX8" fmla="*/ 4576111 w 6968791"/>
                <a:gd name="connsiteY8" fmla="*/ 843546 h 2372621"/>
                <a:gd name="connsiteX9" fmla="*/ 5681011 w 6968791"/>
                <a:gd name="connsiteY9" fmla="*/ 973084 h 2372621"/>
                <a:gd name="connsiteX10" fmla="*/ 6968791 w 6968791"/>
                <a:gd name="connsiteY10" fmla="*/ 1346464 h 2372621"/>
                <a:gd name="connsiteX11" fmla="*/ 6953551 w 6968791"/>
                <a:gd name="connsiteY11" fmla="*/ 2151641 h 2372621"/>
                <a:gd name="connsiteX12" fmla="*/ 5292391 w 6968791"/>
                <a:gd name="connsiteY12" fmla="*/ 1803664 h 2372621"/>
                <a:gd name="connsiteX13" fmla="*/ 4751371 w 6968791"/>
                <a:gd name="connsiteY13" fmla="*/ 2352304 h 2372621"/>
                <a:gd name="connsiteX14" fmla="*/ 3669331 w 6968791"/>
                <a:gd name="connsiteY14" fmla="*/ 1727464 h 2372621"/>
                <a:gd name="connsiteX15" fmla="*/ 3334051 w 6968791"/>
                <a:gd name="connsiteY15" fmla="*/ 1773184 h 2372621"/>
                <a:gd name="connsiteX16" fmla="*/ 2046271 w 6968791"/>
                <a:gd name="connsiteY16" fmla="*/ 1956064 h 2372621"/>
                <a:gd name="connsiteX17" fmla="*/ 1276651 w 6968791"/>
                <a:gd name="connsiteY17" fmla="*/ 1895104 h 2372621"/>
                <a:gd name="connsiteX18" fmla="*/ 781351 w 6968791"/>
                <a:gd name="connsiteY18" fmla="*/ 2154184 h 2372621"/>
                <a:gd name="connsiteX19" fmla="*/ 560371 w 6968791"/>
                <a:gd name="connsiteY19" fmla="*/ 2372621 h 2372621"/>
                <a:gd name="connsiteX20" fmla="*/ 103171 w 6968791"/>
                <a:gd name="connsiteY20" fmla="*/ 2238004 h 2372621"/>
                <a:gd name="connsiteX0" fmla="*/ 103171 w 6968791"/>
                <a:gd name="connsiteY0" fmla="*/ 2238004 h 2372621"/>
                <a:gd name="connsiteX1" fmla="*/ 331771 w 6968791"/>
                <a:gd name="connsiteY1" fmla="*/ 1788424 h 2372621"/>
                <a:gd name="connsiteX2" fmla="*/ 628951 w 6968791"/>
                <a:gd name="connsiteY2" fmla="*/ 1087384 h 2372621"/>
                <a:gd name="connsiteX3" fmla="*/ 1634791 w 6968791"/>
                <a:gd name="connsiteY3" fmla="*/ 813064 h 2372621"/>
                <a:gd name="connsiteX4" fmla="*/ 1985311 w 6968791"/>
                <a:gd name="connsiteY4" fmla="*/ 714004 h 2372621"/>
                <a:gd name="connsiteX5" fmla="*/ 2762551 w 6968791"/>
                <a:gd name="connsiteY5" fmla="*/ 462544 h 2372621"/>
                <a:gd name="connsiteX6" fmla="*/ 3753151 w 6968791"/>
                <a:gd name="connsiteY6" fmla="*/ 698765 h 2372621"/>
                <a:gd name="connsiteX7" fmla="*/ 4141771 w 6968791"/>
                <a:gd name="connsiteY7" fmla="*/ 980704 h 2372621"/>
                <a:gd name="connsiteX8" fmla="*/ 4576111 w 6968791"/>
                <a:gd name="connsiteY8" fmla="*/ 843546 h 2372621"/>
                <a:gd name="connsiteX9" fmla="*/ 5681011 w 6968791"/>
                <a:gd name="connsiteY9" fmla="*/ 973084 h 2372621"/>
                <a:gd name="connsiteX10" fmla="*/ 6968791 w 6968791"/>
                <a:gd name="connsiteY10" fmla="*/ 1346464 h 2372621"/>
                <a:gd name="connsiteX11" fmla="*/ 6953551 w 6968791"/>
                <a:gd name="connsiteY11" fmla="*/ 2151641 h 2372621"/>
                <a:gd name="connsiteX12" fmla="*/ 5292391 w 6968791"/>
                <a:gd name="connsiteY12" fmla="*/ 1803664 h 2372621"/>
                <a:gd name="connsiteX13" fmla="*/ 4751371 w 6968791"/>
                <a:gd name="connsiteY13" fmla="*/ 2352304 h 2372621"/>
                <a:gd name="connsiteX14" fmla="*/ 3669331 w 6968791"/>
                <a:gd name="connsiteY14" fmla="*/ 1727464 h 2372621"/>
                <a:gd name="connsiteX15" fmla="*/ 3334051 w 6968791"/>
                <a:gd name="connsiteY15" fmla="*/ 1773184 h 2372621"/>
                <a:gd name="connsiteX16" fmla="*/ 2046271 w 6968791"/>
                <a:gd name="connsiteY16" fmla="*/ 1956064 h 2372621"/>
                <a:gd name="connsiteX17" fmla="*/ 1276651 w 6968791"/>
                <a:gd name="connsiteY17" fmla="*/ 1895104 h 2372621"/>
                <a:gd name="connsiteX18" fmla="*/ 781351 w 6968791"/>
                <a:gd name="connsiteY18" fmla="*/ 2154184 h 2372621"/>
                <a:gd name="connsiteX19" fmla="*/ 560371 w 6968791"/>
                <a:gd name="connsiteY19" fmla="*/ 2372621 h 2372621"/>
                <a:gd name="connsiteX20" fmla="*/ 103171 w 6968791"/>
                <a:gd name="connsiteY20" fmla="*/ 2238004 h 2372621"/>
                <a:gd name="connsiteX0" fmla="*/ 103171 w 6968791"/>
                <a:gd name="connsiteY0" fmla="*/ 2238004 h 2372621"/>
                <a:gd name="connsiteX1" fmla="*/ 331771 w 6968791"/>
                <a:gd name="connsiteY1" fmla="*/ 1788424 h 2372621"/>
                <a:gd name="connsiteX2" fmla="*/ 628951 w 6968791"/>
                <a:gd name="connsiteY2" fmla="*/ 1087384 h 2372621"/>
                <a:gd name="connsiteX3" fmla="*/ 1634791 w 6968791"/>
                <a:gd name="connsiteY3" fmla="*/ 813064 h 2372621"/>
                <a:gd name="connsiteX4" fmla="*/ 1985311 w 6968791"/>
                <a:gd name="connsiteY4" fmla="*/ 714004 h 2372621"/>
                <a:gd name="connsiteX5" fmla="*/ 2762551 w 6968791"/>
                <a:gd name="connsiteY5" fmla="*/ 462544 h 2372621"/>
                <a:gd name="connsiteX6" fmla="*/ 3753151 w 6968791"/>
                <a:gd name="connsiteY6" fmla="*/ 698765 h 2372621"/>
                <a:gd name="connsiteX7" fmla="*/ 4141771 w 6968791"/>
                <a:gd name="connsiteY7" fmla="*/ 980704 h 2372621"/>
                <a:gd name="connsiteX8" fmla="*/ 4576111 w 6968791"/>
                <a:gd name="connsiteY8" fmla="*/ 843546 h 2372621"/>
                <a:gd name="connsiteX9" fmla="*/ 5681011 w 6968791"/>
                <a:gd name="connsiteY9" fmla="*/ 973084 h 2372621"/>
                <a:gd name="connsiteX10" fmla="*/ 6968791 w 6968791"/>
                <a:gd name="connsiteY10" fmla="*/ 1346464 h 2372621"/>
                <a:gd name="connsiteX11" fmla="*/ 6953551 w 6968791"/>
                <a:gd name="connsiteY11" fmla="*/ 2151641 h 2372621"/>
                <a:gd name="connsiteX12" fmla="*/ 5292391 w 6968791"/>
                <a:gd name="connsiteY12" fmla="*/ 1803664 h 2372621"/>
                <a:gd name="connsiteX13" fmla="*/ 4751371 w 6968791"/>
                <a:gd name="connsiteY13" fmla="*/ 2352304 h 2372621"/>
                <a:gd name="connsiteX14" fmla="*/ 3669331 w 6968791"/>
                <a:gd name="connsiteY14" fmla="*/ 1727464 h 2372621"/>
                <a:gd name="connsiteX15" fmla="*/ 3334051 w 6968791"/>
                <a:gd name="connsiteY15" fmla="*/ 1773184 h 2372621"/>
                <a:gd name="connsiteX16" fmla="*/ 2046271 w 6968791"/>
                <a:gd name="connsiteY16" fmla="*/ 1956064 h 2372621"/>
                <a:gd name="connsiteX17" fmla="*/ 1276651 w 6968791"/>
                <a:gd name="connsiteY17" fmla="*/ 1895104 h 2372621"/>
                <a:gd name="connsiteX18" fmla="*/ 781351 w 6968791"/>
                <a:gd name="connsiteY18" fmla="*/ 2154184 h 2372621"/>
                <a:gd name="connsiteX19" fmla="*/ 560371 w 6968791"/>
                <a:gd name="connsiteY19" fmla="*/ 2372621 h 2372621"/>
                <a:gd name="connsiteX20" fmla="*/ 103171 w 6968791"/>
                <a:gd name="connsiteY20" fmla="*/ 2238004 h 2372621"/>
                <a:gd name="connsiteX0" fmla="*/ 103171 w 6968791"/>
                <a:gd name="connsiteY0" fmla="*/ 2238004 h 2372621"/>
                <a:gd name="connsiteX1" fmla="*/ 331771 w 6968791"/>
                <a:gd name="connsiteY1" fmla="*/ 1788424 h 2372621"/>
                <a:gd name="connsiteX2" fmla="*/ 628951 w 6968791"/>
                <a:gd name="connsiteY2" fmla="*/ 1087384 h 2372621"/>
                <a:gd name="connsiteX3" fmla="*/ 1634791 w 6968791"/>
                <a:gd name="connsiteY3" fmla="*/ 813064 h 2372621"/>
                <a:gd name="connsiteX4" fmla="*/ 1985311 w 6968791"/>
                <a:gd name="connsiteY4" fmla="*/ 714004 h 2372621"/>
                <a:gd name="connsiteX5" fmla="*/ 2762551 w 6968791"/>
                <a:gd name="connsiteY5" fmla="*/ 462544 h 2372621"/>
                <a:gd name="connsiteX6" fmla="*/ 3753151 w 6968791"/>
                <a:gd name="connsiteY6" fmla="*/ 698765 h 2372621"/>
                <a:gd name="connsiteX7" fmla="*/ 4141771 w 6968791"/>
                <a:gd name="connsiteY7" fmla="*/ 980704 h 2372621"/>
                <a:gd name="connsiteX8" fmla="*/ 4576111 w 6968791"/>
                <a:gd name="connsiteY8" fmla="*/ 843546 h 2372621"/>
                <a:gd name="connsiteX9" fmla="*/ 5681011 w 6968791"/>
                <a:gd name="connsiteY9" fmla="*/ 973084 h 2372621"/>
                <a:gd name="connsiteX10" fmla="*/ 6968791 w 6968791"/>
                <a:gd name="connsiteY10" fmla="*/ 1346464 h 2372621"/>
                <a:gd name="connsiteX11" fmla="*/ 6953551 w 6968791"/>
                <a:gd name="connsiteY11" fmla="*/ 2151641 h 2372621"/>
                <a:gd name="connsiteX12" fmla="*/ 5292391 w 6968791"/>
                <a:gd name="connsiteY12" fmla="*/ 1803664 h 2372621"/>
                <a:gd name="connsiteX13" fmla="*/ 4751371 w 6968791"/>
                <a:gd name="connsiteY13" fmla="*/ 2352304 h 2372621"/>
                <a:gd name="connsiteX14" fmla="*/ 3669331 w 6968791"/>
                <a:gd name="connsiteY14" fmla="*/ 1727464 h 2372621"/>
                <a:gd name="connsiteX15" fmla="*/ 3334051 w 6968791"/>
                <a:gd name="connsiteY15" fmla="*/ 1773184 h 2372621"/>
                <a:gd name="connsiteX16" fmla="*/ 2046271 w 6968791"/>
                <a:gd name="connsiteY16" fmla="*/ 1956064 h 2372621"/>
                <a:gd name="connsiteX17" fmla="*/ 1276651 w 6968791"/>
                <a:gd name="connsiteY17" fmla="*/ 1895104 h 2372621"/>
                <a:gd name="connsiteX18" fmla="*/ 781351 w 6968791"/>
                <a:gd name="connsiteY18" fmla="*/ 2154184 h 2372621"/>
                <a:gd name="connsiteX19" fmla="*/ 560371 w 6968791"/>
                <a:gd name="connsiteY19" fmla="*/ 2372621 h 2372621"/>
                <a:gd name="connsiteX20" fmla="*/ 103171 w 6968791"/>
                <a:gd name="connsiteY20" fmla="*/ 2238004 h 2372621"/>
                <a:gd name="connsiteX0" fmla="*/ 103171 w 6968791"/>
                <a:gd name="connsiteY0" fmla="*/ 2238004 h 2372621"/>
                <a:gd name="connsiteX1" fmla="*/ 331771 w 6968791"/>
                <a:gd name="connsiteY1" fmla="*/ 1788424 h 2372621"/>
                <a:gd name="connsiteX2" fmla="*/ 628951 w 6968791"/>
                <a:gd name="connsiteY2" fmla="*/ 1087384 h 2372621"/>
                <a:gd name="connsiteX3" fmla="*/ 1634791 w 6968791"/>
                <a:gd name="connsiteY3" fmla="*/ 813064 h 2372621"/>
                <a:gd name="connsiteX4" fmla="*/ 1985311 w 6968791"/>
                <a:gd name="connsiteY4" fmla="*/ 714004 h 2372621"/>
                <a:gd name="connsiteX5" fmla="*/ 2762551 w 6968791"/>
                <a:gd name="connsiteY5" fmla="*/ 462544 h 2372621"/>
                <a:gd name="connsiteX6" fmla="*/ 3753151 w 6968791"/>
                <a:gd name="connsiteY6" fmla="*/ 698765 h 2372621"/>
                <a:gd name="connsiteX7" fmla="*/ 4141771 w 6968791"/>
                <a:gd name="connsiteY7" fmla="*/ 980704 h 2372621"/>
                <a:gd name="connsiteX8" fmla="*/ 4576111 w 6968791"/>
                <a:gd name="connsiteY8" fmla="*/ 843546 h 2372621"/>
                <a:gd name="connsiteX9" fmla="*/ 5665771 w 6968791"/>
                <a:gd name="connsiteY9" fmla="*/ 973084 h 2372621"/>
                <a:gd name="connsiteX10" fmla="*/ 6968791 w 6968791"/>
                <a:gd name="connsiteY10" fmla="*/ 1346464 h 2372621"/>
                <a:gd name="connsiteX11" fmla="*/ 6953551 w 6968791"/>
                <a:gd name="connsiteY11" fmla="*/ 2151641 h 2372621"/>
                <a:gd name="connsiteX12" fmla="*/ 5292391 w 6968791"/>
                <a:gd name="connsiteY12" fmla="*/ 1803664 h 2372621"/>
                <a:gd name="connsiteX13" fmla="*/ 4751371 w 6968791"/>
                <a:gd name="connsiteY13" fmla="*/ 2352304 h 2372621"/>
                <a:gd name="connsiteX14" fmla="*/ 3669331 w 6968791"/>
                <a:gd name="connsiteY14" fmla="*/ 1727464 h 2372621"/>
                <a:gd name="connsiteX15" fmla="*/ 3334051 w 6968791"/>
                <a:gd name="connsiteY15" fmla="*/ 1773184 h 2372621"/>
                <a:gd name="connsiteX16" fmla="*/ 2046271 w 6968791"/>
                <a:gd name="connsiteY16" fmla="*/ 1956064 h 2372621"/>
                <a:gd name="connsiteX17" fmla="*/ 1276651 w 6968791"/>
                <a:gd name="connsiteY17" fmla="*/ 1895104 h 2372621"/>
                <a:gd name="connsiteX18" fmla="*/ 781351 w 6968791"/>
                <a:gd name="connsiteY18" fmla="*/ 2154184 h 2372621"/>
                <a:gd name="connsiteX19" fmla="*/ 560371 w 6968791"/>
                <a:gd name="connsiteY19" fmla="*/ 2372621 h 2372621"/>
                <a:gd name="connsiteX20" fmla="*/ 103171 w 6968791"/>
                <a:gd name="connsiteY20" fmla="*/ 2238004 h 2372621"/>
                <a:gd name="connsiteX0" fmla="*/ 103171 w 6968791"/>
                <a:gd name="connsiteY0" fmla="*/ 2238004 h 2372621"/>
                <a:gd name="connsiteX1" fmla="*/ 331771 w 6968791"/>
                <a:gd name="connsiteY1" fmla="*/ 1788424 h 2372621"/>
                <a:gd name="connsiteX2" fmla="*/ 628951 w 6968791"/>
                <a:gd name="connsiteY2" fmla="*/ 1087384 h 2372621"/>
                <a:gd name="connsiteX3" fmla="*/ 1634791 w 6968791"/>
                <a:gd name="connsiteY3" fmla="*/ 813064 h 2372621"/>
                <a:gd name="connsiteX4" fmla="*/ 1985311 w 6968791"/>
                <a:gd name="connsiteY4" fmla="*/ 714004 h 2372621"/>
                <a:gd name="connsiteX5" fmla="*/ 2762551 w 6968791"/>
                <a:gd name="connsiteY5" fmla="*/ 462544 h 2372621"/>
                <a:gd name="connsiteX6" fmla="*/ 3753151 w 6968791"/>
                <a:gd name="connsiteY6" fmla="*/ 698765 h 2372621"/>
                <a:gd name="connsiteX7" fmla="*/ 4141771 w 6968791"/>
                <a:gd name="connsiteY7" fmla="*/ 980704 h 2372621"/>
                <a:gd name="connsiteX8" fmla="*/ 4576111 w 6968791"/>
                <a:gd name="connsiteY8" fmla="*/ 843546 h 2372621"/>
                <a:gd name="connsiteX9" fmla="*/ 5665771 w 6968791"/>
                <a:gd name="connsiteY9" fmla="*/ 973084 h 2372621"/>
                <a:gd name="connsiteX10" fmla="*/ 6968791 w 6968791"/>
                <a:gd name="connsiteY10" fmla="*/ 1346464 h 2372621"/>
                <a:gd name="connsiteX11" fmla="*/ 6953551 w 6968791"/>
                <a:gd name="connsiteY11" fmla="*/ 2151641 h 2372621"/>
                <a:gd name="connsiteX12" fmla="*/ 5292391 w 6968791"/>
                <a:gd name="connsiteY12" fmla="*/ 1803664 h 2372621"/>
                <a:gd name="connsiteX13" fmla="*/ 4751371 w 6968791"/>
                <a:gd name="connsiteY13" fmla="*/ 2352304 h 2372621"/>
                <a:gd name="connsiteX14" fmla="*/ 3669331 w 6968791"/>
                <a:gd name="connsiteY14" fmla="*/ 1727464 h 2372621"/>
                <a:gd name="connsiteX15" fmla="*/ 3334051 w 6968791"/>
                <a:gd name="connsiteY15" fmla="*/ 1773184 h 2372621"/>
                <a:gd name="connsiteX16" fmla="*/ 2046271 w 6968791"/>
                <a:gd name="connsiteY16" fmla="*/ 1956064 h 2372621"/>
                <a:gd name="connsiteX17" fmla="*/ 1276651 w 6968791"/>
                <a:gd name="connsiteY17" fmla="*/ 1895104 h 2372621"/>
                <a:gd name="connsiteX18" fmla="*/ 781351 w 6968791"/>
                <a:gd name="connsiteY18" fmla="*/ 2154184 h 2372621"/>
                <a:gd name="connsiteX19" fmla="*/ 560371 w 6968791"/>
                <a:gd name="connsiteY19" fmla="*/ 2372621 h 2372621"/>
                <a:gd name="connsiteX20" fmla="*/ 103171 w 6968791"/>
                <a:gd name="connsiteY20" fmla="*/ 2238004 h 2372621"/>
                <a:gd name="connsiteX0" fmla="*/ 103171 w 6993593"/>
                <a:gd name="connsiteY0" fmla="*/ 2238004 h 2372621"/>
                <a:gd name="connsiteX1" fmla="*/ 331771 w 6993593"/>
                <a:gd name="connsiteY1" fmla="*/ 1788424 h 2372621"/>
                <a:gd name="connsiteX2" fmla="*/ 628951 w 6993593"/>
                <a:gd name="connsiteY2" fmla="*/ 1087384 h 2372621"/>
                <a:gd name="connsiteX3" fmla="*/ 1634791 w 6993593"/>
                <a:gd name="connsiteY3" fmla="*/ 813064 h 2372621"/>
                <a:gd name="connsiteX4" fmla="*/ 1985311 w 6993593"/>
                <a:gd name="connsiteY4" fmla="*/ 714004 h 2372621"/>
                <a:gd name="connsiteX5" fmla="*/ 2762551 w 6993593"/>
                <a:gd name="connsiteY5" fmla="*/ 462544 h 2372621"/>
                <a:gd name="connsiteX6" fmla="*/ 3753151 w 6993593"/>
                <a:gd name="connsiteY6" fmla="*/ 698765 h 2372621"/>
                <a:gd name="connsiteX7" fmla="*/ 4141771 w 6993593"/>
                <a:gd name="connsiteY7" fmla="*/ 980704 h 2372621"/>
                <a:gd name="connsiteX8" fmla="*/ 4576111 w 6993593"/>
                <a:gd name="connsiteY8" fmla="*/ 843546 h 2372621"/>
                <a:gd name="connsiteX9" fmla="*/ 5665771 w 6993593"/>
                <a:gd name="connsiteY9" fmla="*/ 973084 h 2372621"/>
                <a:gd name="connsiteX10" fmla="*/ 6968791 w 6993593"/>
                <a:gd name="connsiteY10" fmla="*/ 1346464 h 2372621"/>
                <a:gd name="connsiteX11" fmla="*/ 6953551 w 6993593"/>
                <a:gd name="connsiteY11" fmla="*/ 2151641 h 2372621"/>
                <a:gd name="connsiteX12" fmla="*/ 5292391 w 6993593"/>
                <a:gd name="connsiteY12" fmla="*/ 1803664 h 2372621"/>
                <a:gd name="connsiteX13" fmla="*/ 4751371 w 6993593"/>
                <a:gd name="connsiteY13" fmla="*/ 2352304 h 2372621"/>
                <a:gd name="connsiteX14" fmla="*/ 3669331 w 6993593"/>
                <a:gd name="connsiteY14" fmla="*/ 1727464 h 2372621"/>
                <a:gd name="connsiteX15" fmla="*/ 3334051 w 6993593"/>
                <a:gd name="connsiteY15" fmla="*/ 1773184 h 2372621"/>
                <a:gd name="connsiteX16" fmla="*/ 2046271 w 6993593"/>
                <a:gd name="connsiteY16" fmla="*/ 1956064 h 2372621"/>
                <a:gd name="connsiteX17" fmla="*/ 1276651 w 6993593"/>
                <a:gd name="connsiteY17" fmla="*/ 1895104 h 2372621"/>
                <a:gd name="connsiteX18" fmla="*/ 781351 w 6993593"/>
                <a:gd name="connsiteY18" fmla="*/ 2154184 h 2372621"/>
                <a:gd name="connsiteX19" fmla="*/ 560371 w 6993593"/>
                <a:gd name="connsiteY19" fmla="*/ 2372621 h 2372621"/>
                <a:gd name="connsiteX20" fmla="*/ 103171 w 6993593"/>
                <a:gd name="connsiteY20" fmla="*/ 2238004 h 2372621"/>
                <a:gd name="connsiteX0" fmla="*/ 103171 w 7295630"/>
                <a:gd name="connsiteY0" fmla="*/ 2238004 h 2372621"/>
                <a:gd name="connsiteX1" fmla="*/ 331771 w 7295630"/>
                <a:gd name="connsiteY1" fmla="*/ 1788424 h 2372621"/>
                <a:gd name="connsiteX2" fmla="*/ 628951 w 7295630"/>
                <a:gd name="connsiteY2" fmla="*/ 1087384 h 2372621"/>
                <a:gd name="connsiteX3" fmla="*/ 1634791 w 7295630"/>
                <a:gd name="connsiteY3" fmla="*/ 813064 h 2372621"/>
                <a:gd name="connsiteX4" fmla="*/ 1985311 w 7295630"/>
                <a:gd name="connsiteY4" fmla="*/ 714004 h 2372621"/>
                <a:gd name="connsiteX5" fmla="*/ 2762551 w 7295630"/>
                <a:gd name="connsiteY5" fmla="*/ 462544 h 2372621"/>
                <a:gd name="connsiteX6" fmla="*/ 3753151 w 7295630"/>
                <a:gd name="connsiteY6" fmla="*/ 698765 h 2372621"/>
                <a:gd name="connsiteX7" fmla="*/ 4141771 w 7295630"/>
                <a:gd name="connsiteY7" fmla="*/ 980704 h 2372621"/>
                <a:gd name="connsiteX8" fmla="*/ 4576111 w 7295630"/>
                <a:gd name="connsiteY8" fmla="*/ 843546 h 2372621"/>
                <a:gd name="connsiteX9" fmla="*/ 5665771 w 7295630"/>
                <a:gd name="connsiteY9" fmla="*/ 973084 h 2372621"/>
                <a:gd name="connsiteX10" fmla="*/ 6968791 w 7295630"/>
                <a:gd name="connsiteY10" fmla="*/ 1346464 h 2372621"/>
                <a:gd name="connsiteX11" fmla="*/ 6953551 w 7295630"/>
                <a:gd name="connsiteY11" fmla="*/ 2151641 h 2372621"/>
                <a:gd name="connsiteX12" fmla="*/ 5292391 w 7295630"/>
                <a:gd name="connsiteY12" fmla="*/ 1803664 h 2372621"/>
                <a:gd name="connsiteX13" fmla="*/ 4751371 w 7295630"/>
                <a:gd name="connsiteY13" fmla="*/ 2352304 h 2372621"/>
                <a:gd name="connsiteX14" fmla="*/ 3669331 w 7295630"/>
                <a:gd name="connsiteY14" fmla="*/ 1727464 h 2372621"/>
                <a:gd name="connsiteX15" fmla="*/ 3334051 w 7295630"/>
                <a:gd name="connsiteY15" fmla="*/ 1773184 h 2372621"/>
                <a:gd name="connsiteX16" fmla="*/ 2046271 w 7295630"/>
                <a:gd name="connsiteY16" fmla="*/ 1956064 h 2372621"/>
                <a:gd name="connsiteX17" fmla="*/ 1276651 w 7295630"/>
                <a:gd name="connsiteY17" fmla="*/ 1895104 h 2372621"/>
                <a:gd name="connsiteX18" fmla="*/ 781351 w 7295630"/>
                <a:gd name="connsiteY18" fmla="*/ 2154184 h 2372621"/>
                <a:gd name="connsiteX19" fmla="*/ 560371 w 7295630"/>
                <a:gd name="connsiteY19" fmla="*/ 2372621 h 2372621"/>
                <a:gd name="connsiteX20" fmla="*/ 103171 w 7295630"/>
                <a:gd name="connsiteY20" fmla="*/ 2238004 h 2372621"/>
                <a:gd name="connsiteX0" fmla="*/ 103171 w 7316582"/>
                <a:gd name="connsiteY0" fmla="*/ 2238004 h 2372621"/>
                <a:gd name="connsiteX1" fmla="*/ 331771 w 7316582"/>
                <a:gd name="connsiteY1" fmla="*/ 1788424 h 2372621"/>
                <a:gd name="connsiteX2" fmla="*/ 628951 w 7316582"/>
                <a:gd name="connsiteY2" fmla="*/ 1087384 h 2372621"/>
                <a:gd name="connsiteX3" fmla="*/ 1634791 w 7316582"/>
                <a:gd name="connsiteY3" fmla="*/ 813064 h 2372621"/>
                <a:gd name="connsiteX4" fmla="*/ 1985311 w 7316582"/>
                <a:gd name="connsiteY4" fmla="*/ 714004 h 2372621"/>
                <a:gd name="connsiteX5" fmla="*/ 2762551 w 7316582"/>
                <a:gd name="connsiteY5" fmla="*/ 462544 h 2372621"/>
                <a:gd name="connsiteX6" fmla="*/ 3753151 w 7316582"/>
                <a:gd name="connsiteY6" fmla="*/ 698765 h 2372621"/>
                <a:gd name="connsiteX7" fmla="*/ 4141771 w 7316582"/>
                <a:gd name="connsiteY7" fmla="*/ 980704 h 2372621"/>
                <a:gd name="connsiteX8" fmla="*/ 4576111 w 7316582"/>
                <a:gd name="connsiteY8" fmla="*/ 843546 h 2372621"/>
                <a:gd name="connsiteX9" fmla="*/ 5665771 w 7316582"/>
                <a:gd name="connsiteY9" fmla="*/ 973084 h 2372621"/>
                <a:gd name="connsiteX10" fmla="*/ 6968791 w 7316582"/>
                <a:gd name="connsiteY10" fmla="*/ 1346464 h 2372621"/>
                <a:gd name="connsiteX11" fmla="*/ 6953551 w 7316582"/>
                <a:gd name="connsiteY11" fmla="*/ 2151641 h 2372621"/>
                <a:gd name="connsiteX12" fmla="*/ 5292391 w 7316582"/>
                <a:gd name="connsiteY12" fmla="*/ 1803664 h 2372621"/>
                <a:gd name="connsiteX13" fmla="*/ 4751371 w 7316582"/>
                <a:gd name="connsiteY13" fmla="*/ 2352304 h 2372621"/>
                <a:gd name="connsiteX14" fmla="*/ 3669331 w 7316582"/>
                <a:gd name="connsiteY14" fmla="*/ 1727464 h 2372621"/>
                <a:gd name="connsiteX15" fmla="*/ 3334051 w 7316582"/>
                <a:gd name="connsiteY15" fmla="*/ 1773184 h 2372621"/>
                <a:gd name="connsiteX16" fmla="*/ 2046271 w 7316582"/>
                <a:gd name="connsiteY16" fmla="*/ 1956064 h 2372621"/>
                <a:gd name="connsiteX17" fmla="*/ 1276651 w 7316582"/>
                <a:gd name="connsiteY17" fmla="*/ 1895104 h 2372621"/>
                <a:gd name="connsiteX18" fmla="*/ 781351 w 7316582"/>
                <a:gd name="connsiteY18" fmla="*/ 2154184 h 2372621"/>
                <a:gd name="connsiteX19" fmla="*/ 560371 w 7316582"/>
                <a:gd name="connsiteY19" fmla="*/ 2372621 h 2372621"/>
                <a:gd name="connsiteX20" fmla="*/ 103171 w 7316582"/>
                <a:gd name="connsiteY20" fmla="*/ 2238004 h 2372621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9331 w 7316582"/>
                <a:gd name="connsiteY14" fmla="*/ 1727464 h 2378724"/>
                <a:gd name="connsiteX15" fmla="*/ 3334051 w 7316582"/>
                <a:gd name="connsiteY15" fmla="*/ 1773184 h 2378724"/>
                <a:gd name="connsiteX16" fmla="*/ 2046271 w 7316582"/>
                <a:gd name="connsiteY16" fmla="*/ 1956064 h 2378724"/>
                <a:gd name="connsiteX17" fmla="*/ 1276651 w 7316582"/>
                <a:gd name="connsiteY17" fmla="*/ 1895104 h 2378724"/>
                <a:gd name="connsiteX18" fmla="*/ 781351 w 7316582"/>
                <a:gd name="connsiteY18" fmla="*/ 2154184 h 2378724"/>
                <a:gd name="connsiteX19" fmla="*/ 560371 w 7316582"/>
                <a:gd name="connsiteY19" fmla="*/ 2372621 h 2378724"/>
                <a:gd name="connsiteX20" fmla="*/ 103171 w 7316582"/>
                <a:gd name="connsiteY20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9331 w 7316582"/>
                <a:gd name="connsiteY14" fmla="*/ 1727464 h 2378724"/>
                <a:gd name="connsiteX15" fmla="*/ 3334051 w 7316582"/>
                <a:gd name="connsiteY15" fmla="*/ 1773184 h 2378724"/>
                <a:gd name="connsiteX16" fmla="*/ 2046271 w 7316582"/>
                <a:gd name="connsiteY16" fmla="*/ 1956064 h 2378724"/>
                <a:gd name="connsiteX17" fmla="*/ 1276651 w 7316582"/>
                <a:gd name="connsiteY17" fmla="*/ 1895104 h 2378724"/>
                <a:gd name="connsiteX18" fmla="*/ 781351 w 7316582"/>
                <a:gd name="connsiteY18" fmla="*/ 2154184 h 2378724"/>
                <a:gd name="connsiteX19" fmla="*/ 560371 w 7316582"/>
                <a:gd name="connsiteY19" fmla="*/ 2372621 h 2378724"/>
                <a:gd name="connsiteX20" fmla="*/ 103171 w 7316582"/>
                <a:gd name="connsiteY20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9331 w 7316582"/>
                <a:gd name="connsiteY14" fmla="*/ 1727464 h 2378724"/>
                <a:gd name="connsiteX15" fmla="*/ 3334051 w 7316582"/>
                <a:gd name="connsiteY15" fmla="*/ 1773184 h 2378724"/>
                <a:gd name="connsiteX16" fmla="*/ 2046271 w 7316582"/>
                <a:gd name="connsiteY16" fmla="*/ 1956064 h 2378724"/>
                <a:gd name="connsiteX17" fmla="*/ 1276651 w 7316582"/>
                <a:gd name="connsiteY17" fmla="*/ 1895104 h 2378724"/>
                <a:gd name="connsiteX18" fmla="*/ 781351 w 7316582"/>
                <a:gd name="connsiteY18" fmla="*/ 2154184 h 2378724"/>
                <a:gd name="connsiteX19" fmla="*/ 560371 w 7316582"/>
                <a:gd name="connsiteY19" fmla="*/ 2372621 h 2378724"/>
                <a:gd name="connsiteX20" fmla="*/ 103171 w 7316582"/>
                <a:gd name="connsiteY20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9331 w 7316582"/>
                <a:gd name="connsiteY14" fmla="*/ 1727464 h 2378724"/>
                <a:gd name="connsiteX15" fmla="*/ 3334051 w 7316582"/>
                <a:gd name="connsiteY15" fmla="*/ 1773184 h 2378724"/>
                <a:gd name="connsiteX16" fmla="*/ 2046271 w 7316582"/>
                <a:gd name="connsiteY16" fmla="*/ 1956064 h 2378724"/>
                <a:gd name="connsiteX17" fmla="*/ 1276651 w 7316582"/>
                <a:gd name="connsiteY17" fmla="*/ 1895104 h 2378724"/>
                <a:gd name="connsiteX18" fmla="*/ 781351 w 7316582"/>
                <a:gd name="connsiteY18" fmla="*/ 2154184 h 2378724"/>
                <a:gd name="connsiteX19" fmla="*/ 560371 w 7316582"/>
                <a:gd name="connsiteY19" fmla="*/ 2372621 h 2378724"/>
                <a:gd name="connsiteX20" fmla="*/ 103171 w 7316582"/>
                <a:gd name="connsiteY20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9331 w 7316582"/>
                <a:gd name="connsiteY14" fmla="*/ 1727464 h 2378724"/>
                <a:gd name="connsiteX15" fmla="*/ 3334051 w 7316582"/>
                <a:gd name="connsiteY15" fmla="*/ 1773184 h 2378724"/>
                <a:gd name="connsiteX16" fmla="*/ 2046271 w 7316582"/>
                <a:gd name="connsiteY16" fmla="*/ 1956064 h 2378724"/>
                <a:gd name="connsiteX17" fmla="*/ 1276651 w 7316582"/>
                <a:gd name="connsiteY17" fmla="*/ 1895104 h 2378724"/>
                <a:gd name="connsiteX18" fmla="*/ 781351 w 7316582"/>
                <a:gd name="connsiteY18" fmla="*/ 2154184 h 2378724"/>
                <a:gd name="connsiteX19" fmla="*/ 560371 w 7316582"/>
                <a:gd name="connsiteY19" fmla="*/ 2372621 h 2378724"/>
                <a:gd name="connsiteX20" fmla="*/ 103171 w 7316582"/>
                <a:gd name="connsiteY20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046271 w 7316582"/>
                <a:gd name="connsiteY16" fmla="*/ 1956064 h 2378724"/>
                <a:gd name="connsiteX17" fmla="*/ 1276651 w 7316582"/>
                <a:gd name="connsiteY17" fmla="*/ 1895104 h 2378724"/>
                <a:gd name="connsiteX18" fmla="*/ 781351 w 7316582"/>
                <a:gd name="connsiteY18" fmla="*/ 2154184 h 2378724"/>
                <a:gd name="connsiteX19" fmla="*/ 560371 w 7316582"/>
                <a:gd name="connsiteY19" fmla="*/ 2372621 h 2378724"/>
                <a:gd name="connsiteX20" fmla="*/ 103171 w 7316582"/>
                <a:gd name="connsiteY20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046271 w 7316582"/>
                <a:gd name="connsiteY16" fmla="*/ 1956064 h 2378724"/>
                <a:gd name="connsiteX17" fmla="*/ 1276651 w 7316582"/>
                <a:gd name="connsiteY17" fmla="*/ 1895104 h 2378724"/>
                <a:gd name="connsiteX18" fmla="*/ 781351 w 7316582"/>
                <a:gd name="connsiteY18" fmla="*/ 2154184 h 2378724"/>
                <a:gd name="connsiteX19" fmla="*/ 560371 w 7316582"/>
                <a:gd name="connsiteY19" fmla="*/ 2372621 h 2378724"/>
                <a:gd name="connsiteX20" fmla="*/ 103171 w 7316582"/>
                <a:gd name="connsiteY20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046271 w 7316582"/>
                <a:gd name="connsiteY16" fmla="*/ 1956064 h 2378724"/>
                <a:gd name="connsiteX17" fmla="*/ 1276651 w 7316582"/>
                <a:gd name="connsiteY17" fmla="*/ 1895104 h 2378724"/>
                <a:gd name="connsiteX18" fmla="*/ 781351 w 7316582"/>
                <a:gd name="connsiteY18" fmla="*/ 2154184 h 2378724"/>
                <a:gd name="connsiteX19" fmla="*/ 560371 w 7316582"/>
                <a:gd name="connsiteY19" fmla="*/ 2372621 h 2378724"/>
                <a:gd name="connsiteX20" fmla="*/ 103171 w 7316582"/>
                <a:gd name="connsiteY20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046271 w 7316582"/>
                <a:gd name="connsiteY16" fmla="*/ 1956064 h 2378724"/>
                <a:gd name="connsiteX17" fmla="*/ 1276651 w 7316582"/>
                <a:gd name="connsiteY17" fmla="*/ 1895104 h 2378724"/>
                <a:gd name="connsiteX18" fmla="*/ 781351 w 7316582"/>
                <a:gd name="connsiteY18" fmla="*/ 2154184 h 2378724"/>
                <a:gd name="connsiteX19" fmla="*/ 560371 w 7316582"/>
                <a:gd name="connsiteY19" fmla="*/ 2372621 h 2378724"/>
                <a:gd name="connsiteX20" fmla="*/ 103171 w 7316582"/>
                <a:gd name="connsiteY20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276651 w 7316582"/>
                <a:gd name="connsiteY18" fmla="*/ 1895104 h 2378724"/>
                <a:gd name="connsiteX19" fmla="*/ 781351 w 7316582"/>
                <a:gd name="connsiteY19" fmla="*/ 2154184 h 2378724"/>
                <a:gd name="connsiteX20" fmla="*/ 560371 w 7316582"/>
                <a:gd name="connsiteY20" fmla="*/ 2372621 h 2378724"/>
                <a:gd name="connsiteX21" fmla="*/ 103171 w 7316582"/>
                <a:gd name="connsiteY21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276651 w 7316582"/>
                <a:gd name="connsiteY18" fmla="*/ 1895104 h 2378724"/>
                <a:gd name="connsiteX19" fmla="*/ 781351 w 7316582"/>
                <a:gd name="connsiteY19" fmla="*/ 2154184 h 2378724"/>
                <a:gd name="connsiteX20" fmla="*/ 560371 w 7316582"/>
                <a:gd name="connsiteY20" fmla="*/ 2372621 h 2378724"/>
                <a:gd name="connsiteX21" fmla="*/ 103171 w 7316582"/>
                <a:gd name="connsiteY21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276651 w 7316582"/>
                <a:gd name="connsiteY18" fmla="*/ 1895104 h 2378724"/>
                <a:gd name="connsiteX19" fmla="*/ 781351 w 7316582"/>
                <a:gd name="connsiteY19" fmla="*/ 2154184 h 2378724"/>
                <a:gd name="connsiteX20" fmla="*/ 560371 w 7316582"/>
                <a:gd name="connsiteY20" fmla="*/ 2372621 h 2378724"/>
                <a:gd name="connsiteX21" fmla="*/ 103171 w 7316582"/>
                <a:gd name="connsiteY21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276651 w 7316582"/>
                <a:gd name="connsiteY18" fmla="*/ 1895104 h 2378724"/>
                <a:gd name="connsiteX19" fmla="*/ 781351 w 7316582"/>
                <a:gd name="connsiteY19" fmla="*/ 2154184 h 2378724"/>
                <a:gd name="connsiteX20" fmla="*/ 560371 w 7316582"/>
                <a:gd name="connsiteY20" fmla="*/ 2372621 h 2378724"/>
                <a:gd name="connsiteX21" fmla="*/ 103171 w 7316582"/>
                <a:gd name="connsiteY21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276651 w 7316582"/>
                <a:gd name="connsiteY18" fmla="*/ 1895104 h 2378724"/>
                <a:gd name="connsiteX19" fmla="*/ 781351 w 7316582"/>
                <a:gd name="connsiteY19" fmla="*/ 2154184 h 2378724"/>
                <a:gd name="connsiteX20" fmla="*/ 560371 w 7316582"/>
                <a:gd name="connsiteY20" fmla="*/ 2372621 h 2378724"/>
                <a:gd name="connsiteX21" fmla="*/ 103171 w 7316582"/>
                <a:gd name="connsiteY21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276651 w 7316582"/>
                <a:gd name="connsiteY18" fmla="*/ 1895104 h 2378724"/>
                <a:gd name="connsiteX19" fmla="*/ 781351 w 7316582"/>
                <a:gd name="connsiteY19" fmla="*/ 2154184 h 2378724"/>
                <a:gd name="connsiteX20" fmla="*/ 560371 w 7316582"/>
                <a:gd name="connsiteY20" fmla="*/ 2372621 h 2378724"/>
                <a:gd name="connsiteX21" fmla="*/ 103171 w 7316582"/>
                <a:gd name="connsiteY21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276651 w 7316582"/>
                <a:gd name="connsiteY18" fmla="*/ 1895104 h 2378724"/>
                <a:gd name="connsiteX19" fmla="*/ 781351 w 7316582"/>
                <a:gd name="connsiteY19" fmla="*/ 2154184 h 2378724"/>
                <a:gd name="connsiteX20" fmla="*/ 560371 w 7316582"/>
                <a:gd name="connsiteY20" fmla="*/ 2372621 h 2378724"/>
                <a:gd name="connsiteX21" fmla="*/ 103171 w 7316582"/>
                <a:gd name="connsiteY21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276651 w 7316582"/>
                <a:gd name="connsiteY18" fmla="*/ 1895104 h 2378724"/>
                <a:gd name="connsiteX19" fmla="*/ 781351 w 7316582"/>
                <a:gd name="connsiteY19" fmla="*/ 2154184 h 2378724"/>
                <a:gd name="connsiteX20" fmla="*/ 560371 w 7316582"/>
                <a:gd name="connsiteY20" fmla="*/ 2372621 h 2378724"/>
                <a:gd name="connsiteX21" fmla="*/ 103171 w 7316582"/>
                <a:gd name="connsiteY21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672890 w 7316582"/>
                <a:gd name="connsiteY18" fmla="*/ 1674125 h 2378724"/>
                <a:gd name="connsiteX19" fmla="*/ 1276651 w 7316582"/>
                <a:gd name="connsiteY19" fmla="*/ 1895104 h 2378724"/>
                <a:gd name="connsiteX20" fmla="*/ 781351 w 7316582"/>
                <a:gd name="connsiteY20" fmla="*/ 2154184 h 2378724"/>
                <a:gd name="connsiteX21" fmla="*/ 560371 w 7316582"/>
                <a:gd name="connsiteY21" fmla="*/ 2372621 h 2378724"/>
                <a:gd name="connsiteX22" fmla="*/ 103171 w 7316582"/>
                <a:gd name="connsiteY22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672890 w 7316582"/>
                <a:gd name="connsiteY18" fmla="*/ 1674125 h 2378724"/>
                <a:gd name="connsiteX19" fmla="*/ 1276651 w 7316582"/>
                <a:gd name="connsiteY19" fmla="*/ 1895104 h 2378724"/>
                <a:gd name="connsiteX20" fmla="*/ 781351 w 7316582"/>
                <a:gd name="connsiteY20" fmla="*/ 2154184 h 2378724"/>
                <a:gd name="connsiteX21" fmla="*/ 560371 w 7316582"/>
                <a:gd name="connsiteY21" fmla="*/ 2372621 h 2378724"/>
                <a:gd name="connsiteX22" fmla="*/ 103171 w 7316582"/>
                <a:gd name="connsiteY22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672890 w 7316582"/>
                <a:gd name="connsiteY18" fmla="*/ 1674125 h 2378724"/>
                <a:gd name="connsiteX19" fmla="*/ 1276651 w 7316582"/>
                <a:gd name="connsiteY19" fmla="*/ 1895104 h 2378724"/>
                <a:gd name="connsiteX20" fmla="*/ 781351 w 7316582"/>
                <a:gd name="connsiteY20" fmla="*/ 2154184 h 2378724"/>
                <a:gd name="connsiteX21" fmla="*/ 560371 w 7316582"/>
                <a:gd name="connsiteY21" fmla="*/ 2372621 h 2378724"/>
                <a:gd name="connsiteX22" fmla="*/ 103171 w 7316582"/>
                <a:gd name="connsiteY22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672890 w 7316582"/>
                <a:gd name="connsiteY18" fmla="*/ 1674125 h 2378724"/>
                <a:gd name="connsiteX19" fmla="*/ 1276651 w 7316582"/>
                <a:gd name="connsiteY19" fmla="*/ 1895104 h 2378724"/>
                <a:gd name="connsiteX20" fmla="*/ 781351 w 7316582"/>
                <a:gd name="connsiteY20" fmla="*/ 2154184 h 2378724"/>
                <a:gd name="connsiteX21" fmla="*/ 560371 w 7316582"/>
                <a:gd name="connsiteY21" fmla="*/ 2372621 h 2378724"/>
                <a:gd name="connsiteX22" fmla="*/ 103171 w 7316582"/>
                <a:gd name="connsiteY22" fmla="*/ 2238004 h 2378724"/>
                <a:gd name="connsiteX0" fmla="*/ 103171 w 7316582"/>
                <a:gd name="connsiteY0" fmla="*/ 2238004 h 2442570"/>
                <a:gd name="connsiteX1" fmla="*/ 331771 w 7316582"/>
                <a:gd name="connsiteY1" fmla="*/ 1788424 h 2442570"/>
                <a:gd name="connsiteX2" fmla="*/ 628951 w 7316582"/>
                <a:gd name="connsiteY2" fmla="*/ 1087384 h 2442570"/>
                <a:gd name="connsiteX3" fmla="*/ 1634791 w 7316582"/>
                <a:gd name="connsiteY3" fmla="*/ 813064 h 2442570"/>
                <a:gd name="connsiteX4" fmla="*/ 1985311 w 7316582"/>
                <a:gd name="connsiteY4" fmla="*/ 714004 h 2442570"/>
                <a:gd name="connsiteX5" fmla="*/ 2762551 w 7316582"/>
                <a:gd name="connsiteY5" fmla="*/ 462544 h 2442570"/>
                <a:gd name="connsiteX6" fmla="*/ 3753151 w 7316582"/>
                <a:gd name="connsiteY6" fmla="*/ 698765 h 2442570"/>
                <a:gd name="connsiteX7" fmla="*/ 4141771 w 7316582"/>
                <a:gd name="connsiteY7" fmla="*/ 980704 h 2442570"/>
                <a:gd name="connsiteX8" fmla="*/ 4576111 w 7316582"/>
                <a:gd name="connsiteY8" fmla="*/ 843546 h 2442570"/>
                <a:gd name="connsiteX9" fmla="*/ 5665771 w 7316582"/>
                <a:gd name="connsiteY9" fmla="*/ 973084 h 2442570"/>
                <a:gd name="connsiteX10" fmla="*/ 6968791 w 7316582"/>
                <a:gd name="connsiteY10" fmla="*/ 1346464 h 2442570"/>
                <a:gd name="connsiteX11" fmla="*/ 6953551 w 7316582"/>
                <a:gd name="connsiteY11" fmla="*/ 2151641 h 2442570"/>
                <a:gd name="connsiteX12" fmla="*/ 5292391 w 7316582"/>
                <a:gd name="connsiteY12" fmla="*/ 1803664 h 2442570"/>
                <a:gd name="connsiteX13" fmla="*/ 4751371 w 7316582"/>
                <a:gd name="connsiteY13" fmla="*/ 2352304 h 2442570"/>
                <a:gd name="connsiteX14" fmla="*/ 3661711 w 7316582"/>
                <a:gd name="connsiteY14" fmla="*/ 1727464 h 2442570"/>
                <a:gd name="connsiteX15" fmla="*/ 3334051 w 7316582"/>
                <a:gd name="connsiteY15" fmla="*/ 1773184 h 2442570"/>
                <a:gd name="connsiteX16" fmla="*/ 2412030 w 7316582"/>
                <a:gd name="connsiteY16" fmla="*/ 1521725 h 2442570"/>
                <a:gd name="connsiteX17" fmla="*/ 2046271 w 7316582"/>
                <a:gd name="connsiteY17" fmla="*/ 1956064 h 2442570"/>
                <a:gd name="connsiteX18" fmla="*/ 1672890 w 7316582"/>
                <a:gd name="connsiteY18" fmla="*/ 1674125 h 2442570"/>
                <a:gd name="connsiteX19" fmla="*/ 1276651 w 7316582"/>
                <a:gd name="connsiteY19" fmla="*/ 1895104 h 2442570"/>
                <a:gd name="connsiteX20" fmla="*/ 781351 w 7316582"/>
                <a:gd name="connsiteY20" fmla="*/ 2154184 h 2442570"/>
                <a:gd name="connsiteX21" fmla="*/ 560371 w 7316582"/>
                <a:gd name="connsiteY21" fmla="*/ 2372621 h 2442570"/>
                <a:gd name="connsiteX22" fmla="*/ 49830 w 7316582"/>
                <a:gd name="connsiteY22" fmla="*/ 2436125 h 2442570"/>
                <a:gd name="connsiteX23" fmla="*/ 103171 w 7316582"/>
                <a:gd name="connsiteY23" fmla="*/ 2238004 h 2442570"/>
                <a:gd name="connsiteX0" fmla="*/ 94571 w 7330842"/>
                <a:gd name="connsiteY0" fmla="*/ 2390404 h 2442570"/>
                <a:gd name="connsiteX1" fmla="*/ 346031 w 7330842"/>
                <a:gd name="connsiteY1" fmla="*/ 1788424 h 2442570"/>
                <a:gd name="connsiteX2" fmla="*/ 643211 w 7330842"/>
                <a:gd name="connsiteY2" fmla="*/ 1087384 h 2442570"/>
                <a:gd name="connsiteX3" fmla="*/ 1649051 w 7330842"/>
                <a:gd name="connsiteY3" fmla="*/ 813064 h 2442570"/>
                <a:gd name="connsiteX4" fmla="*/ 1999571 w 7330842"/>
                <a:gd name="connsiteY4" fmla="*/ 714004 h 2442570"/>
                <a:gd name="connsiteX5" fmla="*/ 2776811 w 7330842"/>
                <a:gd name="connsiteY5" fmla="*/ 462544 h 2442570"/>
                <a:gd name="connsiteX6" fmla="*/ 3767411 w 7330842"/>
                <a:gd name="connsiteY6" fmla="*/ 698765 h 2442570"/>
                <a:gd name="connsiteX7" fmla="*/ 4156031 w 7330842"/>
                <a:gd name="connsiteY7" fmla="*/ 980704 h 2442570"/>
                <a:gd name="connsiteX8" fmla="*/ 4590371 w 7330842"/>
                <a:gd name="connsiteY8" fmla="*/ 843546 h 2442570"/>
                <a:gd name="connsiteX9" fmla="*/ 5680031 w 7330842"/>
                <a:gd name="connsiteY9" fmla="*/ 973084 h 2442570"/>
                <a:gd name="connsiteX10" fmla="*/ 6983051 w 7330842"/>
                <a:gd name="connsiteY10" fmla="*/ 1346464 h 2442570"/>
                <a:gd name="connsiteX11" fmla="*/ 6967811 w 7330842"/>
                <a:gd name="connsiteY11" fmla="*/ 2151641 h 2442570"/>
                <a:gd name="connsiteX12" fmla="*/ 5306651 w 7330842"/>
                <a:gd name="connsiteY12" fmla="*/ 1803664 h 2442570"/>
                <a:gd name="connsiteX13" fmla="*/ 4765631 w 7330842"/>
                <a:gd name="connsiteY13" fmla="*/ 2352304 h 2442570"/>
                <a:gd name="connsiteX14" fmla="*/ 3675971 w 7330842"/>
                <a:gd name="connsiteY14" fmla="*/ 1727464 h 2442570"/>
                <a:gd name="connsiteX15" fmla="*/ 3348311 w 7330842"/>
                <a:gd name="connsiteY15" fmla="*/ 1773184 h 2442570"/>
                <a:gd name="connsiteX16" fmla="*/ 2426290 w 7330842"/>
                <a:gd name="connsiteY16" fmla="*/ 1521725 h 2442570"/>
                <a:gd name="connsiteX17" fmla="*/ 2060531 w 7330842"/>
                <a:gd name="connsiteY17" fmla="*/ 1956064 h 2442570"/>
                <a:gd name="connsiteX18" fmla="*/ 1687150 w 7330842"/>
                <a:gd name="connsiteY18" fmla="*/ 1674125 h 2442570"/>
                <a:gd name="connsiteX19" fmla="*/ 1290911 w 7330842"/>
                <a:gd name="connsiteY19" fmla="*/ 1895104 h 2442570"/>
                <a:gd name="connsiteX20" fmla="*/ 795611 w 7330842"/>
                <a:gd name="connsiteY20" fmla="*/ 2154184 h 2442570"/>
                <a:gd name="connsiteX21" fmla="*/ 574631 w 7330842"/>
                <a:gd name="connsiteY21" fmla="*/ 2372621 h 2442570"/>
                <a:gd name="connsiteX22" fmla="*/ 64090 w 7330842"/>
                <a:gd name="connsiteY22" fmla="*/ 2436125 h 2442570"/>
                <a:gd name="connsiteX23" fmla="*/ 94571 w 7330842"/>
                <a:gd name="connsiteY23" fmla="*/ 2390404 h 2442570"/>
                <a:gd name="connsiteX0" fmla="*/ 114320 w 7350591"/>
                <a:gd name="connsiteY0" fmla="*/ 2390404 h 2442570"/>
                <a:gd name="connsiteX1" fmla="*/ 365780 w 7350591"/>
                <a:gd name="connsiteY1" fmla="*/ 1788424 h 2442570"/>
                <a:gd name="connsiteX2" fmla="*/ 662960 w 7350591"/>
                <a:gd name="connsiteY2" fmla="*/ 1087384 h 2442570"/>
                <a:gd name="connsiteX3" fmla="*/ 1668800 w 7350591"/>
                <a:gd name="connsiteY3" fmla="*/ 813064 h 2442570"/>
                <a:gd name="connsiteX4" fmla="*/ 2019320 w 7350591"/>
                <a:gd name="connsiteY4" fmla="*/ 714004 h 2442570"/>
                <a:gd name="connsiteX5" fmla="*/ 2796560 w 7350591"/>
                <a:gd name="connsiteY5" fmla="*/ 462544 h 2442570"/>
                <a:gd name="connsiteX6" fmla="*/ 3787160 w 7350591"/>
                <a:gd name="connsiteY6" fmla="*/ 698765 h 2442570"/>
                <a:gd name="connsiteX7" fmla="*/ 4175780 w 7350591"/>
                <a:gd name="connsiteY7" fmla="*/ 980704 h 2442570"/>
                <a:gd name="connsiteX8" fmla="*/ 4610120 w 7350591"/>
                <a:gd name="connsiteY8" fmla="*/ 843546 h 2442570"/>
                <a:gd name="connsiteX9" fmla="*/ 5699780 w 7350591"/>
                <a:gd name="connsiteY9" fmla="*/ 973084 h 2442570"/>
                <a:gd name="connsiteX10" fmla="*/ 7002800 w 7350591"/>
                <a:gd name="connsiteY10" fmla="*/ 1346464 h 2442570"/>
                <a:gd name="connsiteX11" fmla="*/ 6987560 w 7350591"/>
                <a:gd name="connsiteY11" fmla="*/ 2151641 h 2442570"/>
                <a:gd name="connsiteX12" fmla="*/ 5326400 w 7350591"/>
                <a:gd name="connsiteY12" fmla="*/ 1803664 h 2442570"/>
                <a:gd name="connsiteX13" fmla="*/ 4785380 w 7350591"/>
                <a:gd name="connsiteY13" fmla="*/ 2352304 h 2442570"/>
                <a:gd name="connsiteX14" fmla="*/ 3695720 w 7350591"/>
                <a:gd name="connsiteY14" fmla="*/ 1727464 h 2442570"/>
                <a:gd name="connsiteX15" fmla="*/ 3368060 w 7350591"/>
                <a:gd name="connsiteY15" fmla="*/ 1773184 h 2442570"/>
                <a:gd name="connsiteX16" fmla="*/ 2446039 w 7350591"/>
                <a:gd name="connsiteY16" fmla="*/ 1521725 h 2442570"/>
                <a:gd name="connsiteX17" fmla="*/ 2080280 w 7350591"/>
                <a:gd name="connsiteY17" fmla="*/ 1956064 h 2442570"/>
                <a:gd name="connsiteX18" fmla="*/ 1706899 w 7350591"/>
                <a:gd name="connsiteY18" fmla="*/ 1674125 h 2442570"/>
                <a:gd name="connsiteX19" fmla="*/ 1310660 w 7350591"/>
                <a:gd name="connsiteY19" fmla="*/ 1895104 h 2442570"/>
                <a:gd name="connsiteX20" fmla="*/ 815360 w 7350591"/>
                <a:gd name="connsiteY20" fmla="*/ 2154184 h 2442570"/>
                <a:gd name="connsiteX21" fmla="*/ 594380 w 7350591"/>
                <a:gd name="connsiteY21" fmla="*/ 2372621 h 2442570"/>
                <a:gd name="connsiteX22" fmla="*/ 83839 w 7350591"/>
                <a:gd name="connsiteY22" fmla="*/ 2436125 h 2442570"/>
                <a:gd name="connsiteX23" fmla="*/ 114320 w 7350591"/>
                <a:gd name="connsiteY23" fmla="*/ 2390404 h 2442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350591" h="2442570">
                  <a:moveTo>
                    <a:pt x="114320" y="2390404"/>
                  </a:moveTo>
                  <a:cubicBezTo>
                    <a:pt x="-64750" y="2139368"/>
                    <a:pt x="-69830" y="1870974"/>
                    <a:pt x="365780" y="1788424"/>
                  </a:cubicBezTo>
                  <a:cubicBezTo>
                    <a:pt x="134640" y="1587764"/>
                    <a:pt x="113050" y="1026424"/>
                    <a:pt x="662960" y="1087384"/>
                  </a:cubicBezTo>
                  <a:cubicBezTo>
                    <a:pt x="346730" y="698764"/>
                    <a:pt x="1267480" y="-35296"/>
                    <a:pt x="1668800" y="813064"/>
                  </a:cubicBezTo>
                  <a:cubicBezTo>
                    <a:pt x="1828820" y="875294"/>
                    <a:pt x="1838980" y="863864"/>
                    <a:pt x="2019320" y="714004"/>
                  </a:cubicBezTo>
                  <a:cubicBezTo>
                    <a:pt x="2260620" y="38364"/>
                    <a:pt x="2477790" y="359674"/>
                    <a:pt x="2796560" y="462544"/>
                  </a:cubicBezTo>
                  <a:cubicBezTo>
                    <a:pt x="2575580" y="-54346"/>
                    <a:pt x="4105930" y="-332475"/>
                    <a:pt x="3787160" y="698765"/>
                  </a:cubicBezTo>
                  <a:cubicBezTo>
                    <a:pt x="3872250" y="899425"/>
                    <a:pt x="3826530" y="954034"/>
                    <a:pt x="4175780" y="980704"/>
                  </a:cubicBezTo>
                  <a:cubicBezTo>
                    <a:pt x="4356120" y="980705"/>
                    <a:pt x="4452640" y="927365"/>
                    <a:pt x="4610120" y="843546"/>
                  </a:cubicBezTo>
                  <a:cubicBezTo>
                    <a:pt x="5001280" y="231405"/>
                    <a:pt x="5514360" y="731785"/>
                    <a:pt x="5699780" y="973084"/>
                  </a:cubicBezTo>
                  <a:cubicBezTo>
                    <a:pt x="6342400" y="84084"/>
                    <a:pt x="7183140" y="962924"/>
                    <a:pt x="7002800" y="1346464"/>
                  </a:cubicBezTo>
                  <a:cubicBezTo>
                    <a:pt x="7744480" y="1409116"/>
                    <a:pt x="7084080" y="2096609"/>
                    <a:pt x="6987560" y="2151641"/>
                  </a:cubicBezTo>
                  <a:cubicBezTo>
                    <a:pt x="5812810" y="2842521"/>
                    <a:pt x="5685810" y="1729580"/>
                    <a:pt x="5326400" y="1803664"/>
                  </a:cubicBezTo>
                  <a:cubicBezTo>
                    <a:pt x="5035570" y="1862508"/>
                    <a:pt x="4942860" y="2372624"/>
                    <a:pt x="4785380" y="2352304"/>
                  </a:cubicBezTo>
                  <a:cubicBezTo>
                    <a:pt x="4437400" y="2431044"/>
                    <a:pt x="3916700" y="2316744"/>
                    <a:pt x="3695720" y="1727464"/>
                  </a:cubicBezTo>
                  <a:cubicBezTo>
                    <a:pt x="3451880" y="1717304"/>
                    <a:pt x="3510300" y="1738894"/>
                    <a:pt x="3368060" y="1773184"/>
                  </a:cubicBezTo>
                  <a:cubicBezTo>
                    <a:pt x="3036590" y="1500134"/>
                    <a:pt x="2691149" y="1422665"/>
                    <a:pt x="2446039" y="1521725"/>
                  </a:cubicBezTo>
                  <a:cubicBezTo>
                    <a:pt x="2178069" y="1575065"/>
                    <a:pt x="2405400" y="1937014"/>
                    <a:pt x="2080280" y="1956064"/>
                  </a:cubicBezTo>
                  <a:cubicBezTo>
                    <a:pt x="1762780" y="1909074"/>
                    <a:pt x="1835169" y="1684285"/>
                    <a:pt x="1706899" y="1674125"/>
                  </a:cubicBezTo>
                  <a:cubicBezTo>
                    <a:pt x="1273829" y="1564905"/>
                    <a:pt x="1303040" y="1879864"/>
                    <a:pt x="1310660" y="1895104"/>
                  </a:cubicBezTo>
                  <a:cubicBezTo>
                    <a:pt x="1243350" y="1867164"/>
                    <a:pt x="574060" y="1589458"/>
                    <a:pt x="815360" y="2154184"/>
                  </a:cubicBezTo>
                  <a:lnTo>
                    <a:pt x="594380" y="2372621"/>
                  </a:lnTo>
                  <a:cubicBezTo>
                    <a:pt x="462300" y="2335369"/>
                    <a:pt x="215919" y="2473377"/>
                    <a:pt x="83839" y="2436125"/>
                  </a:cubicBezTo>
                  <a:lnTo>
                    <a:pt x="114320" y="2390404"/>
                  </a:lnTo>
                  <a:close/>
                </a:path>
              </a:pathLst>
            </a:cu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5DFFE1D9-A3C5-0F73-D6B3-7D8975692AE0}"/>
                </a:ext>
              </a:extLst>
            </p:cNvPr>
            <p:cNvSpPr/>
            <p:nvPr/>
          </p:nvSpPr>
          <p:spPr>
            <a:xfrm rot="16200000">
              <a:off x="2467697" y="3843260"/>
              <a:ext cx="1110780" cy="380387"/>
            </a:xfrm>
            <a:prstGeom prst="roundRect">
              <a:avLst>
                <a:gd name="adj" fmla="val 8073"/>
              </a:avLst>
            </a:pr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Oval 26">
              <a:extLst>
                <a:ext uri="{FF2B5EF4-FFF2-40B4-BE49-F238E27FC236}">
                  <a16:creationId xmlns:a16="http://schemas.microsoft.com/office/drawing/2014/main" id="{8DA29750-0243-7E97-FB42-797ACEE2C7D3}"/>
                </a:ext>
              </a:extLst>
            </p:cNvPr>
            <p:cNvSpPr/>
            <p:nvPr/>
          </p:nvSpPr>
          <p:spPr>
            <a:xfrm>
              <a:off x="2663620" y="3130158"/>
              <a:ext cx="718933" cy="444074"/>
            </a:xfrm>
            <a:custGeom>
              <a:avLst/>
              <a:gdLst>
                <a:gd name="connsiteX0" fmla="*/ 0 w 862687"/>
                <a:gd name="connsiteY0" fmla="*/ 455328 h 910656"/>
                <a:gd name="connsiteX1" fmla="*/ 431344 w 862687"/>
                <a:gd name="connsiteY1" fmla="*/ 0 h 910656"/>
                <a:gd name="connsiteX2" fmla="*/ 862688 w 862687"/>
                <a:gd name="connsiteY2" fmla="*/ 455328 h 910656"/>
                <a:gd name="connsiteX3" fmla="*/ 431344 w 862687"/>
                <a:gd name="connsiteY3" fmla="*/ 910656 h 910656"/>
                <a:gd name="connsiteX4" fmla="*/ 0 w 862687"/>
                <a:gd name="connsiteY4" fmla="*/ 455328 h 910656"/>
                <a:gd name="connsiteX0" fmla="*/ 0 w 874678"/>
                <a:gd name="connsiteY0" fmla="*/ 56916 h 512244"/>
                <a:gd name="connsiteX1" fmla="*/ 862688 w 874678"/>
                <a:gd name="connsiteY1" fmla="*/ 56916 h 512244"/>
                <a:gd name="connsiteX2" fmla="*/ 431344 w 874678"/>
                <a:gd name="connsiteY2" fmla="*/ 512244 h 512244"/>
                <a:gd name="connsiteX3" fmla="*/ 0 w 874678"/>
                <a:gd name="connsiteY3" fmla="*/ 56916 h 512244"/>
                <a:gd name="connsiteX0" fmla="*/ 4678 w 746841"/>
                <a:gd name="connsiteY0" fmla="*/ 25802 h 481502"/>
                <a:gd name="connsiteX1" fmla="*/ 734016 w 746841"/>
                <a:gd name="connsiteY1" fmla="*/ 102002 h 481502"/>
                <a:gd name="connsiteX2" fmla="*/ 436022 w 746841"/>
                <a:gd name="connsiteY2" fmla="*/ 481130 h 481502"/>
                <a:gd name="connsiteX3" fmla="*/ 4678 w 746841"/>
                <a:gd name="connsiteY3" fmla="*/ 25802 h 481502"/>
                <a:gd name="connsiteX0" fmla="*/ 5257 w 694694"/>
                <a:gd name="connsiteY0" fmla="*/ 41068 h 444046"/>
                <a:gd name="connsiteX1" fmla="*/ 682207 w 694694"/>
                <a:gd name="connsiteY1" fmla="*/ 64880 h 444046"/>
                <a:gd name="connsiteX2" fmla="*/ 384213 w 694694"/>
                <a:gd name="connsiteY2" fmla="*/ 444008 h 444046"/>
                <a:gd name="connsiteX3" fmla="*/ 5257 w 694694"/>
                <a:gd name="connsiteY3" fmla="*/ 41068 h 444046"/>
                <a:gd name="connsiteX0" fmla="*/ 18690 w 739981"/>
                <a:gd name="connsiteY0" fmla="*/ 41068 h 444046"/>
                <a:gd name="connsiteX1" fmla="*/ 695640 w 739981"/>
                <a:gd name="connsiteY1" fmla="*/ 64880 h 444046"/>
                <a:gd name="connsiteX2" fmla="*/ 397646 w 739981"/>
                <a:gd name="connsiteY2" fmla="*/ 444008 h 444046"/>
                <a:gd name="connsiteX3" fmla="*/ 18690 w 739981"/>
                <a:gd name="connsiteY3" fmla="*/ 41068 h 444046"/>
                <a:gd name="connsiteX0" fmla="*/ 11928 w 718723"/>
                <a:gd name="connsiteY0" fmla="*/ 41068 h 444074"/>
                <a:gd name="connsiteX1" fmla="*/ 688878 w 718723"/>
                <a:gd name="connsiteY1" fmla="*/ 64880 h 444074"/>
                <a:gd name="connsiteX2" fmla="*/ 390884 w 718723"/>
                <a:gd name="connsiteY2" fmla="*/ 444008 h 444074"/>
                <a:gd name="connsiteX3" fmla="*/ 11928 w 718723"/>
                <a:gd name="connsiteY3" fmla="*/ 41068 h 444074"/>
                <a:gd name="connsiteX0" fmla="*/ 18290 w 718933"/>
                <a:gd name="connsiteY0" fmla="*/ 41068 h 444074"/>
                <a:gd name="connsiteX1" fmla="*/ 695240 w 718933"/>
                <a:gd name="connsiteY1" fmla="*/ 64880 h 444074"/>
                <a:gd name="connsiteX2" fmla="*/ 354384 w 718933"/>
                <a:gd name="connsiteY2" fmla="*/ 444008 h 444074"/>
                <a:gd name="connsiteX3" fmla="*/ 18290 w 718933"/>
                <a:gd name="connsiteY3" fmla="*/ 41068 h 44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933" h="444074">
                  <a:moveTo>
                    <a:pt x="18290" y="41068"/>
                  </a:moveTo>
                  <a:cubicBezTo>
                    <a:pt x="75099" y="-22120"/>
                    <a:pt x="623349" y="-11008"/>
                    <a:pt x="695240" y="64880"/>
                  </a:cubicBezTo>
                  <a:cubicBezTo>
                    <a:pt x="767131" y="140768"/>
                    <a:pt x="681521" y="438452"/>
                    <a:pt x="354384" y="444008"/>
                  </a:cubicBezTo>
                  <a:cubicBezTo>
                    <a:pt x="27247" y="449564"/>
                    <a:pt x="-38519" y="104256"/>
                    <a:pt x="18290" y="41068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E6082CC-DFBE-87B6-E8C0-190A70F01930}"/>
                </a:ext>
              </a:extLst>
            </p:cNvPr>
            <p:cNvGrpSpPr/>
            <p:nvPr/>
          </p:nvGrpSpPr>
          <p:grpSpPr>
            <a:xfrm>
              <a:off x="2465692" y="2983822"/>
              <a:ext cx="2562191" cy="2153758"/>
              <a:chOff x="-213709" y="2314574"/>
              <a:chExt cx="2562191" cy="2153758"/>
            </a:xfrm>
            <a:grpFill/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A500073F-0FD9-187D-B860-D05AEAC577AF}"/>
                  </a:ext>
                </a:extLst>
              </p:cNvPr>
              <p:cNvSpPr/>
              <p:nvPr/>
            </p:nvSpPr>
            <p:spPr>
              <a:xfrm rot="16200000">
                <a:off x="1440643" y="2417177"/>
                <a:ext cx="461545" cy="927099"/>
              </a:xfrm>
              <a:custGeom>
                <a:avLst/>
                <a:gdLst>
                  <a:gd name="connsiteX0" fmla="*/ 461545 w 461545"/>
                  <a:gd name="connsiteY0" fmla="*/ 37260 h 927099"/>
                  <a:gd name="connsiteX1" fmla="*/ 461544 w 461545"/>
                  <a:gd name="connsiteY1" fmla="*/ 889843 h 927099"/>
                  <a:gd name="connsiteX2" fmla="*/ 450631 w 461545"/>
                  <a:gd name="connsiteY2" fmla="*/ 916190 h 927099"/>
                  <a:gd name="connsiteX3" fmla="*/ 424294 w 461545"/>
                  <a:gd name="connsiteY3" fmla="*/ 927099 h 927099"/>
                  <a:gd name="connsiteX4" fmla="*/ 37251 w 461545"/>
                  <a:gd name="connsiteY4" fmla="*/ 927099 h 927099"/>
                  <a:gd name="connsiteX5" fmla="*/ 10913 w 461545"/>
                  <a:gd name="connsiteY5" fmla="*/ 916190 h 927099"/>
                  <a:gd name="connsiteX6" fmla="*/ 0 w 461545"/>
                  <a:gd name="connsiteY6" fmla="*/ 889843 h 927099"/>
                  <a:gd name="connsiteX7" fmla="*/ 0 w 461545"/>
                  <a:gd name="connsiteY7" fmla="*/ 37260 h 927099"/>
                  <a:gd name="connsiteX8" fmla="*/ 37261 w 461545"/>
                  <a:gd name="connsiteY8" fmla="*/ 0 h 927099"/>
                  <a:gd name="connsiteX9" fmla="*/ 424285 w 461545"/>
                  <a:gd name="connsiteY9" fmla="*/ 0 h 927099"/>
                  <a:gd name="connsiteX10" fmla="*/ 461545 w 461545"/>
                  <a:gd name="connsiteY10" fmla="*/ 37260 h 927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1545" h="927099">
                    <a:moveTo>
                      <a:pt x="461545" y="37260"/>
                    </a:moveTo>
                    <a:lnTo>
                      <a:pt x="461544" y="889843"/>
                    </a:lnTo>
                    <a:cubicBezTo>
                      <a:pt x="461544" y="900132"/>
                      <a:pt x="457374" y="909447"/>
                      <a:pt x="450631" y="916190"/>
                    </a:cubicBezTo>
                    <a:lnTo>
                      <a:pt x="424294" y="927099"/>
                    </a:lnTo>
                    <a:lnTo>
                      <a:pt x="37251" y="927099"/>
                    </a:lnTo>
                    <a:lnTo>
                      <a:pt x="10913" y="916190"/>
                    </a:lnTo>
                    <a:cubicBezTo>
                      <a:pt x="4171" y="909447"/>
                      <a:pt x="0" y="900132"/>
                      <a:pt x="0" y="889843"/>
                    </a:cubicBezTo>
                    <a:lnTo>
                      <a:pt x="0" y="37260"/>
                    </a:lnTo>
                    <a:cubicBezTo>
                      <a:pt x="0" y="16682"/>
                      <a:pt x="16683" y="0"/>
                      <a:pt x="37261" y="0"/>
                    </a:cubicBezTo>
                    <a:lnTo>
                      <a:pt x="424285" y="0"/>
                    </a:lnTo>
                    <a:cubicBezTo>
                      <a:pt x="444863" y="0"/>
                      <a:pt x="461545" y="16682"/>
                      <a:pt x="461545" y="37260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7C8B1F26-EEA8-1245-7675-D9C85C78B69E}"/>
                  </a:ext>
                </a:extLst>
              </p:cNvPr>
              <p:cNvSpPr/>
              <p:nvPr/>
            </p:nvSpPr>
            <p:spPr>
              <a:xfrm rot="16200000">
                <a:off x="-9492" y="2110357"/>
                <a:ext cx="2153758" cy="2562191"/>
              </a:xfrm>
              <a:custGeom>
                <a:avLst/>
                <a:gdLst>
                  <a:gd name="connsiteX0" fmla="*/ 2153758 w 2153758"/>
                  <a:gd name="connsiteY0" fmla="*/ 1325542 h 2562191"/>
                  <a:gd name="connsiteX1" fmla="*/ 2153758 w 2153758"/>
                  <a:gd name="connsiteY1" fmla="*/ 2447572 h 2562191"/>
                  <a:gd name="connsiteX2" fmla="*/ 2045735 w 2153758"/>
                  <a:gd name="connsiteY2" fmla="*/ 2555595 h 2562191"/>
                  <a:gd name="connsiteX3" fmla="*/ 1351616 w 2153758"/>
                  <a:gd name="connsiteY3" fmla="*/ 2555595 h 2562191"/>
                  <a:gd name="connsiteX4" fmla="*/ 1351622 w 2153758"/>
                  <a:gd name="connsiteY4" fmla="*/ 2557567 h 2562191"/>
                  <a:gd name="connsiteX5" fmla="*/ 44590 w 2153758"/>
                  <a:gd name="connsiteY5" fmla="*/ 2552285 h 2562191"/>
                  <a:gd name="connsiteX6" fmla="*/ 30822 w 2153758"/>
                  <a:gd name="connsiteY6" fmla="*/ 14260 h 2562191"/>
                  <a:gd name="connsiteX7" fmla="*/ 41415 w 2153758"/>
                  <a:gd name="connsiteY7" fmla="*/ 3667 h 2562191"/>
                  <a:gd name="connsiteX8" fmla="*/ 1326222 w 2153758"/>
                  <a:gd name="connsiteY8" fmla="*/ 271435 h 2562191"/>
                  <a:gd name="connsiteX9" fmla="*/ 1356781 w 2153758"/>
                  <a:gd name="connsiteY9" fmla="*/ 1165660 h 2562191"/>
                  <a:gd name="connsiteX10" fmla="*/ 1356583 w 2153758"/>
                  <a:gd name="connsiteY10" fmla="*/ 1217519 h 2562191"/>
                  <a:gd name="connsiteX11" fmla="*/ 2045735 w 2153758"/>
                  <a:gd name="connsiteY11" fmla="*/ 1217519 h 2562191"/>
                  <a:gd name="connsiteX12" fmla="*/ 2153758 w 2153758"/>
                  <a:gd name="connsiteY12" fmla="*/ 1325542 h 2562191"/>
                  <a:gd name="connsiteX13" fmla="*/ 1818377 w 2153758"/>
                  <a:gd name="connsiteY13" fmla="*/ 1458834 h 2562191"/>
                  <a:gd name="connsiteX14" fmla="*/ 1781117 w 2153758"/>
                  <a:gd name="connsiteY14" fmla="*/ 1421574 h 2562191"/>
                  <a:gd name="connsiteX15" fmla="*/ 1394093 w 2153758"/>
                  <a:gd name="connsiteY15" fmla="*/ 1421574 h 2562191"/>
                  <a:gd name="connsiteX16" fmla="*/ 1356832 w 2153758"/>
                  <a:gd name="connsiteY16" fmla="*/ 1458834 h 2562191"/>
                  <a:gd name="connsiteX17" fmla="*/ 1356832 w 2153758"/>
                  <a:gd name="connsiteY17" fmla="*/ 2311417 h 2562191"/>
                  <a:gd name="connsiteX18" fmla="*/ 1367745 w 2153758"/>
                  <a:gd name="connsiteY18" fmla="*/ 2337764 h 2562191"/>
                  <a:gd name="connsiteX19" fmla="*/ 1394083 w 2153758"/>
                  <a:gd name="connsiteY19" fmla="*/ 2348673 h 2562191"/>
                  <a:gd name="connsiteX20" fmla="*/ 1781126 w 2153758"/>
                  <a:gd name="connsiteY20" fmla="*/ 2348673 h 2562191"/>
                  <a:gd name="connsiteX21" fmla="*/ 1807463 w 2153758"/>
                  <a:gd name="connsiteY21" fmla="*/ 2337764 h 2562191"/>
                  <a:gd name="connsiteX22" fmla="*/ 1818376 w 2153758"/>
                  <a:gd name="connsiteY22" fmla="*/ 2311417 h 2562191"/>
                  <a:gd name="connsiteX23" fmla="*/ 1818377 w 2153758"/>
                  <a:gd name="connsiteY23" fmla="*/ 1458834 h 2562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53758" h="2562191">
                    <a:moveTo>
                      <a:pt x="2153758" y="1325542"/>
                    </a:moveTo>
                    <a:lnTo>
                      <a:pt x="2153758" y="2447572"/>
                    </a:lnTo>
                    <a:cubicBezTo>
                      <a:pt x="2153758" y="2507231"/>
                      <a:pt x="2105394" y="2555595"/>
                      <a:pt x="2045735" y="2555595"/>
                    </a:cubicBezTo>
                    <a:lnTo>
                      <a:pt x="1351616" y="2555595"/>
                    </a:lnTo>
                    <a:lnTo>
                      <a:pt x="1351622" y="2557567"/>
                    </a:lnTo>
                    <a:cubicBezTo>
                      <a:pt x="1087746" y="2570467"/>
                      <a:pt x="264723" y="2552285"/>
                      <a:pt x="44590" y="2552285"/>
                    </a:cubicBezTo>
                    <a:cubicBezTo>
                      <a:pt x="-46955" y="2099827"/>
                      <a:pt x="30822" y="435325"/>
                      <a:pt x="30822" y="14260"/>
                    </a:cubicBezTo>
                    <a:cubicBezTo>
                      <a:pt x="30822" y="8410"/>
                      <a:pt x="35565" y="3667"/>
                      <a:pt x="41415" y="3667"/>
                    </a:cubicBezTo>
                    <a:cubicBezTo>
                      <a:pt x="259432" y="51292"/>
                      <a:pt x="1079279" y="-138340"/>
                      <a:pt x="1326222" y="271435"/>
                    </a:cubicBezTo>
                    <a:cubicBezTo>
                      <a:pt x="1352151" y="315907"/>
                      <a:pt x="1357443" y="699310"/>
                      <a:pt x="1356781" y="1165660"/>
                    </a:cubicBezTo>
                    <a:lnTo>
                      <a:pt x="1356583" y="1217519"/>
                    </a:lnTo>
                    <a:lnTo>
                      <a:pt x="2045735" y="1217519"/>
                    </a:lnTo>
                    <a:cubicBezTo>
                      <a:pt x="2105394" y="1217519"/>
                      <a:pt x="2153758" y="1265883"/>
                      <a:pt x="2153758" y="1325542"/>
                    </a:cubicBezTo>
                    <a:close/>
                    <a:moveTo>
                      <a:pt x="1818377" y="1458834"/>
                    </a:moveTo>
                    <a:cubicBezTo>
                      <a:pt x="1818377" y="1438256"/>
                      <a:pt x="1801695" y="1421574"/>
                      <a:pt x="1781117" y="1421574"/>
                    </a:cubicBezTo>
                    <a:lnTo>
                      <a:pt x="1394093" y="1421574"/>
                    </a:lnTo>
                    <a:cubicBezTo>
                      <a:pt x="1373515" y="1421574"/>
                      <a:pt x="1356832" y="1438256"/>
                      <a:pt x="1356832" y="1458834"/>
                    </a:cubicBezTo>
                    <a:lnTo>
                      <a:pt x="1356832" y="2311417"/>
                    </a:lnTo>
                    <a:cubicBezTo>
                      <a:pt x="1356832" y="2321706"/>
                      <a:pt x="1361003" y="2331021"/>
                      <a:pt x="1367745" y="2337764"/>
                    </a:cubicBezTo>
                    <a:lnTo>
                      <a:pt x="1394083" y="2348673"/>
                    </a:lnTo>
                    <a:lnTo>
                      <a:pt x="1781126" y="2348673"/>
                    </a:lnTo>
                    <a:lnTo>
                      <a:pt x="1807463" y="2337764"/>
                    </a:lnTo>
                    <a:cubicBezTo>
                      <a:pt x="1814206" y="2331021"/>
                      <a:pt x="1818376" y="2321706"/>
                      <a:pt x="1818376" y="2311417"/>
                    </a:cubicBezTo>
                    <a:lnTo>
                      <a:pt x="1818377" y="1458834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2A919B2F-1236-EC91-6B0C-4C12342E89EE}"/>
                  </a:ext>
                </a:extLst>
              </p:cNvPr>
              <p:cNvSpPr/>
              <p:nvPr/>
            </p:nvSpPr>
            <p:spPr>
              <a:xfrm rot="16200000">
                <a:off x="1025020" y="2810472"/>
                <a:ext cx="1296770" cy="927102"/>
              </a:xfrm>
              <a:custGeom>
                <a:avLst/>
                <a:gdLst>
                  <a:gd name="connsiteX0" fmla="*/ 1593850 w 1593850"/>
                  <a:gd name="connsiteY0" fmla="*/ 74846 h 927102"/>
                  <a:gd name="connsiteX1" fmla="*/ 1593850 w 1593850"/>
                  <a:gd name="connsiteY1" fmla="*/ 852257 h 927102"/>
                  <a:gd name="connsiteX2" fmla="*/ 1519005 w 1593850"/>
                  <a:gd name="connsiteY2" fmla="*/ 927102 h 927102"/>
                  <a:gd name="connsiteX3" fmla="*/ 1427595 w 1593850"/>
                  <a:gd name="connsiteY3" fmla="*/ 927102 h 927102"/>
                  <a:gd name="connsiteX4" fmla="*/ 1453932 w 1593850"/>
                  <a:gd name="connsiteY4" fmla="*/ 916193 h 927102"/>
                  <a:gd name="connsiteX5" fmla="*/ 1464845 w 1593850"/>
                  <a:gd name="connsiteY5" fmla="*/ 889846 h 927102"/>
                  <a:gd name="connsiteX6" fmla="*/ 1464846 w 1593850"/>
                  <a:gd name="connsiteY6" fmla="*/ 37263 h 927102"/>
                  <a:gd name="connsiteX7" fmla="*/ 1427586 w 1593850"/>
                  <a:gd name="connsiteY7" fmla="*/ 3 h 927102"/>
                  <a:gd name="connsiteX8" fmla="*/ 1040562 w 1593850"/>
                  <a:gd name="connsiteY8" fmla="*/ 3 h 927102"/>
                  <a:gd name="connsiteX9" fmla="*/ 1003301 w 1593850"/>
                  <a:gd name="connsiteY9" fmla="*/ 37263 h 927102"/>
                  <a:gd name="connsiteX10" fmla="*/ 1003301 w 1593850"/>
                  <a:gd name="connsiteY10" fmla="*/ 889846 h 927102"/>
                  <a:gd name="connsiteX11" fmla="*/ 1014214 w 1593850"/>
                  <a:gd name="connsiteY11" fmla="*/ 916193 h 927102"/>
                  <a:gd name="connsiteX12" fmla="*/ 1040552 w 1593850"/>
                  <a:gd name="connsiteY12" fmla="*/ 927102 h 927102"/>
                  <a:gd name="connsiteX13" fmla="*/ 74845 w 1593850"/>
                  <a:gd name="connsiteY13" fmla="*/ 927101 h 927102"/>
                  <a:gd name="connsiteX14" fmla="*/ 0 w 1593850"/>
                  <a:gd name="connsiteY14" fmla="*/ 852256 h 927102"/>
                  <a:gd name="connsiteX15" fmla="*/ 0 w 1593850"/>
                  <a:gd name="connsiteY15" fmla="*/ 74845 h 927102"/>
                  <a:gd name="connsiteX16" fmla="*/ 74845 w 1593850"/>
                  <a:gd name="connsiteY16" fmla="*/ 0 h 927102"/>
                  <a:gd name="connsiteX17" fmla="*/ 1519006 w 1593850"/>
                  <a:gd name="connsiteY17" fmla="*/ 0 h 927102"/>
                  <a:gd name="connsiteX18" fmla="*/ 1593850 w 1593850"/>
                  <a:gd name="connsiteY18" fmla="*/ 74846 h 927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93850" h="927102">
                    <a:moveTo>
                      <a:pt x="1593850" y="74846"/>
                    </a:moveTo>
                    <a:lnTo>
                      <a:pt x="1593850" y="852257"/>
                    </a:lnTo>
                    <a:cubicBezTo>
                      <a:pt x="1593850" y="893593"/>
                      <a:pt x="1560341" y="927102"/>
                      <a:pt x="1519005" y="927102"/>
                    </a:cubicBezTo>
                    <a:lnTo>
                      <a:pt x="1427595" y="927102"/>
                    </a:lnTo>
                    <a:lnTo>
                      <a:pt x="1453932" y="916193"/>
                    </a:lnTo>
                    <a:cubicBezTo>
                      <a:pt x="1460675" y="909450"/>
                      <a:pt x="1464845" y="900135"/>
                      <a:pt x="1464845" y="889846"/>
                    </a:cubicBezTo>
                    <a:lnTo>
                      <a:pt x="1464846" y="37263"/>
                    </a:lnTo>
                    <a:cubicBezTo>
                      <a:pt x="1464846" y="16685"/>
                      <a:pt x="1448164" y="3"/>
                      <a:pt x="1427586" y="3"/>
                    </a:cubicBezTo>
                    <a:lnTo>
                      <a:pt x="1040562" y="3"/>
                    </a:lnTo>
                    <a:cubicBezTo>
                      <a:pt x="1019984" y="3"/>
                      <a:pt x="1003301" y="16685"/>
                      <a:pt x="1003301" y="37263"/>
                    </a:cubicBezTo>
                    <a:lnTo>
                      <a:pt x="1003301" y="889846"/>
                    </a:lnTo>
                    <a:cubicBezTo>
                      <a:pt x="1003301" y="900135"/>
                      <a:pt x="1007472" y="909450"/>
                      <a:pt x="1014214" y="916193"/>
                    </a:cubicBezTo>
                    <a:lnTo>
                      <a:pt x="1040552" y="927102"/>
                    </a:lnTo>
                    <a:lnTo>
                      <a:pt x="74845" y="927101"/>
                    </a:lnTo>
                    <a:cubicBezTo>
                      <a:pt x="33509" y="927101"/>
                      <a:pt x="0" y="893592"/>
                      <a:pt x="0" y="852256"/>
                    </a:cubicBezTo>
                    <a:lnTo>
                      <a:pt x="0" y="74845"/>
                    </a:lnTo>
                    <a:cubicBezTo>
                      <a:pt x="0" y="33509"/>
                      <a:pt x="33509" y="0"/>
                      <a:pt x="74845" y="0"/>
                    </a:cubicBezTo>
                    <a:lnTo>
                      <a:pt x="1519006" y="0"/>
                    </a:lnTo>
                    <a:cubicBezTo>
                      <a:pt x="1560342" y="0"/>
                      <a:pt x="1593851" y="33510"/>
                      <a:pt x="1593850" y="74846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79276962-584A-C97A-BE63-30A013405E3C}"/>
                </a:ext>
              </a:extLst>
            </p:cNvPr>
            <p:cNvSpPr/>
            <p:nvPr/>
          </p:nvSpPr>
          <p:spPr>
            <a:xfrm rot="21411363">
              <a:off x="7332097" y="4951571"/>
              <a:ext cx="525844" cy="160548"/>
            </a:xfrm>
            <a:prstGeom prst="roundRect">
              <a:avLst>
                <a:gd name="adj" fmla="val 33113"/>
              </a:avLst>
            </a:pr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F2AB2FED-E9A1-28B9-2684-71C41B63C32F}"/>
                </a:ext>
              </a:extLst>
            </p:cNvPr>
            <p:cNvSpPr/>
            <p:nvPr/>
          </p:nvSpPr>
          <p:spPr>
            <a:xfrm>
              <a:off x="7708900" y="3949700"/>
              <a:ext cx="2120900" cy="1219200"/>
            </a:xfrm>
            <a:prstGeom prst="roundRect">
              <a:avLst>
                <a:gd name="adj" fmla="val 8542"/>
              </a:avLst>
            </a:pr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DE4053DA-4154-2D2A-7030-C61F853CA4E9}"/>
                </a:ext>
              </a:extLst>
            </p:cNvPr>
            <p:cNvSpPr/>
            <p:nvPr/>
          </p:nvSpPr>
          <p:spPr>
            <a:xfrm>
              <a:off x="5285597" y="3949700"/>
              <a:ext cx="2120900" cy="1219200"/>
            </a:xfrm>
            <a:prstGeom prst="roundRect">
              <a:avLst>
                <a:gd name="adj" fmla="val 8073"/>
              </a:avLst>
            </a:pr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Rectangle: Rounded Corners 62">
              <a:extLst>
                <a:ext uri="{FF2B5EF4-FFF2-40B4-BE49-F238E27FC236}">
                  <a16:creationId xmlns:a16="http://schemas.microsoft.com/office/drawing/2014/main" id="{80E8F756-4F57-D42B-EFFF-543EA172018E}"/>
                </a:ext>
              </a:extLst>
            </p:cNvPr>
            <p:cNvSpPr/>
            <p:nvPr/>
          </p:nvSpPr>
          <p:spPr>
            <a:xfrm rot="16200000">
              <a:off x="4162443" y="2276246"/>
              <a:ext cx="366564" cy="1575916"/>
            </a:xfrm>
            <a:custGeom>
              <a:avLst/>
              <a:gdLst>
                <a:gd name="connsiteX0" fmla="*/ 0 w 266474"/>
                <a:gd name="connsiteY0" fmla="*/ 21512 h 1524755"/>
                <a:gd name="connsiteX1" fmla="*/ 21512 w 266474"/>
                <a:gd name="connsiteY1" fmla="*/ 0 h 1524755"/>
                <a:gd name="connsiteX2" fmla="*/ 244962 w 266474"/>
                <a:gd name="connsiteY2" fmla="*/ 0 h 1524755"/>
                <a:gd name="connsiteX3" fmla="*/ 266474 w 266474"/>
                <a:gd name="connsiteY3" fmla="*/ 21512 h 1524755"/>
                <a:gd name="connsiteX4" fmla="*/ 266474 w 266474"/>
                <a:gd name="connsiteY4" fmla="*/ 1503243 h 1524755"/>
                <a:gd name="connsiteX5" fmla="*/ 244962 w 266474"/>
                <a:gd name="connsiteY5" fmla="*/ 1524755 h 1524755"/>
                <a:gd name="connsiteX6" fmla="*/ 21512 w 266474"/>
                <a:gd name="connsiteY6" fmla="*/ 1524755 h 1524755"/>
                <a:gd name="connsiteX7" fmla="*/ 0 w 266474"/>
                <a:gd name="connsiteY7" fmla="*/ 1503243 h 1524755"/>
                <a:gd name="connsiteX8" fmla="*/ 0 w 266474"/>
                <a:gd name="connsiteY8" fmla="*/ 21512 h 1524755"/>
                <a:gd name="connsiteX0" fmla="*/ 0 w 266474"/>
                <a:gd name="connsiteY0" fmla="*/ 41619 h 1544862"/>
                <a:gd name="connsiteX1" fmla="*/ 21512 w 266474"/>
                <a:gd name="connsiteY1" fmla="*/ 20107 h 1544862"/>
                <a:gd name="connsiteX2" fmla="*/ 244962 w 266474"/>
                <a:gd name="connsiteY2" fmla="*/ 20107 h 1544862"/>
                <a:gd name="connsiteX3" fmla="*/ 266474 w 266474"/>
                <a:gd name="connsiteY3" fmla="*/ 41619 h 1544862"/>
                <a:gd name="connsiteX4" fmla="*/ 266474 w 266474"/>
                <a:gd name="connsiteY4" fmla="*/ 1523350 h 1544862"/>
                <a:gd name="connsiteX5" fmla="*/ 244962 w 266474"/>
                <a:gd name="connsiteY5" fmla="*/ 1544862 h 1544862"/>
                <a:gd name="connsiteX6" fmla="*/ 21512 w 266474"/>
                <a:gd name="connsiteY6" fmla="*/ 1544862 h 1544862"/>
                <a:gd name="connsiteX7" fmla="*/ 0 w 266474"/>
                <a:gd name="connsiteY7" fmla="*/ 1523350 h 1544862"/>
                <a:gd name="connsiteX8" fmla="*/ 0 w 266474"/>
                <a:gd name="connsiteY8" fmla="*/ 41619 h 1544862"/>
                <a:gd name="connsiteX0" fmla="*/ 0 w 266474"/>
                <a:gd name="connsiteY0" fmla="*/ 50332 h 1553575"/>
                <a:gd name="connsiteX1" fmla="*/ 21512 w 266474"/>
                <a:gd name="connsiteY1" fmla="*/ 28820 h 1553575"/>
                <a:gd name="connsiteX2" fmla="*/ 244962 w 266474"/>
                <a:gd name="connsiteY2" fmla="*/ 28820 h 1553575"/>
                <a:gd name="connsiteX3" fmla="*/ 266474 w 266474"/>
                <a:gd name="connsiteY3" fmla="*/ 50332 h 1553575"/>
                <a:gd name="connsiteX4" fmla="*/ 266474 w 266474"/>
                <a:gd name="connsiteY4" fmla="*/ 1532063 h 1553575"/>
                <a:gd name="connsiteX5" fmla="*/ 244962 w 266474"/>
                <a:gd name="connsiteY5" fmla="*/ 1553575 h 1553575"/>
                <a:gd name="connsiteX6" fmla="*/ 21512 w 266474"/>
                <a:gd name="connsiteY6" fmla="*/ 1553575 h 1553575"/>
                <a:gd name="connsiteX7" fmla="*/ 0 w 266474"/>
                <a:gd name="connsiteY7" fmla="*/ 1532063 h 1553575"/>
                <a:gd name="connsiteX8" fmla="*/ 0 w 266474"/>
                <a:gd name="connsiteY8" fmla="*/ 50332 h 1553575"/>
                <a:gd name="connsiteX0" fmla="*/ 0 w 325740"/>
                <a:gd name="connsiteY0" fmla="*/ 50332 h 1553575"/>
                <a:gd name="connsiteX1" fmla="*/ 21512 w 325740"/>
                <a:gd name="connsiteY1" fmla="*/ 28820 h 1553575"/>
                <a:gd name="connsiteX2" fmla="*/ 244962 w 325740"/>
                <a:gd name="connsiteY2" fmla="*/ 28820 h 1553575"/>
                <a:gd name="connsiteX3" fmla="*/ 266474 w 325740"/>
                <a:gd name="connsiteY3" fmla="*/ 50332 h 1553575"/>
                <a:gd name="connsiteX4" fmla="*/ 266474 w 325740"/>
                <a:gd name="connsiteY4" fmla="*/ 1532063 h 1553575"/>
                <a:gd name="connsiteX5" fmla="*/ 244962 w 325740"/>
                <a:gd name="connsiteY5" fmla="*/ 1553575 h 1553575"/>
                <a:gd name="connsiteX6" fmla="*/ 21512 w 325740"/>
                <a:gd name="connsiteY6" fmla="*/ 1553575 h 1553575"/>
                <a:gd name="connsiteX7" fmla="*/ 0 w 325740"/>
                <a:gd name="connsiteY7" fmla="*/ 1532063 h 1553575"/>
                <a:gd name="connsiteX8" fmla="*/ 0 w 325740"/>
                <a:gd name="connsiteY8" fmla="*/ 50332 h 1553575"/>
                <a:gd name="connsiteX0" fmla="*/ 0 w 365595"/>
                <a:gd name="connsiteY0" fmla="*/ 50332 h 1553575"/>
                <a:gd name="connsiteX1" fmla="*/ 21512 w 365595"/>
                <a:gd name="connsiteY1" fmla="*/ 28820 h 1553575"/>
                <a:gd name="connsiteX2" fmla="*/ 244962 w 365595"/>
                <a:gd name="connsiteY2" fmla="*/ 28820 h 1553575"/>
                <a:gd name="connsiteX3" fmla="*/ 266474 w 365595"/>
                <a:gd name="connsiteY3" fmla="*/ 50332 h 1553575"/>
                <a:gd name="connsiteX4" fmla="*/ 266474 w 365595"/>
                <a:gd name="connsiteY4" fmla="*/ 1532063 h 1553575"/>
                <a:gd name="connsiteX5" fmla="*/ 244962 w 365595"/>
                <a:gd name="connsiteY5" fmla="*/ 1553575 h 1553575"/>
                <a:gd name="connsiteX6" fmla="*/ 21512 w 365595"/>
                <a:gd name="connsiteY6" fmla="*/ 1553575 h 1553575"/>
                <a:gd name="connsiteX7" fmla="*/ 0 w 365595"/>
                <a:gd name="connsiteY7" fmla="*/ 1532063 h 1553575"/>
                <a:gd name="connsiteX8" fmla="*/ 0 w 365595"/>
                <a:gd name="connsiteY8" fmla="*/ 50332 h 1553575"/>
                <a:gd name="connsiteX0" fmla="*/ 0 w 365595"/>
                <a:gd name="connsiteY0" fmla="*/ 50332 h 1578975"/>
                <a:gd name="connsiteX1" fmla="*/ 21512 w 365595"/>
                <a:gd name="connsiteY1" fmla="*/ 28820 h 1578975"/>
                <a:gd name="connsiteX2" fmla="*/ 244962 w 365595"/>
                <a:gd name="connsiteY2" fmla="*/ 28820 h 1578975"/>
                <a:gd name="connsiteX3" fmla="*/ 266474 w 365595"/>
                <a:gd name="connsiteY3" fmla="*/ 50332 h 1578975"/>
                <a:gd name="connsiteX4" fmla="*/ 266474 w 365595"/>
                <a:gd name="connsiteY4" fmla="*/ 1532063 h 1578975"/>
                <a:gd name="connsiteX5" fmla="*/ 244962 w 365595"/>
                <a:gd name="connsiteY5" fmla="*/ 1553575 h 1578975"/>
                <a:gd name="connsiteX6" fmla="*/ 21512 w 365595"/>
                <a:gd name="connsiteY6" fmla="*/ 1553575 h 1578975"/>
                <a:gd name="connsiteX7" fmla="*/ 0 w 365595"/>
                <a:gd name="connsiteY7" fmla="*/ 1532063 h 1578975"/>
                <a:gd name="connsiteX8" fmla="*/ 0 w 365595"/>
                <a:gd name="connsiteY8" fmla="*/ 50332 h 1578975"/>
                <a:gd name="connsiteX0" fmla="*/ 0 w 365595"/>
                <a:gd name="connsiteY0" fmla="*/ 50332 h 1587315"/>
                <a:gd name="connsiteX1" fmla="*/ 21512 w 365595"/>
                <a:gd name="connsiteY1" fmla="*/ 28820 h 1587315"/>
                <a:gd name="connsiteX2" fmla="*/ 244962 w 365595"/>
                <a:gd name="connsiteY2" fmla="*/ 28820 h 1587315"/>
                <a:gd name="connsiteX3" fmla="*/ 266474 w 365595"/>
                <a:gd name="connsiteY3" fmla="*/ 50332 h 1587315"/>
                <a:gd name="connsiteX4" fmla="*/ 266474 w 365595"/>
                <a:gd name="connsiteY4" fmla="*/ 1532063 h 1587315"/>
                <a:gd name="connsiteX5" fmla="*/ 244962 w 365595"/>
                <a:gd name="connsiteY5" fmla="*/ 1553575 h 1587315"/>
                <a:gd name="connsiteX6" fmla="*/ 21512 w 365595"/>
                <a:gd name="connsiteY6" fmla="*/ 1553575 h 1587315"/>
                <a:gd name="connsiteX7" fmla="*/ 0 w 365595"/>
                <a:gd name="connsiteY7" fmla="*/ 1532063 h 1587315"/>
                <a:gd name="connsiteX8" fmla="*/ 0 w 365595"/>
                <a:gd name="connsiteY8" fmla="*/ 50332 h 1587315"/>
                <a:gd name="connsiteX0" fmla="*/ 0 w 271039"/>
                <a:gd name="connsiteY0" fmla="*/ 50332 h 1587315"/>
                <a:gd name="connsiteX1" fmla="*/ 21512 w 271039"/>
                <a:gd name="connsiteY1" fmla="*/ 28820 h 1587315"/>
                <a:gd name="connsiteX2" fmla="*/ 244962 w 271039"/>
                <a:gd name="connsiteY2" fmla="*/ 28820 h 1587315"/>
                <a:gd name="connsiteX3" fmla="*/ 266474 w 271039"/>
                <a:gd name="connsiteY3" fmla="*/ 50332 h 1587315"/>
                <a:gd name="connsiteX4" fmla="*/ 244962 w 271039"/>
                <a:gd name="connsiteY4" fmla="*/ 1553575 h 1587315"/>
                <a:gd name="connsiteX5" fmla="*/ 21512 w 271039"/>
                <a:gd name="connsiteY5" fmla="*/ 1553575 h 1587315"/>
                <a:gd name="connsiteX6" fmla="*/ 0 w 271039"/>
                <a:gd name="connsiteY6" fmla="*/ 1532063 h 1587315"/>
                <a:gd name="connsiteX7" fmla="*/ 0 w 271039"/>
                <a:gd name="connsiteY7" fmla="*/ 50332 h 1587315"/>
                <a:gd name="connsiteX0" fmla="*/ 0 w 352608"/>
                <a:gd name="connsiteY0" fmla="*/ 50332 h 1587315"/>
                <a:gd name="connsiteX1" fmla="*/ 21512 w 352608"/>
                <a:gd name="connsiteY1" fmla="*/ 28820 h 1587315"/>
                <a:gd name="connsiteX2" fmla="*/ 244962 w 352608"/>
                <a:gd name="connsiteY2" fmla="*/ 28820 h 1587315"/>
                <a:gd name="connsiteX3" fmla="*/ 266474 w 352608"/>
                <a:gd name="connsiteY3" fmla="*/ 50332 h 1587315"/>
                <a:gd name="connsiteX4" fmla="*/ 244962 w 352608"/>
                <a:gd name="connsiteY4" fmla="*/ 1553575 h 1587315"/>
                <a:gd name="connsiteX5" fmla="*/ 21512 w 352608"/>
                <a:gd name="connsiteY5" fmla="*/ 1553575 h 1587315"/>
                <a:gd name="connsiteX6" fmla="*/ 0 w 352608"/>
                <a:gd name="connsiteY6" fmla="*/ 1532063 h 1587315"/>
                <a:gd name="connsiteX7" fmla="*/ 0 w 352608"/>
                <a:gd name="connsiteY7" fmla="*/ 50332 h 1587315"/>
                <a:gd name="connsiteX0" fmla="*/ 0 w 363167"/>
                <a:gd name="connsiteY0" fmla="*/ 50332 h 1587315"/>
                <a:gd name="connsiteX1" fmla="*/ 21512 w 363167"/>
                <a:gd name="connsiteY1" fmla="*/ 28820 h 1587315"/>
                <a:gd name="connsiteX2" fmla="*/ 244962 w 363167"/>
                <a:gd name="connsiteY2" fmla="*/ 28820 h 1587315"/>
                <a:gd name="connsiteX3" fmla="*/ 266474 w 363167"/>
                <a:gd name="connsiteY3" fmla="*/ 50332 h 1587315"/>
                <a:gd name="connsiteX4" fmla="*/ 244962 w 363167"/>
                <a:gd name="connsiteY4" fmla="*/ 1553575 h 1587315"/>
                <a:gd name="connsiteX5" fmla="*/ 21512 w 363167"/>
                <a:gd name="connsiteY5" fmla="*/ 1553575 h 1587315"/>
                <a:gd name="connsiteX6" fmla="*/ 0 w 363167"/>
                <a:gd name="connsiteY6" fmla="*/ 1532063 h 1587315"/>
                <a:gd name="connsiteX7" fmla="*/ 0 w 363167"/>
                <a:gd name="connsiteY7" fmla="*/ 50332 h 1587315"/>
                <a:gd name="connsiteX0" fmla="*/ 0 w 363167"/>
                <a:gd name="connsiteY0" fmla="*/ 50332 h 1729672"/>
                <a:gd name="connsiteX1" fmla="*/ 21512 w 363167"/>
                <a:gd name="connsiteY1" fmla="*/ 28820 h 1729672"/>
                <a:gd name="connsiteX2" fmla="*/ 244962 w 363167"/>
                <a:gd name="connsiteY2" fmla="*/ 28820 h 1729672"/>
                <a:gd name="connsiteX3" fmla="*/ 266474 w 363167"/>
                <a:gd name="connsiteY3" fmla="*/ 50332 h 1729672"/>
                <a:gd name="connsiteX4" fmla="*/ 244962 w 363167"/>
                <a:gd name="connsiteY4" fmla="*/ 1553575 h 1729672"/>
                <a:gd name="connsiteX5" fmla="*/ 0 w 363167"/>
                <a:gd name="connsiteY5" fmla="*/ 1532063 h 1729672"/>
                <a:gd name="connsiteX6" fmla="*/ 0 w 363167"/>
                <a:gd name="connsiteY6" fmla="*/ 50332 h 1729672"/>
                <a:gd name="connsiteX0" fmla="*/ 0 w 363167"/>
                <a:gd name="connsiteY0" fmla="*/ 50332 h 1649688"/>
                <a:gd name="connsiteX1" fmla="*/ 21512 w 363167"/>
                <a:gd name="connsiteY1" fmla="*/ 28820 h 1649688"/>
                <a:gd name="connsiteX2" fmla="*/ 244962 w 363167"/>
                <a:gd name="connsiteY2" fmla="*/ 28820 h 1649688"/>
                <a:gd name="connsiteX3" fmla="*/ 266474 w 363167"/>
                <a:gd name="connsiteY3" fmla="*/ 50332 h 1649688"/>
                <a:gd name="connsiteX4" fmla="*/ 244962 w 363167"/>
                <a:gd name="connsiteY4" fmla="*/ 1553575 h 1649688"/>
                <a:gd name="connsiteX5" fmla="*/ 0 w 363167"/>
                <a:gd name="connsiteY5" fmla="*/ 1532063 h 1649688"/>
                <a:gd name="connsiteX6" fmla="*/ 0 w 363167"/>
                <a:gd name="connsiteY6" fmla="*/ 50332 h 1649688"/>
                <a:gd name="connsiteX0" fmla="*/ 0 w 363167"/>
                <a:gd name="connsiteY0" fmla="*/ 50332 h 1566296"/>
                <a:gd name="connsiteX1" fmla="*/ 21512 w 363167"/>
                <a:gd name="connsiteY1" fmla="*/ 28820 h 1566296"/>
                <a:gd name="connsiteX2" fmla="*/ 244962 w 363167"/>
                <a:gd name="connsiteY2" fmla="*/ 28820 h 1566296"/>
                <a:gd name="connsiteX3" fmla="*/ 266474 w 363167"/>
                <a:gd name="connsiteY3" fmla="*/ 50332 h 1566296"/>
                <a:gd name="connsiteX4" fmla="*/ 244962 w 363167"/>
                <a:gd name="connsiteY4" fmla="*/ 1553575 h 1566296"/>
                <a:gd name="connsiteX5" fmla="*/ 0 w 363167"/>
                <a:gd name="connsiteY5" fmla="*/ 1532063 h 1566296"/>
                <a:gd name="connsiteX6" fmla="*/ 0 w 363167"/>
                <a:gd name="connsiteY6" fmla="*/ 50332 h 1566296"/>
                <a:gd name="connsiteX0" fmla="*/ 0 w 363167"/>
                <a:gd name="connsiteY0" fmla="*/ 50332 h 1575916"/>
                <a:gd name="connsiteX1" fmla="*/ 21512 w 363167"/>
                <a:gd name="connsiteY1" fmla="*/ 28820 h 1575916"/>
                <a:gd name="connsiteX2" fmla="*/ 244962 w 363167"/>
                <a:gd name="connsiteY2" fmla="*/ 28820 h 1575916"/>
                <a:gd name="connsiteX3" fmla="*/ 266474 w 363167"/>
                <a:gd name="connsiteY3" fmla="*/ 50332 h 1575916"/>
                <a:gd name="connsiteX4" fmla="*/ 244962 w 363167"/>
                <a:gd name="connsiteY4" fmla="*/ 1553575 h 1575916"/>
                <a:gd name="connsiteX5" fmla="*/ 0 w 363167"/>
                <a:gd name="connsiteY5" fmla="*/ 1532063 h 1575916"/>
                <a:gd name="connsiteX6" fmla="*/ 0 w 363167"/>
                <a:gd name="connsiteY6" fmla="*/ 50332 h 1575916"/>
                <a:gd name="connsiteX0" fmla="*/ 0 w 274253"/>
                <a:gd name="connsiteY0" fmla="*/ 50332 h 1575916"/>
                <a:gd name="connsiteX1" fmla="*/ 21512 w 274253"/>
                <a:gd name="connsiteY1" fmla="*/ 28820 h 1575916"/>
                <a:gd name="connsiteX2" fmla="*/ 244962 w 274253"/>
                <a:gd name="connsiteY2" fmla="*/ 28820 h 1575916"/>
                <a:gd name="connsiteX3" fmla="*/ 244962 w 274253"/>
                <a:gd name="connsiteY3" fmla="*/ 1553575 h 1575916"/>
                <a:gd name="connsiteX4" fmla="*/ 0 w 274253"/>
                <a:gd name="connsiteY4" fmla="*/ 1532063 h 1575916"/>
                <a:gd name="connsiteX5" fmla="*/ 0 w 274253"/>
                <a:gd name="connsiteY5" fmla="*/ 50332 h 1575916"/>
                <a:gd name="connsiteX0" fmla="*/ 0 w 317127"/>
                <a:gd name="connsiteY0" fmla="*/ 50332 h 1575916"/>
                <a:gd name="connsiteX1" fmla="*/ 21512 w 317127"/>
                <a:gd name="connsiteY1" fmla="*/ 28820 h 1575916"/>
                <a:gd name="connsiteX2" fmla="*/ 244962 w 317127"/>
                <a:gd name="connsiteY2" fmla="*/ 28820 h 1575916"/>
                <a:gd name="connsiteX3" fmla="*/ 244962 w 317127"/>
                <a:gd name="connsiteY3" fmla="*/ 1553575 h 1575916"/>
                <a:gd name="connsiteX4" fmla="*/ 0 w 317127"/>
                <a:gd name="connsiteY4" fmla="*/ 1532063 h 1575916"/>
                <a:gd name="connsiteX5" fmla="*/ 0 w 317127"/>
                <a:gd name="connsiteY5" fmla="*/ 50332 h 1575916"/>
                <a:gd name="connsiteX0" fmla="*/ 0 w 377335"/>
                <a:gd name="connsiteY0" fmla="*/ 50332 h 1575916"/>
                <a:gd name="connsiteX1" fmla="*/ 21512 w 377335"/>
                <a:gd name="connsiteY1" fmla="*/ 28820 h 1575916"/>
                <a:gd name="connsiteX2" fmla="*/ 244962 w 377335"/>
                <a:gd name="connsiteY2" fmla="*/ 28820 h 1575916"/>
                <a:gd name="connsiteX3" fmla="*/ 244962 w 377335"/>
                <a:gd name="connsiteY3" fmla="*/ 1553575 h 1575916"/>
                <a:gd name="connsiteX4" fmla="*/ 0 w 377335"/>
                <a:gd name="connsiteY4" fmla="*/ 1532063 h 1575916"/>
                <a:gd name="connsiteX5" fmla="*/ 0 w 377335"/>
                <a:gd name="connsiteY5" fmla="*/ 50332 h 1575916"/>
                <a:gd name="connsiteX0" fmla="*/ 0 w 366564"/>
                <a:gd name="connsiteY0" fmla="*/ 50332 h 1575916"/>
                <a:gd name="connsiteX1" fmla="*/ 21512 w 366564"/>
                <a:gd name="connsiteY1" fmla="*/ 28820 h 1575916"/>
                <a:gd name="connsiteX2" fmla="*/ 244962 w 366564"/>
                <a:gd name="connsiteY2" fmla="*/ 28820 h 1575916"/>
                <a:gd name="connsiteX3" fmla="*/ 244962 w 366564"/>
                <a:gd name="connsiteY3" fmla="*/ 1553575 h 1575916"/>
                <a:gd name="connsiteX4" fmla="*/ 0 w 366564"/>
                <a:gd name="connsiteY4" fmla="*/ 1532063 h 1575916"/>
                <a:gd name="connsiteX5" fmla="*/ 0 w 366564"/>
                <a:gd name="connsiteY5" fmla="*/ 50332 h 1575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6564" h="1575916">
                  <a:moveTo>
                    <a:pt x="0" y="50332"/>
                  </a:moveTo>
                  <a:cubicBezTo>
                    <a:pt x="0" y="38451"/>
                    <a:pt x="9631" y="28820"/>
                    <a:pt x="21512" y="28820"/>
                  </a:cubicBezTo>
                  <a:cubicBezTo>
                    <a:pt x="72182" y="-2136"/>
                    <a:pt x="180004" y="-16421"/>
                    <a:pt x="244962" y="28820"/>
                  </a:cubicBezTo>
                  <a:cubicBezTo>
                    <a:pt x="351260" y="178177"/>
                    <a:pt x="454860" y="1531635"/>
                    <a:pt x="244962" y="1553575"/>
                  </a:cubicBezTo>
                  <a:cubicBezTo>
                    <a:pt x="176742" y="1581454"/>
                    <a:pt x="12252" y="1592103"/>
                    <a:pt x="0" y="1532063"/>
                  </a:cubicBezTo>
                  <a:lnTo>
                    <a:pt x="0" y="50332"/>
                  </a:lnTo>
                  <a:close/>
                </a:path>
              </a:pathLst>
            </a:cu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BD9DF35E-472F-A7B1-FB54-8EB6D7DBB6B9}"/>
                </a:ext>
              </a:extLst>
            </p:cNvPr>
            <p:cNvSpPr/>
            <p:nvPr/>
          </p:nvSpPr>
          <p:spPr>
            <a:xfrm>
              <a:off x="3957802" y="4114799"/>
              <a:ext cx="146050" cy="146050"/>
            </a:xfrm>
            <a:prstGeom prst="ellipse">
              <a:avLst/>
            </a:pr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C6F447A-4726-0530-A86C-9A1C2AF3DC54}"/>
                </a:ext>
              </a:extLst>
            </p:cNvPr>
            <p:cNvSpPr/>
            <p:nvPr/>
          </p:nvSpPr>
          <p:spPr>
            <a:xfrm flipV="1">
              <a:off x="2250252" y="5542534"/>
              <a:ext cx="7759699" cy="232333"/>
            </a:xfrm>
            <a:prstGeom prst="rect">
              <a:avLst/>
            </a:pr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E44F3168-546C-6BC5-6CE8-BF11B6C85F32}"/>
                </a:ext>
              </a:extLst>
            </p:cNvPr>
            <p:cNvSpPr/>
            <p:nvPr/>
          </p:nvSpPr>
          <p:spPr>
            <a:xfrm>
              <a:off x="3903670" y="4617206"/>
              <a:ext cx="937636" cy="937636"/>
            </a:xfrm>
            <a:custGeom>
              <a:avLst/>
              <a:gdLst>
                <a:gd name="connsiteX0" fmla="*/ 468818 w 937636"/>
                <a:gd name="connsiteY0" fmla="*/ 0 h 937636"/>
                <a:gd name="connsiteX1" fmla="*/ 937636 w 937636"/>
                <a:gd name="connsiteY1" fmla="*/ 468818 h 937636"/>
                <a:gd name="connsiteX2" fmla="*/ 468818 w 937636"/>
                <a:gd name="connsiteY2" fmla="*/ 937636 h 937636"/>
                <a:gd name="connsiteX3" fmla="*/ 0 w 937636"/>
                <a:gd name="connsiteY3" fmla="*/ 468818 h 937636"/>
                <a:gd name="connsiteX4" fmla="*/ 468818 w 937636"/>
                <a:gd name="connsiteY4" fmla="*/ 0 h 937636"/>
                <a:gd name="connsiteX5" fmla="*/ 463451 w 937636"/>
                <a:gd name="connsiteY5" fmla="*/ 150263 h 937636"/>
                <a:gd name="connsiteX6" fmla="*/ 144896 w 937636"/>
                <a:gd name="connsiteY6" fmla="*/ 468818 h 937636"/>
                <a:gd name="connsiteX7" fmla="*/ 463451 w 937636"/>
                <a:gd name="connsiteY7" fmla="*/ 787373 h 937636"/>
                <a:gd name="connsiteX8" fmla="*/ 782006 w 937636"/>
                <a:gd name="connsiteY8" fmla="*/ 468818 h 937636"/>
                <a:gd name="connsiteX9" fmla="*/ 463451 w 937636"/>
                <a:gd name="connsiteY9" fmla="*/ 150263 h 937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7636" h="937636">
                  <a:moveTo>
                    <a:pt x="468818" y="0"/>
                  </a:moveTo>
                  <a:cubicBezTo>
                    <a:pt x="727739" y="0"/>
                    <a:pt x="937636" y="209897"/>
                    <a:pt x="937636" y="468818"/>
                  </a:cubicBezTo>
                  <a:cubicBezTo>
                    <a:pt x="937636" y="727739"/>
                    <a:pt x="727739" y="937636"/>
                    <a:pt x="468818" y="937636"/>
                  </a:cubicBezTo>
                  <a:cubicBezTo>
                    <a:pt x="209897" y="937636"/>
                    <a:pt x="0" y="727739"/>
                    <a:pt x="0" y="468818"/>
                  </a:cubicBezTo>
                  <a:cubicBezTo>
                    <a:pt x="0" y="209897"/>
                    <a:pt x="209897" y="0"/>
                    <a:pt x="468818" y="0"/>
                  </a:cubicBezTo>
                  <a:close/>
                  <a:moveTo>
                    <a:pt x="463451" y="150263"/>
                  </a:moveTo>
                  <a:cubicBezTo>
                    <a:pt x="287518" y="150263"/>
                    <a:pt x="144896" y="292885"/>
                    <a:pt x="144896" y="468818"/>
                  </a:cubicBezTo>
                  <a:cubicBezTo>
                    <a:pt x="144896" y="644751"/>
                    <a:pt x="287518" y="787373"/>
                    <a:pt x="463451" y="787373"/>
                  </a:cubicBezTo>
                  <a:cubicBezTo>
                    <a:pt x="639384" y="787373"/>
                    <a:pt x="782006" y="644751"/>
                    <a:pt x="782006" y="468818"/>
                  </a:cubicBezTo>
                  <a:cubicBezTo>
                    <a:pt x="782006" y="292885"/>
                    <a:pt x="639384" y="150263"/>
                    <a:pt x="463451" y="150263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3B8CCDD-DCE6-3B24-78C0-EAA0F79B8A3B}"/>
                </a:ext>
              </a:extLst>
            </p:cNvPr>
            <p:cNvSpPr/>
            <p:nvPr/>
          </p:nvSpPr>
          <p:spPr>
            <a:xfrm>
              <a:off x="2788378" y="4616140"/>
              <a:ext cx="937636" cy="937636"/>
            </a:xfrm>
            <a:custGeom>
              <a:avLst/>
              <a:gdLst>
                <a:gd name="connsiteX0" fmla="*/ 468818 w 937636"/>
                <a:gd name="connsiteY0" fmla="*/ 0 h 937636"/>
                <a:gd name="connsiteX1" fmla="*/ 937636 w 937636"/>
                <a:gd name="connsiteY1" fmla="*/ 468818 h 937636"/>
                <a:gd name="connsiteX2" fmla="*/ 468818 w 937636"/>
                <a:gd name="connsiteY2" fmla="*/ 937636 h 937636"/>
                <a:gd name="connsiteX3" fmla="*/ 0 w 937636"/>
                <a:gd name="connsiteY3" fmla="*/ 468818 h 937636"/>
                <a:gd name="connsiteX4" fmla="*/ 468818 w 937636"/>
                <a:gd name="connsiteY4" fmla="*/ 0 h 937636"/>
                <a:gd name="connsiteX5" fmla="*/ 463451 w 937636"/>
                <a:gd name="connsiteY5" fmla="*/ 150263 h 937636"/>
                <a:gd name="connsiteX6" fmla="*/ 144896 w 937636"/>
                <a:gd name="connsiteY6" fmla="*/ 468818 h 937636"/>
                <a:gd name="connsiteX7" fmla="*/ 463451 w 937636"/>
                <a:gd name="connsiteY7" fmla="*/ 787373 h 937636"/>
                <a:gd name="connsiteX8" fmla="*/ 782006 w 937636"/>
                <a:gd name="connsiteY8" fmla="*/ 468818 h 937636"/>
                <a:gd name="connsiteX9" fmla="*/ 463451 w 937636"/>
                <a:gd name="connsiteY9" fmla="*/ 150263 h 937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7636" h="937636">
                  <a:moveTo>
                    <a:pt x="468818" y="0"/>
                  </a:moveTo>
                  <a:cubicBezTo>
                    <a:pt x="727739" y="0"/>
                    <a:pt x="937636" y="209897"/>
                    <a:pt x="937636" y="468818"/>
                  </a:cubicBezTo>
                  <a:cubicBezTo>
                    <a:pt x="937636" y="727739"/>
                    <a:pt x="727739" y="937636"/>
                    <a:pt x="468818" y="937636"/>
                  </a:cubicBezTo>
                  <a:cubicBezTo>
                    <a:pt x="209897" y="937636"/>
                    <a:pt x="0" y="727739"/>
                    <a:pt x="0" y="468818"/>
                  </a:cubicBezTo>
                  <a:cubicBezTo>
                    <a:pt x="0" y="209897"/>
                    <a:pt x="209897" y="0"/>
                    <a:pt x="468818" y="0"/>
                  </a:cubicBezTo>
                  <a:close/>
                  <a:moveTo>
                    <a:pt x="463451" y="150263"/>
                  </a:moveTo>
                  <a:cubicBezTo>
                    <a:pt x="287518" y="150263"/>
                    <a:pt x="144896" y="292885"/>
                    <a:pt x="144896" y="468818"/>
                  </a:cubicBezTo>
                  <a:cubicBezTo>
                    <a:pt x="144896" y="644751"/>
                    <a:pt x="287518" y="787373"/>
                    <a:pt x="463451" y="787373"/>
                  </a:cubicBezTo>
                  <a:cubicBezTo>
                    <a:pt x="639384" y="787373"/>
                    <a:pt x="782006" y="644751"/>
                    <a:pt x="782006" y="468818"/>
                  </a:cubicBezTo>
                  <a:cubicBezTo>
                    <a:pt x="782006" y="292885"/>
                    <a:pt x="639384" y="150263"/>
                    <a:pt x="463451" y="150263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77215A3E-7A4E-C6A2-0BF6-A57A5828028D}"/>
                </a:ext>
              </a:extLst>
            </p:cNvPr>
            <p:cNvSpPr/>
            <p:nvPr/>
          </p:nvSpPr>
          <p:spPr>
            <a:xfrm>
              <a:off x="5385349" y="4629463"/>
              <a:ext cx="937636" cy="937636"/>
            </a:xfrm>
            <a:custGeom>
              <a:avLst/>
              <a:gdLst>
                <a:gd name="connsiteX0" fmla="*/ 468818 w 937636"/>
                <a:gd name="connsiteY0" fmla="*/ 0 h 937636"/>
                <a:gd name="connsiteX1" fmla="*/ 937636 w 937636"/>
                <a:gd name="connsiteY1" fmla="*/ 468818 h 937636"/>
                <a:gd name="connsiteX2" fmla="*/ 468818 w 937636"/>
                <a:gd name="connsiteY2" fmla="*/ 937636 h 937636"/>
                <a:gd name="connsiteX3" fmla="*/ 0 w 937636"/>
                <a:gd name="connsiteY3" fmla="*/ 468818 h 937636"/>
                <a:gd name="connsiteX4" fmla="*/ 468818 w 937636"/>
                <a:gd name="connsiteY4" fmla="*/ 0 h 937636"/>
                <a:gd name="connsiteX5" fmla="*/ 463451 w 937636"/>
                <a:gd name="connsiteY5" fmla="*/ 150263 h 937636"/>
                <a:gd name="connsiteX6" fmla="*/ 144896 w 937636"/>
                <a:gd name="connsiteY6" fmla="*/ 468818 h 937636"/>
                <a:gd name="connsiteX7" fmla="*/ 463451 w 937636"/>
                <a:gd name="connsiteY7" fmla="*/ 787373 h 937636"/>
                <a:gd name="connsiteX8" fmla="*/ 782006 w 937636"/>
                <a:gd name="connsiteY8" fmla="*/ 468818 h 937636"/>
                <a:gd name="connsiteX9" fmla="*/ 463451 w 937636"/>
                <a:gd name="connsiteY9" fmla="*/ 150263 h 937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7636" h="937636">
                  <a:moveTo>
                    <a:pt x="468818" y="0"/>
                  </a:moveTo>
                  <a:cubicBezTo>
                    <a:pt x="727739" y="0"/>
                    <a:pt x="937636" y="209897"/>
                    <a:pt x="937636" y="468818"/>
                  </a:cubicBezTo>
                  <a:cubicBezTo>
                    <a:pt x="937636" y="727739"/>
                    <a:pt x="727739" y="937636"/>
                    <a:pt x="468818" y="937636"/>
                  </a:cubicBezTo>
                  <a:cubicBezTo>
                    <a:pt x="209897" y="937636"/>
                    <a:pt x="0" y="727739"/>
                    <a:pt x="0" y="468818"/>
                  </a:cubicBezTo>
                  <a:cubicBezTo>
                    <a:pt x="0" y="209897"/>
                    <a:pt x="209897" y="0"/>
                    <a:pt x="468818" y="0"/>
                  </a:cubicBezTo>
                  <a:close/>
                  <a:moveTo>
                    <a:pt x="463451" y="150263"/>
                  </a:moveTo>
                  <a:cubicBezTo>
                    <a:pt x="287518" y="150263"/>
                    <a:pt x="144896" y="292885"/>
                    <a:pt x="144896" y="468818"/>
                  </a:cubicBezTo>
                  <a:cubicBezTo>
                    <a:pt x="144896" y="644751"/>
                    <a:pt x="287518" y="787373"/>
                    <a:pt x="463451" y="787373"/>
                  </a:cubicBezTo>
                  <a:cubicBezTo>
                    <a:pt x="639384" y="787373"/>
                    <a:pt x="782006" y="644751"/>
                    <a:pt x="782006" y="468818"/>
                  </a:cubicBezTo>
                  <a:cubicBezTo>
                    <a:pt x="782006" y="292885"/>
                    <a:pt x="639384" y="150263"/>
                    <a:pt x="463451" y="150263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F5C33540-B43F-61D1-D430-B489BC6C546F}"/>
                </a:ext>
              </a:extLst>
            </p:cNvPr>
            <p:cNvSpPr/>
            <p:nvPr/>
          </p:nvSpPr>
          <p:spPr>
            <a:xfrm>
              <a:off x="6380952" y="4625182"/>
              <a:ext cx="937636" cy="937636"/>
            </a:xfrm>
            <a:custGeom>
              <a:avLst/>
              <a:gdLst>
                <a:gd name="connsiteX0" fmla="*/ 468818 w 937636"/>
                <a:gd name="connsiteY0" fmla="*/ 0 h 937636"/>
                <a:gd name="connsiteX1" fmla="*/ 937636 w 937636"/>
                <a:gd name="connsiteY1" fmla="*/ 468818 h 937636"/>
                <a:gd name="connsiteX2" fmla="*/ 468818 w 937636"/>
                <a:gd name="connsiteY2" fmla="*/ 937636 h 937636"/>
                <a:gd name="connsiteX3" fmla="*/ 0 w 937636"/>
                <a:gd name="connsiteY3" fmla="*/ 468818 h 937636"/>
                <a:gd name="connsiteX4" fmla="*/ 468818 w 937636"/>
                <a:gd name="connsiteY4" fmla="*/ 0 h 937636"/>
                <a:gd name="connsiteX5" fmla="*/ 463451 w 937636"/>
                <a:gd name="connsiteY5" fmla="*/ 150263 h 937636"/>
                <a:gd name="connsiteX6" fmla="*/ 144896 w 937636"/>
                <a:gd name="connsiteY6" fmla="*/ 468818 h 937636"/>
                <a:gd name="connsiteX7" fmla="*/ 463451 w 937636"/>
                <a:gd name="connsiteY7" fmla="*/ 787373 h 937636"/>
                <a:gd name="connsiteX8" fmla="*/ 782006 w 937636"/>
                <a:gd name="connsiteY8" fmla="*/ 468818 h 937636"/>
                <a:gd name="connsiteX9" fmla="*/ 463451 w 937636"/>
                <a:gd name="connsiteY9" fmla="*/ 150263 h 937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7636" h="937636">
                  <a:moveTo>
                    <a:pt x="468818" y="0"/>
                  </a:moveTo>
                  <a:cubicBezTo>
                    <a:pt x="727739" y="0"/>
                    <a:pt x="937636" y="209897"/>
                    <a:pt x="937636" y="468818"/>
                  </a:cubicBezTo>
                  <a:cubicBezTo>
                    <a:pt x="937636" y="727739"/>
                    <a:pt x="727739" y="937636"/>
                    <a:pt x="468818" y="937636"/>
                  </a:cubicBezTo>
                  <a:cubicBezTo>
                    <a:pt x="209897" y="937636"/>
                    <a:pt x="0" y="727739"/>
                    <a:pt x="0" y="468818"/>
                  </a:cubicBezTo>
                  <a:cubicBezTo>
                    <a:pt x="0" y="209897"/>
                    <a:pt x="209897" y="0"/>
                    <a:pt x="468818" y="0"/>
                  </a:cubicBezTo>
                  <a:close/>
                  <a:moveTo>
                    <a:pt x="463451" y="150263"/>
                  </a:moveTo>
                  <a:cubicBezTo>
                    <a:pt x="287518" y="150263"/>
                    <a:pt x="144896" y="292885"/>
                    <a:pt x="144896" y="468818"/>
                  </a:cubicBezTo>
                  <a:cubicBezTo>
                    <a:pt x="144896" y="644751"/>
                    <a:pt x="287518" y="787373"/>
                    <a:pt x="463451" y="787373"/>
                  </a:cubicBezTo>
                  <a:cubicBezTo>
                    <a:pt x="639384" y="787373"/>
                    <a:pt x="782006" y="644751"/>
                    <a:pt x="782006" y="468818"/>
                  </a:cubicBezTo>
                  <a:cubicBezTo>
                    <a:pt x="782006" y="292885"/>
                    <a:pt x="639384" y="150263"/>
                    <a:pt x="463451" y="150263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7791F916-7F08-7FA7-EA5C-B784D59D9DB9}"/>
                </a:ext>
              </a:extLst>
            </p:cNvPr>
            <p:cNvSpPr/>
            <p:nvPr/>
          </p:nvSpPr>
          <p:spPr>
            <a:xfrm>
              <a:off x="7831714" y="4625182"/>
              <a:ext cx="937636" cy="937636"/>
            </a:xfrm>
            <a:custGeom>
              <a:avLst/>
              <a:gdLst>
                <a:gd name="connsiteX0" fmla="*/ 468818 w 937636"/>
                <a:gd name="connsiteY0" fmla="*/ 0 h 937636"/>
                <a:gd name="connsiteX1" fmla="*/ 937636 w 937636"/>
                <a:gd name="connsiteY1" fmla="*/ 468818 h 937636"/>
                <a:gd name="connsiteX2" fmla="*/ 468818 w 937636"/>
                <a:gd name="connsiteY2" fmla="*/ 937636 h 937636"/>
                <a:gd name="connsiteX3" fmla="*/ 0 w 937636"/>
                <a:gd name="connsiteY3" fmla="*/ 468818 h 937636"/>
                <a:gd name="connsiteX4" fmla="*/ 468818 w 937636"/>
                <a:gd name="connsiteY4" fmla="*/ 0 h 937636"/>
                <a:gd name="connsiteX5" fmla="*/ 463451 w 937636"/>
                <a:gd name="connsiteY5" fmla="*/ 150263 h 937636"/>
                <a:gd name="connsiteX6" fmla="*/ 144896 w 937636"/>
                <a:gd name="connsiteY6" fmla="*/ 468818 h 937636"/>
                <a:gd name="connsiteX7" fmla="*/ 463451 w 937636"/>
                <a:gd name="connsiteY7" fmla="*/ 787373 h 937636"/>
                <a:gd name="connsiteX8" fmla="*/ 782006 w 937636"/>
                <a:gd name="connsiteY8" fmla="*/ 468818 h 937636"/>
                <a:gd name="connsiteX9" fmla="*/ 463451 w 937636"/>
                <a:gd name="connsiteY9" fmla="*/ 150263 h 937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7636" h="937636">
                  <a:moveTo>
                    <a:pt x="468818" y="0"/>
                  </a:moveTo>
                  <a:cubicBezTo>
                    <a:pt x="727739" y="0"/>
                    <a:pt x="937636" y="209897"/>
                    <a:pt x="937636" y="468818"/>
                  </a:cubicBezTo>
                  <a:cubicBezTo>
                    <a:pt x="937636" y="727739"/>
                    <a:pt x="727739" y="937636"/>
                    <a:pt x="468818" y="937636"/>
                  </a:cubicBezTo>
                  <a:cubicBezTo>
                    <a:pt x="209897" y="937636"/>
                    <a:pt x="0" y="727739"/>
                    <a:pt x="0" y="468818"/>
                  </a:cubicBezTo>
                  <a:cubicBezTo>
                    <a:pt x="0" y="209897"/>
                    <a:pt x="209897" y="0"/>
                    <a:pt x="468818" y="0"/>
                  </a:cubicBezTo>
                  <a:close/>
                  <a:moveTo>
                    <a:pt x="463451" y="150263"/>
                  </a:moveTo>
                  <a:cubicBezTo>
                    <a:pt x="287518" y="150263"/>
                    <a:pt x="144896" y="292885"/>
                    <a:pt x="144896" y="468818"/>
                  </a:cubicBezTo>
                  <a:cubicBezTo>
                    <a:pt x="144896" y="644751"/>
                    <a:pt x="287518" y="787373"/>
                    <a:pt x="463451" y="787373"/>
                  </a:cubicBezTo>
                  <a:cubicBezTo>
                    <a:pt x="639384" y="787373"/>
                    <a:pt x="782006" y="644751"/>
                    <a:pt x="782006" y="468818"/>
                  </a:cubicBezTo>
                  <a:cubicBezTo>
                    <a:pt x="782006" y="292885"/>
                    <a:pt x="639384" y="150263"/>
                    <a:pt x="463451" y="150263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7C53C01-E5AF-1031-1F88-77FF7E5CCCE5}"/>
                </a:ext>
              </a:extLst>
            </p:cNvPr>
            <p:cNvSpPr/>
            <p:nvPr/>
          </p:nvSpPr>
          <p:spPr>
            <a:xfrm>
              <a:off x="8813658" y="4625182"/>
              <a:ext cx="937636" cy="937636"/>
            </a:xfrm>
            <a:custGeom>
              <a:avLst/>
              <a:gdLst>
                <a:gd name="connsiteX0" fmla="*/ 468818 w 937636"/>
                <a:gd name="connsiteY0" fmla="*/ 0 h 937636"/>
                <a:gd name="connsiteX1" fmla="*/ 937636 w 937636"/>
                <a:gd name="connsiteY1" fmla="*/ 468818 h 937636"/>
                <a:gd name="connsiteX2" fmla="*/ 468818 w 937636"/>
                <a:gd name="connsiteY2" fmla="*/ 937636 h 937636"/>
                <a:gd name="connsiteX3" fmla="*/ 0 w 937636"/>
                <a:gd name="connsiteY3" fmla="*/ 468818 h 937636"/>
                <a:gd name="connsiteX4" fmla="*/ 468818 w 937636"/>
                <a:gd name="connsiteY4" fmla="*/ 0 h 937636"/>
                <a:gd name="connsiteX5" fmla="*/ 463451 w 937636"/>
                <a:gd name="connsiteY5" fmla="*/ 150263 h 937636"/>
                <a:gd name="connsiteX6" fmla="*/ 144896 w 937636"/>
                <a:gd name="connsiteY6" fmla="*/ 468818 h 937636"/>
                <a:gd name="connsiteX7" fmla="*/ 463451 w 937636"/>
                <a:gd name="connsiteY7" fmla="*/ 787373 h 937636"/>
                <a:gd name="connsiteX8" fmla="*/ 782006 w 937636"/>
                <a:gd name="connsiteY8" fmla="*/ 468818 h 937636"/>
                <a:gd name="connsiteX9" fmla="*/ 463451 w 937636"/>
                <a:gd name="connsiteY9" fmla="*/ 150263 h 937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7636" h="937636">
                  <a:moveTo>
                    <a:pt x="468818" y="0"/>
                  </a:moveTo>
                  <a:cubicBezTo>
                    <a:pt x="727739" y="0"/>
                    <a:pt x="937636" y="209897"/>
                    <a:pt x="937636" y="468818"/>
                  </a:cubicBezTo>
                  <a:cubicBezTo>
                    <a:pt x="937636" y="727739"/>
                    <a:pt x="727739" y="937636"/>
                    <a:pt x="468818" y="937636"/>
                  </a:cubicBezTo>
                  <a:cubicBezTo>
                    <a:pt x="209897" y="937636"/>
                    <a:pt x="0" y="727739"/>
                    <a:pt x="0" y="468818"/>
                  </a:cubicBezTo>
                  <a:cubicBezTo>
                    <a:pt x="0" y="209897"/>
                    <a:pt x="209897" y="0"/>
                    <a:pt x="468818" y="0"/>
                  </a:cubicBezTo>
                  <a:close/>
                  <a:moveTo>
                    <a:pt x="463451" y="150263"/>
                  </a:moveTo>
                  <a:cubicBezTo>
                    <a:pt x="287518" y="150263"/>
                    <a:pt x="144896" y="292885"/>
                    <a:pt x="144896" y="468818"/>
                  </a:cubicBezTo>
                  <a:cubicBezTo>
                    <a:pt x="144896" y="644751"/>
                    <a:pt x="287518" y="787373"/>
                    <a:pt x="463451" y="787373"/>
                  </a:cubicBezTo>
                  <a:cubicBezTo>
                    <a:pt x="639384" y="787373"/>
                    <a:pt x="782006" y="644751"/>
                    <a:pt x="782006" y="468818"/>
                  </a:cubicBezTo>
                  <a:cubicBezTo>
                    <a:pt x="782006" y="292885"/>
                    <a:pt x="639384" y="150263"/>
                    <a:pt x="463451" y="150263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07A61D12-D11D-B114-5742-537A4DCAB8D9}"/>
                </a:ext>
              </a:extLst>
            </p:cNvPr>
            <p:cNvSpPr/>
            <p:nvPr/>
          </p:nvSpPr>
          <p:spPr>
            <a:xfrm>
              <a:off x="2868128" y="5101790"/>
              <a:ext cx="1663378" cy="71579"/>
            </a:xfrm>
            <a:prstGeom prst="roundRect">
              <a:avLst/>
            </a:pr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D7BC0B3D-3C40-DAC0-183B-09F9F04BE2B6}"/>
                </a:ext>
              </a:extLst>
            </p:cNvPr>
            <p:cNvSpPr/>
            <p:nvPr/>
          </p:nvSpPr>
          <p:spPr>
            <a:xfrm>
              <a:off x="5479771" y="5118429"/>
              <a:ext cx="1422139" cy="61198"/>
            </a:xfrm>
            <a:prstGeom prst="roundRect">
              <a:avLst/>
            </a:pr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276D596-51D1-1870-7CA5-2F5BC961CF1B}"/>
                </a:ext>
              </a:extLst>
            </p:cNvPr>
            <p:cNvSpPr/>
            <p:nvPr/>
          </p:nvSpPr>
          <p:spPr>
            <a:xfrm>
              <a:off x="7950540" y="5118429"/>
              <a:ext cx="1422139" cy="61198"/>
            </a:xfrm>
            <a:prstGeom prst="roundRect">
              <a:avLst/>
            </a:pr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89A7F09E-92A0-CDCA-0D15-C8518157259F}"/>
                </a:ext>
              </a:extLst>
            </p:cNvPr>
            <p:cNvSpPr/>
            <p:nvPr/>
          </p:nvSpPr>
          <p:spPr>
            <a:xfrm>
              <a:off x="5440329" y="5112971"/>
              <a:ext cx="82512" cy="82512"/>
            </a:xfrm>
            <a:prstGeom prst="ellipse">
              <a:avLst/>
            </a:pr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4BA7CAD-BE93-F2F2-83B6-0BE1BC8B2E0A}"/>
                </a:ext>
              </a:extLst>
            </p:cNvPr>
            <p:cNvSpPr/>
            <p:nvPr/>
          </p:nvSpPr>
          <p:spPr>
            <a:xfrm>
              <a:off x="6850794" y="5112552"/>
              <a:ext cx="82512" cy="82512"/>
            </a:xfrm>
            <a:prstGeom prst="ellipse">
              <a:avLst/>
            </a:pr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50888B6-D451-16D3-FAF0-857DECC2C37E}"/>
                </a:ext>
              </a:extLst>
            </p:cNvPr>
            <p:cNvSpPr/>
            <p:nvPr/>
          </p:nvSpPr>
          <p:spPr>
            <a:xfrm>
              <a:off x="4471303" y="5083709"/>
              <a:ext cx="101066" cy="101066"/>
            </a:xfrm>
            <a:prstGeom prst="ellipse">
              <a:avLst/>
            </a:pr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7F24393E-E300-672E-E24B-1B08E78E926E}"/>
                </a:ext>
              </a:extLst>
            </p:cNvPr>
            <p:cNvSpPr/>
            <p:nvPr/>
          </p:nvSpPr>
          <p:spPr>
            <a:xfrm>
              <a:off x="2819321" y="5090422"/>
              <a:ext cx="101066" cy="101066"/>
            </a:xfrm>
            <a:prstGeom prst="ellipse">
              <a:avLst/>
            </a:pr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4982C61E-48CE-2A8D-5CE2-71BC57ACAECD}"/>
                </a:ext>
              </a:extLst>
            </p:cNvPr>
            <p:cNvSpPr/>
            <p:nvPr/>
          </p:nvSpPr>
          <p:spPr>
            <a:xfrm>
              <a:off x="7894449" y="5112552"/>
              <a:ext cx="82512" cy="82512"/>
            </a:xfrm>
            <a:prstGeom prst="ellipse">
              <a:avLst/>
            </a:pr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B3586F82-C090-C6F6-5374-218278E5A214}"/>
                </a:ext>
              </a:extLst>
            </p:cNvPr>
            <p:cNvSpPr/>
            <p:nvPr/>
          </p:nvSpPr>
          <p:spPr>
            <a:xfrm>
              <a:off x="9321110" y="5112552"/>
              <a:ext cx="82512" cy="82512"/>
            </a:xfrm>
            <a:prstGeom prst="ellipse">
              <a:avLst/>
            </a:pr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31878EC-8937-C559-5FEB-F4C5D187A460}"/>
              </a:ext>
            </a:extLst>
          </p:cNvPr>
          <p:cNvGrpSpPr/>
          <p:nvPr/>
        </p:nvGrpSpPr>
        <p:grpSpPr>
          <a:xfrm flipH="1">
            <a:off x="-1891188" y="615845"/>
            <a:ext cx="8437197" cy="5356929"/>
            <a:chOff x="2250252" y="848095"/>
            <a:chExt cx="7759699" cy="4926772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4FFC08C0-D3C5-4929-D684-4DA1F7C3DE74}"/>
                </a:ext>
              </a:extLst>
            </p:cNvPr>
            <p:cNvSpPr/>
            <p:nvPr/>
          </p:nvSpPr>
          <p:spPr>
            <a:xfrm rot="16449497">
              <a:off x="2251106" y="4615006"/>
              <a:ext cx="525844" cy="380387"/>
            </a:xfrm>
            <a:prstGeom prst="roundRect">
              <a:avLst>
                <a:gd name="adj" fmla="val 33113"/>
              </a:avLst>
            </a:prstGeom>
            <a:solidFill>
              <a:srgbClr val="686868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A902D7C6-4DAC-0F26-4ADE-1EF20C7F5476}"/>
                </a:ext>
              </a:extLst>
            </p:cNvPr>
            <p:cNvSpPr/>
            <p:nvPr/>
          </p:nvSpPr>
          <p:spPr>
            <a:xfrm rot="21411363">
              <a:off x="4871474" y="4917691"/>
              <a:ext cx="525844" cy="160548"/>
            </a:xfrm>
            <a:prstGeom prst="roundRect">
              <a:avLst>
                <a:gd name="adj" fmla="val 33113"/>
              </a:avLst>
            </a:prstGeom>
            <a:solidFill>
              <a:srgbClr val="44546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Rectangle 74">
              <a:extLst>
                <a:ext uri="{FF2B5EF4-FFF2-40B4-BE49-F238E27FC236}">
                  <a16:creationId xmlns:a16="http://schemas.microsoft.com/office/drawing/2014/main" id="{B08F235C-9DFA-0A34-0D2B-A6FA8DB8BB08}"/>
                </a:ext>
              </a:extLst>
            </p:cNvPr>
            <p:cNvSpPr/>
            <p:nvPr/>
          </p:nvSpPr>
          <p:spPr>
            <a:xfrm>
              <a:off x="2659360" y="848095"/>
              <a:ext cx="7350591" cy="2442570"/>
            </a:xfrm>
            <a:custGeom>
              <a:avLst/>
              <a:gdLst>
                <a:gd name="connsiteX0" fmla="*/ 0 w 5433060"/>
                <a:gd name="connsiteY0" fmla="*/ 0 h 1094737"/>
                <a:gd name="connsiteX1" fmla="*/ 5433060 w 5433060"/>
                <a:gd name="connsiteY1" fmla="*/ 0 h 1094737"/>
                <a:gd name="connsiteX2" fmla="*/ 5433060 w 5433060"/>
                <a:gd name="connsiteY2" fmla="*/ 1094737 h 1094737"/>
                <a:gd name="connsiteX3" fmla="*/ 0 w 5433060"/>
                <a:gd name="connsiteY3" fmla="*/ 1094737 h 1094737"/>
                <a:gd name="connsiteX4" fmla="*/ 0 w 5433060"/>
                <a:gd name="connsiteY4" fmla="*/ 0 h 1094737"/>
                <a:gd name="connsiteX0" fmla="*/ 914400 w 6347460"/>
                <a:gd name="connsiteY0" fmla="*/ 0 h 1559557"/>
                <a:gd name="connsiteX1" fmla="*/ 6347460 w 6347460"/>
                <a:gd name="connsiteY1" fmla="*/ 0 h 1559557"/>
                <a:gd name="connsiteX2" fmla="*/ 6347460 w 6347460"/>
                <a:gd name="connsiteY2" fmla="*/ 1094737 h 1559557"/>
                <a:gd name="connsiteX3" fmla="*/ 0 w 6347460"/>
                <a:gd name="connsiteY3" fmla="*/ 1559557 h 1559557"/>
                <a:gd name="connsiteX4" fmla="*/ 914400 w 6347460"/>
                <a:gd name="connsiteY4" fmla="*/ 0 h 1559557"/>
                <a:gd name="connsiteX0" fmla="*/ 914400 w 6347460"/>
                <a:gd name="connsiteY0" fmla="*/ 0 h 1559557"/>
                <a:gd name="connsiteX1" fmla="*/ 6347460 w 6347460"/>
                <a:gd name="connsiteY1" fmla="*/ 0 h 1559557"/>
                <a:gd name="connsiteX2" fmla="*/ 6347460 w 6347460"/>
                <a:gd name="connsiteY2" fmla="*/ 1094737 h 1559557"/>
                <a:gd name="connsiteX3" fmla="*/ 220980 w 6347460"/>
                <a:gd name="connsiteY3" fmla="*/ 1341120 h 1559557"/>
                <a:gd name="connsiteX4" fmla="*/ 0 w 6347460"/>
                <a:gd name="connsiteY4" fmla="*/ 1559557 h 1559557"/>
                <a:gd name="connsiteX5" fmla="*/ 914400 w 6347460"/>
                <a:gd name="connsiteY5" fmla="*/ 0 h 1559557"/>
                <a:gd name="connsiteX0" fmla="*/ 914400 w 6347460"/>
                <a:gd name="connsiteY0" fmla="*/ 0 h 1559557"/>
                <a:gd name="connsiteX1" fmla="*/ 6347460 w 6347460"/>
                <a:gd name="connsiteY1" fmla="*/ 0 h 1559557"/>
                <a:gd name="connsiteX2" fmla="*/ 6347460 w 6347460"/>
                <a:gd name="connsiteY2" fmla="*/ 1094737 h 1559557"/>
                <a:gd name="connsiteX3" fmla="*/ 716280 w 6347460"/>
                <a:gd name="connsiteY3" fmla="*/ 1082040 h 1559557"/>
                <a:gd name="connsiteX4" fmla="*/ 220980 w 6347460"/>
                <a:gd name="connsiteY4" fmla="*/ 1341120 h 1559557"/>
                <a:gd name="connsiteX5" fmla="*/ 0 w 6347460"/>
                <a:gd name="connsiteY5" fmla="*/ 1559557 h 1559557"/>
                <a:gd name="connsiteX6" fmla="*/ 914400 w 6347460"/>
                <a:gd name="connsiteY6" fmla="*/ 0 h 1559557"/>
                <a:gd name="connsiteX0" fmla="*/ 914400 w 6347460"/>
                <a:gd name="connsiteY0" fmla="*/ 0 h 1559557"/>
                <a:gd name="connsiteX1" fmla="*/ 6347460 w 6347460"/>
                <a:gd name="connsiteY1" fmla="*/ 0 h 1559557"/>
                <a:gd name="connsiteX2" fmla="*/ 6347460 w 6347460"/>
                <a:gd name="connsiteY2" fmla="*/ 1094737 h 1559557"/>
                <a:gd name="connsiteX3" fmla="*/ 1485900 w 6347460"/>
                <a:gd name="connsiteY3" fmla="*/ 1143000 h 1559557"/>
                <a:gd name="connsiteX4" fmla="*/ 716280 w 6347460"/>
                <a:gd name="connsiteY4" fmla="*/ 1082040 h 1559557"/>
                <a:gd name="connsiteX5" fmla="*/ 220980 w 6347460"/>
                <a:gd name="connsiteY5" fmla="*/ 1341120 h 1559557"/>
                <a:gd name="connsiteX6" fmla="*/ 0 w 6347460"/>
                <a:gd name="connsiteY6" fmla="*/ 1559557 h 1559557"/>
                <a:gd name="connsiteX7" fmla="*/ 914400 w 6347460"/>
                <a:gd name="connsiteY7" fmla="*/ 0 h 1559557"/>
                <a:gd name="connsiteX0" fmla="*/ 914400 w 6347460"/>
                <a:gd name="connsiteY0" fmla="*/ 0 h 1559557"/>
                <a:gd name="connsiteX1" fmla="*/ 6347460 w 6347460"/>
                <a:gd name="connsiteY1" fmla="*/ 0 h 1559557"/>
                <a:gd name="connsiteX2" fmla="*/ 6347460 w 6347460"/>
                <a:gd name="connsiteY2" fmla="*/ 1094737 h 1559557"/>
                <a:gd name="connsiteX3" fmla="*/ 2773680 w 6347460"/>
                <a:gd name="connsiteY3" fmla="*/ 960120 h 1559557"/>
                <a:gd name="connsiteX4" fmla="*/ 1485900 w 6347460"/>
                <a:gd name="connsiteY4" fmla="*/ 1143000 h 1559557"/>
                <a:gd name="connsiteX5" fmla="*/ 716280 w 6347460"/>
                <a:gd name="connsiteY5" fmla="*/ 1082040 h 1559557"/>
                <a:gd name="connsiteX6" fmla="*/ 220980 w 6347460"/>
                <a:gd name="connsiteY6" fmla="*/ 1341120 h 1559557"/>
                <a:gd name="connsiteX7" fmla="*/ 0 w 6347460"/>
                <a:gd name="connsiteY7" fmla="*/ 1559557 h 1559557"/>
                <a:gd name="connsiteX8" fmla="*/ 914400 w 6347460"/>
                <a:gd name="connsiteY8" fmla="*/ 0 h 1559557"/>
                <a:gd name="connsiteX0" fmla="*/ 914400 w 6347460"/>
                <a:gd name="connsiteY0" fmla="*/ 0 h 1559557"/>
                <a:gd name="connsiteX1" fmla="*/ 6347460 w 6347460"/>
                <a:gd name="connsiteY1" fmla="*/ 0 h 1559557"/>
                <a:gd name="connsiteX2" fmla="*/ 6347460 w 6347460"/>
                <a:gd name="connsiteY2" fmla="*/ 1094737 h 1559557"/>
                <a:gd name="connsiteX3" fmla="*/ 3108960 w 6347460"/>
                <a:gd name="connsiteY3" fmla="*/ 914400 h 1559557"/>
                <a:gd name="connsiteX4" fmla="*/ 2773680 w 6347460"/>
                <a:gd name="connsiteY4" fmla="*/ 960120 h 1559557"/>
                <a:gd name="connsiteX5" fmla="*/ 1485900 w 6347460"/>
                <a:gd name="connsiteY5" fmla="*/ 1143000 h 1559557"/>
                <a:gd name="connsiteX6" fmla="*/ 716280 w 6347460"/>
                <a:gd name="connsiteY6" fmla="*/ 1082040 h 1559557"/>
                <a:gd name="connsiteX7" fmla="*/ 220980 w 6347460"/>
                <a:gd name="connsiteY7" fmla="*/ 1341120 h 1559557"/>
                <a:gd name="connsiteX8" fmla="*/ 0 w 6347460"/>
                <a:gd name="connsiteY8" fmla="*/ 1559557 h 1559557"/>
                <a:gd name="connsiteX9" fmla="*/ 914400 w 6347460"/>
                <a:gd name="connsiteY9" fmla="*/ 0 h 1559557"/>
                <a:gd name="connsiteX0" fmla="*/ 914400 w 6347460"/>
                <a:gd name="connsiteY0" fmla="*/ 0 h 1559557"/>
                <a:gd name="connsiteX1" fmla="*/ 6347460 w 6347460"/>
                <a:gd name="connsiteY1" fmla="*/ 0 h 1559557"/>
                <a:gd name="connsiteX2" fmla="*/ 6347460 w 6347460"/>
                <a:gd name="connsiteY2" fmla="*/ 1094737 h 1559557"/>
                <a:gd name="connsiteX3" fmla="*/ 4191000 w 6347460"/>
                <a:gd name="connsiteY3" fmla="*/ 1539240 h 1559557"/>
                <a:gd name="connsiteX4" fmla="*/ 3108960 w 6347460"/>
                <a:gd name="connsiteY4" fmla="*/ 914400 h 1559557"/>
                <a:gd name="connsiteX5" fmla="*/ 2773680 w 6347460"/>
                <a:gd name="connsiteY5" fmla="*/ 960120 h 1559557"/>
                <a:gd name="connsiteX6" fmla="*/ 1485900 w 6347460"/>
                <a:gd name="connsiteY6" fmla="*/ 1143000 h 1559557"/>
                <a:gd name="connsiteX7" fmla="*/ 716280 w 6347460"/>
                <a:gd name="connsiteY7" fmla="*/ 1082040 h 1559557"/>
                <a:gd name="connsiteX8" fmla="*/ 220980 w 6347460"/>
                <a:gd name="connsiteY8" fmla="*/ 1341120 h 1559557"/>
                <a:gd name="connsiteX9" fmla="*/ 0 w 6347460"/>
                <a:gd name="connsiteY9" fmla="*/ 1559557 h 1559557"/>
                <a:gd name="connsiteX10" fmla="*/ 914400 w 6347460"/>
                <a:gd name="connsiteY10" fmla="*/ 0 h 1559557"/>
                <a:gd name="connsiteX0" fmla="*/ 914400 w 6347460"/>
                <a:gd name="connsiteY0" fmla="*/ 0 h 1559557"/>
                <a:gd name="connsiteX1" fmla="*/ 6347460 w 6347460"/>
                <a:gd name="connsiteY1" fmla="*/ 0 h 1559557"/>
                <a:gd name="connsiteX2" fmla="*/ 6347460 w 6347460"/>
                <a:gd name="connsiteY2" fmla="*/ 1094737 h 1559557"/>
                <a:gd name="connsiteX3" fmla="*/ 4732020 w 6347460"/>
                <a:gd name="connsiteY3" fmla="*/ 990600 h 1559557"/>
                <a:gd name="connsiteX4" fmla="*/ 4191000 w 6347460"/>
                <a:gd name="connsiteY4" fmla="*/ 1539240 h 1559557"/>
                <a:gd name="connsiteX5" fmla="*/ 3108960 w 6347460"/>
                <a:gd name="connsiteY5" fmla="*/ 914400 h 1559557"/>
                <a:gd name="connsiteX6" fmla="*/ 2773680 w 6347460"/>
                <a:gd name="connsiteY6" fmla="*/ 960120 h 1559557"/>
                <a:gd name="connsiteX7" fmla="*/ 1485900 w 6347460"/>
                <a:gd name="connsiteY7" fmla="*/ 1143000 h 1559557"/>
                <a:gd name="connsiteX8" fmla="*/ 716280 w 6347460"/>
                <a:gd name="connsiteY8" fmla="*/ 1082040 h 1559557"/>
                <a:gd name="connsiteX9" fmla="*/ 220980 w 6347460"/>
                <a:gd name="connsiteY9" fmla="*/ 1341120 h 1559557"/>
                <a:gd name="connsiteX10" fmla="*/ 0 w 6347460"/>
                <a:gd name="connsiteY10" fmla="*/ 1559557 h 1559557"/>
                <a:gd name="connsiteX11" fmla="*/ 914400 w 6347460"/>
                <a:gd name="connsiteY11" fmla="*/ 0 h 1559557"/>
                <a:gd name="connsiteX0" fmla="*/ 914400 w 6393180"/>
                <a:gd name="connsiteY0" fmla="*/ 0 h 1559557"/>
                <a:gd name="connsiteX1" fmla="*/ 6347460 w 6393180"/>
                <a:gd name="connsiteY1" fmla="*/ 0 h 1559557"/>
                <a:gd name="connsiteX2" fmla="*/ 6393180 w 6393180"/>
                <a:gd name="connsiteY2" fmla="*/ 1338577 h 1559557"/>
                <a:gd name="connsiteX3" fmla="*/ 4732020 w 6393180"/>
                <a:gd name="connsiteY3" fmla="*/ 990600 h 1559557"/>
                <a:gd name="connsiteX4" fmla="*/ 4191000 w 6393180"/>
                <a:gd name="connsiteY4" fmla="*/ 1539240 h 1559557"/>
                <a:gd name="connsiteX5" fmla="*/ 3108960 w 6393180"/>
                <a:gd name="connsiteY5" fmla="*/ 914400 h 1559557"/>
                <a:gd name="connsiteX6" fmla="*/ 2773680 w 6393180"/>
                <a:gd name="connsiteY6" fmla="*/ 960120 h 1559557"/>
                <a:gd name="connsiteX7" fmla="*/ 1485900 w 6393180"/>
                <a:gd name="connsiteY7" fmla="*/ 1143000 h 1559557"/>
                <a:gd name="connsiteX8" fmla="*/ 716280 w 6393180"/>
                <a:gd name="connsiteY8" fmla="*/ 1082040 h 1559557"/>
                <a:gd name="connsiteX9" fmla="*/ 220980 w 6393180"/>
                <a:gd name="connsiteY9" fmla="*/ 1341120 h 1559557"/>
                <a:gd name="connsiteX10" fmla="*/ 0 w 6393180"/>
                <a:gd name="connsiteY10" fmla="*/ 1559557 h 1559557"/>
                <a:gd name="connsiteX11" fmla="*/ 914400 w 6393180"/>
                <a:gd name="connsiteY11" fmla="*/ 0 h 1559557"/>
                <a:gd name="connsiteX0" fmla="*/ 914400 w 6408420"/>
                <a:gd name="connsiteY0" fmla="*/ 0 h 1559557"/>
                <a:gd name="connsiteX1" fmla="*/ 6347460 w 6408420"/>
                <a:gd name="connsiteY1" fmla="*/ 0 h 1559557"/>
                <a:gd name="connsiteX2" fmla="*/ 6408420 w 6408420"/>
                <a:gd name="connsiteY2" fmla="*/ 533400 h 1559557"/>
                <a:gd name="connsiteX3" fmla="*/ 6393180 w 6408420"/>
                <a:gd name="connsiteY3" fmla="*/ 1338577 h 1559557"/>
                <a:gd name="connsiteX4" fmla="*/ 4732020 w 6408420"/>
                <a:gd name="connsiteY4" fmla="*/ 990600 h 1559557"/>
                <a:gd name="connsiteX5" fmla="*/ 4191000 w 6408420"/>
                <a:gd name="connsiteY5" fmla="*/ 1539240 h 1559557"/>
                <a:gd name="connsiteX6" fmla="*/ 3108960 w 6408420"/>
                <a:gd name="connsiteY6" fmla="*/ 914400 h 1559557"/>
                <a:gd name="connsiteX7" fmla="*/ 2773680 w 6408420"/>
                <a:gd name="connsiteY7" fmla="*/ 960120 h 1559557"/>
                <a:gd name="connsiteX8" fmla="*/ 1485900 w 6408420"/>
                <a:gd name="connsiteY8" fmla="*/ 1143000 h 1559557"/>
                <a:gd name="connsiteX9" fmla="*/ 716280 w 6408420"/>
                <a:gd name="connsiteY9" fmla="*/ 1082040 h 1559557"/>
                <a:gd name="connsiteX10" fmla="*/ 220980 w 6408420"/>
                <a:gd name="connsiteY10" fmla="*/ 1341120 h 1559557"/>
                <a:gd name="connsiteX11" fmla="*/ 0 w 6408420"/>
                <a:gd name="connsiteY11" fmla="*/ 1559557 h 1559557"/>
                <a:gd name="connsiteX12" fmla="*/ 914400 w 6408420"/>
                <a:gd name="connsiteY12" fmla="*/ 0 h 1559557"/>
                <a:gd name="connsiteX0" fmla="*/ 914400 w 6408420"/>
                <a:gd name="connsiteY0" fmla="*/ 0 h 1559557"/>
                <a:gd name="connsiteX1" fmla="*/ 5120640 w 6408420"/>
                <a:gd name="connsiteY1" fmla="*/ 160020 h 1559557"/>
                <a:gd name="connsiteX2" fmla="*/ 6408420 w 6408420"/>
                <a:gd name="connsiteY2" fmla="*/ 533400 h 1559557"/>
                <a:gd name="connsiteX3" fmla="*/ 6393180 w 6408420"/>
                <a:gd name="connsiteY3" fmla="*/ 1338577 h 1559557"/>
                <a:gd name="connsiteX4" fmla="*/ 4732020 w 6408420"/>
                <a:gd name="connsiteY4" fmla="*/ 990600 h 1559557"/>
                <a:gd name="connsiteX5" fmla="*/ 4191000 w 6408420"/>
                <a:gd name="connsiteY5" fmla="*/ 1539240 h 1559557"/>
                <a:gd name="connsiteX6" fmla="*/ 3108960 w 6408420"/>
                <a:gd name="connsiteY6" fmla="*/ 914400 h 1559557"/>
                <a:gd name="connsiteX7" fmla="*/ 2773680 w 6408420"/>
                <a:gd name="connsiteY7" fmla="*/ 960120 h 1559557"/>
                <a:gd name="connsiteX8" fmla="*/ 1485900 w 6408420"/>
                <a:gd name="connsiteY8" fmla="*/ 1143000 h 1559557"/>
                <a:gd name="connsiteX9" fmla="*/ 716280 w 6408420"/>
                <a:gd name="connsiteY9" fmla="*/ 1082040 h 1559557"/>
                <a:gd name="connsiteX10" fmla="*/ 220980 w 6408420"/>
                <a:gd name="connsiteY10" fmla="*/ 1341120 h 1559557"/>
                <a:gd name="connsiteX11" fmla="*/ 0 w 6408420"/>
                <a:gd name="connsiteY11" fmla="*/ 1559557 h 1559557"/>
                <a:gd name="connsiteX12" fmla="*/ 914400 w 6408420"/>
                <a:gd name="connsiteY12" fmla="*/ 0 h 1559557"/>
                <a:gd name="connsiteX0" fmla="*/ 914400 w 6408420"/>
                <a:gd name="connsiteY0" fmla="*/ 0 h 1559557"/>
                <a:gd name="connsiteX1" fmla="*/ 3581400 w 6408420"/>
                <a:gd name="connsiteY1" fmla="*/ 167640 h 1559557"/>
                <a:gd name="connsiteX2" fmla="*/ 5120640 w 6408420"/>
                <a:gd name="connsiteY2" fmla="*/ 160020 h 1559557"/>
                <a:gd name="connsiteX3" fmla="*/ 6408420 w 6408420"/>
                <a:gd name="connsiteY3" fmla="*/ 533400 h 1559557"/>
                <a:gd name="connsiteX4" fmla="*/ 6393180 w 6408420"/>
                <a:gd name="connsiteY4" fmla="*/ 1338577 h 1559557"/>
                <a:gd name="connsiteX5" fmla="*/ 4732020 w 6408420"/>
                <a:gd name="connsiteY5" fmla="*/ 990600 h 1559557"/>
                <a:gd name="connsiteX6" fmla="*/ 4191000 w 6408420"/>
                <a:gd name="connsiteY6" fmla="*/ 1539240 h 1559557"/>
                <a:gd name="connsiteX7" fmla="*/ 3108960 w 6408420"/>
                <a:gd name="connsiteY7" fmla="*/ 914400 h 1559557"/>
                <a:gd name="connsiteX8" fmla="*/ 2773680 w 6408420"/>
                <a:gd name="connsiteY8" fmla="*/ 960120 h 1559557"/>
                <a:gd name="connsiteX9" fmla="*/ 1485900 w 6408420"/>
                <a:gd name="connsiteY9" fmla="*/ 1143000 h 1559557"/>
                <a:gd name="connsiteX10" fmla="*/ 716280 w 6408420"/>
                <a:gd name="connsiteY10" fmla="*/ 1082040 h 1559557"/>
                <a:gd name="connsiteX11" fmla="*/ 220980 w 6408420"/>
                <a:gd name="connsiteY11" fmla="*/ 1341120 h 1559557"/>
                <a:gd name="connsiteX12" fmla="*/ 0 w 6408420"/>
                <a:gd name="connsiteY12" fmla="*/ 1559557 h 1559557"/>
                <a:gd name="connsiteX13" fmla="*/ 914400 w 6408420"/>
                <a:gd name="connsiteY13" fmla="*/ 0 h 1559557"/>
                <a:gd name="connsiteX0" fmla="*/ 914400 w 6408420"/>
                <a:gd name="connsiteY0" fmla="*/ 354070 h 1913627"/>
                <a:gd name="connsiteX1" fmla="*/ 2202180 w 6408420"/>
                <a:gd name="connsiteY1" fmla="*/ 3550 h 1913627"/>
                <a:gd name="connsiteX2" fmla="*/ 3581400 w 6408420"/>
                <a:gd name="connsiteY2" fmla="*/ 521710 h 1913627"/>
                <a:gd name="connsiteX3" fmla="*/ 5120640 w 6408420"/>
                <a:gd name="connsiteY3" fmla="*/ 514090 h 1913627"/>
                <a:gd name="connsiteX4" fmla="*/ 6408420 w 6408420"/>
                <a:gd name="connsiteY4" fmla="*/ 887470 h 1913627"/>
                <a:gd name="connsiteX5" fmla="*/ 6393180 w 6408420"/>
                <a:gd name="connsiteY5" fmla="*/ 1692647 h 1913627"/>
                <a:gd name="connsiteX6" fmla="*/ 4732020 w 6408420"/>
                <a:gd name="connsiteY6" fmla="*/ 1344670 h 1913627"/>
                <a:gd name="connsiteX7" fmla="*/ 4191000 w 6408420"/>
                <a:gd name="connsiteY7" fmla="*/ 1893310 h 1913627"/>
                <a:gd name="connsiteX8" fmla="*/ 3108960 w 6408420"/>
                <a:gd name="connsiteY8" fmla="*/ 1268470 h 1913627"/>
                <a:gd name="connsiteX9" fmla="*/ 2773680 w 6408420"/>
                <a:gd name="connsiteY9" fmla="*/ 1314190 h 1913627"/>
                <a:gd name="connsiteX10" fmla="*/ 1485900 w 6408420"/>
                <a:gd name="connsiteY10" fmla="*/ 1497070 h 1913627"/>
                <a:gd name="connsiteX11" fmla="*/ 716280 w 6408420"/>
                <a:gd name="connsiteY11" fmla="*/ 1436110 h 1913627"/>
                <a:gd name="connsiteX12" fmla="*/ 220980 w 6408420"/>
                <a:gd name="connsiteY12" fmla="*/ 1695190 h 1913627"/>
                <a:gd name="connsiteX13" fmla="*/ 0 w 6408420"/>
                <a:gd name="connsiteY13" fmla="*/ 1913627 h 1913627"/>
                <a:gd name="connsiteX14" fmla="*/ 914400 w 6408420"/>
                <a:gd name="connsiteY14" fmla="*/ 354070 h 1913627"/>
                <a:gd name="connsiteX0" fmla="*/ 0 w 6865620"/>
                <a:gd name="connsiteY0" fmla="*/ 1775830 h 1910447"/>
                <a:gd name="connsiteX1" fmla="*/ 2659380 w 6865620"/>
                <a:gd name="connsiteY1" fmla="*/ 370 h 1910447"/>
                <a:gd name="connsiteX2" fmla="*/ 4038600 w 6865620"/>
                <a:gd name="connsiteY2" fmla="*/ 518530 h 1910447"/>
                <a:gd name="connsiteX3" fmla="*/ 5577840 w 6865620"/>
                <a:gd name="connsiteY3" fmla="*/ 510910 h 1910447"/>
                <a:gd name="connsiteX4" fmla="*/ 6865620 w 6865620"/>
                <a:gd name="connsiteY4" fmla="*/ 884290 h 1910447"/>
                <a:gd name="connsiteX5" fmla="*/ 6850380 w 6865620"/>
                <a:gd name="connsiteY5" fmla="*/ 1689467 h 1910447"/>
                <a:gd name="connsiteX6" fmla="*/ 5189220 w 6865620"/>
                <a:gd name="connsiteY6" fmla="*/ 1341490 h 1910447"/>
                <a:gd name="connsiteX7" fmla="*/ 4648200 w 6865620"/>
                <a:gd name="connsiteY7" fmla="*/ 1890130 h 1910447"/>
                <a:gd name="connsiteX8" fmla="*/ 3566160 w 6865620"/>
                <a:gd name="connsiteY8" fmla="*/ 1265290 h 1910447"/>
                <a:gd name="connsiteX9" fmla="*/ 3230880 w 6865620"/>
                <a:gd name="connsiteY9" fmla="*/ 1311010 h 1910447"/>
                <a:gd name="connsiteX10" fmla="*/ 1943100 w 6865620"/>
                <a:gd name="connsiteY10" fmla="*/ 1493890 h 1910447"/>
                <a:gd name="connsiteX11" fmla="*/ 1173480 w 6865620"/>
                <a:gd name="connsiteY11" fmla="*/ 1432930 h 1910447"/>
                <a:gd name="connsiteX12" fmla="*/ 678180 w 6865620"/>
                <a:gd name="connsiteY12" fmla="*/ 1692010 h 1910447"/>
                <a:gd name="connsiteX13" fmla="*/ 457200 w 6865620"/>
                <a:gd name="connsiteY13" fmla="*/ 1910447 h 1910447"/>
                <a:gd name="connsiteX14" fmla="*/ 0 w 6865620"/>
                <a:gd name="connsiteY14" fmla="*/ 1775830 h 1910447"/>
                <a:gd name="connsiteX0" fmla="*/ 47626 w 6913246"/>
                <a:gd name="connsiteY0" fmla="*/ 1797232 h 1931849"/>
                <a:gd name="connsiteX1" fmla="*/ 276226 w 6913246"/>
                <a:gd name="connsiteY1" fmla="*/ 1347652 h 1931849"/>
                <a:gd name="connsiteX2" fmla="*/ 2707006 w 6913246"/>
                <a:gd name="connsiteY2" fmla="*/ 21772 h 1931849"/>
                <a:gd name="connsiteX3" fmla="*/ 4086226 w 6913246"/>
                <a:gd name="connsiteY3" fmla="*/ 539932 h 1931849"/>
                <a:gd name="connsiteX4" fmla="*/ 5625466 w 6913246"/>
                <a:gd name="connsiteY4" fmla="*/ 532312 h 1931849"/>
                <a:gd name="connsiteX5" fmla="*/ 6913246 w 6913246"/>
                <a:gd name="connsiteY5" fmla="*/ 905692 h 1931849"/>
                <a:gd name="connsiteX6" fmla="*/ 6898006 w 6913246"/>
                <a:gd name="connsiteY6" fmla="*/ 1710869 h 1931849"/>
                <a:gd name="connsiteX7" fmla="*/ 5236846 w 6913246"/>
                <a:gd name="connsiteY7" fmla="*/ 1362892 h 1931849"/>
                <a:gd name="connsiteX8" fmla="*/ 4695826 w 6913246"/>
                <a:gd name="connsiteY8" fmla="*/ 1911532 h 1931849"/>
                <a:gd name="connsiteX9" fmla="*/ 3613786 w 6913246"/>
                <a:gd name="connsiteY9" fmla="*/ 1286692 h 1931849"/>
                <a:gd name="connsiteX10" fmla="*/ 3278506 w 6913246"/>
                <a:gd name="connsiteY10" fmla="*/ 1332412 h 1931849"/>
                <a:gd name="connsiteX11" fmla="*/ 1990726 w 6913246"/>
                <a:gd name="connsiteY11" fmla="*/ 1515292 h 1931849"/>
                <a:gd name="connsiteX12" fmla="*/ 1221106 w 6913246"/>
                <a:gd name="connsiteY12" fmla="*/ 1454332 h 1931849"/>
                <a:gd name="connsiteX13" fmla="*/ 725806 w 6913246"/>
                <a:gd name="connsiteY13" fmla="*/ 1713412 h 1931849"/>
                <a:gd name="connsiteX14" fmla="*/ 504826 w 6913246"/>
                <a:gd name="connsiteY14" fmla="*/ 1931849 h 1931849"/>
                <a:gd name="connsiteX15" fmla="*/ 47626 w 6913246"/>
                <a:gd name="connsiteY15" fmla="*/ 1797232 h 1931849"/>
                <a:gd name="connsiteX0" fmla="*/ 47626 w 6913246"/>
                <a:gd name="connsiteY0" fmla="*/ 1781282 h 1915899"/>
                <a:gd name="connsiteX1" fmla="*/ 276226 w 6913246"/>
                <a:gd name="connsiteY1" fmla="*/ 1331702 h 1915899"/>
                <a:gd name="connsiteX2" fmla="*/ 573406 w 6913246"/>
                <a:gd name="connsiteY2" fmla="*/ 630662 h 1915899"/>
                <a:gd name="connsiteX3" fmla="*/ 2707006 w 6913246"/>
                <a:gd name="connsiteY3" fmla="*/ 5822 h 1915899"/>
                <a:gd name="connsiteX4" fmla="*/ 4086226 w 6913246"/>
                <a:gd name="connsiteY4" fmla="*/ 523982 h 1915899"/>
                <a:gd name="connsiteX5" fmla="*/ 5625466 w 6913246"/>
                <a:gd name="connsiteY5" fmla="*/ 516362 h 1915899"/>
                <a:gd name="connsiteX6" fmla="*/ 6913246 w 6913246"/>
                <a:gd name="connsiteY6" fmla="*/ 889742 h 1915899"/>
                <a:gd name="connsiteX7" fmla="*/ 6898006 w 6913246"/>
                <a:gd name="connsiteY7" fmla="*/ 1694919 h 1915899"/>
                <a:gd name="connsiteX8" fmla="*/ 5236846 w 6913246"/>
                <a:gd name="connsiteY8" fmla="*/ 1346942 h 1915899"/>
                <a:gd name="connsiteX9" fmla="*/ 4695826 w 6913246"/>
                <a:gd name="connsiteY9" fmla="*/ 1895582 h 1915899"/>
                <a:gd name="connsiteX10" fmla="*/ 3613786 w 6913246"/>
                <a:gd name="connsiteY10" fmla="*/ 1270742 h 1915899"/>
                <a:gd name="connsiteX11" fmla="*/ 3278506 w 6913246"/>
                <a:gd name="connsiteY11" fmla="*/ 1316462 h 1915899"/>
                <a:gd name="connsiteX12" fmla="*/ 1990726 w 6913246"/>
                <a:gd name="connsiteY12" fmla="*/ 1499342 h 1915899"/>
                <a:gd name="connsiteX13" fmla="*/ 1221106 w 6913246"/>
                <a:gd name="connsiteY13" fmla="*/ 1438382 h 1915899"/>
                <a:gd name="connsiteX14" fmla="*/ 725806 w 6913246"/>
                <a:gd name="connsiteY14" fmla="*/ 1697462 h 1915899"/>
                <a:gd name="connsiteX15" fmla="*/ 504826 w 6913246"/>
                <a:gd name="connsiteY15" fmla="*/ 1915899 h 1915899"/>
                <a:gd name="connsiteX16" fmla="*/ 47626 w 6913246"/>
                <a:gd name="connsiteY16" fmla="*/ 1781282 h 1915899"/>
                <a:gd name="connsiteX0" fmla="*/ 47626 w 6913246"/>
                <a:gd name="connsiteY0" fmla="*/ 1780025 h 1914642"/>
                <a:gd name="connsiteX1" fmla="*/ 276226 w 6913246"/>
                <a:gd name="connsiteY1" fmla="*/ 1330445 h 1914642"/>
                <a:gd name="connsiteX2" fmla="*/ 573406 w 6913246"/>
                <a:gd name="connsiteY2" fmla="*/ 629405 h 1914642"/>
                <a:gd name="connsiteX3" fmla="*/ 1739266 w 6913246"/>
                <a:gd name="connsiteY3" fmla="*/ 408425 h 1914642"/>
                <a:gd name="connsiteX4" fmla="*/ 2707006 w 6913246"/>
                <a:gd name="connsiteY4" fmla="*/ 4565 h 1914642"/>
                <a:gd name="connsiteX5" fmla="*/ 4086226 w 6913246"/>
                <a:gd name="connsiteY5" fmla="*/ 522725 h 1914642"/>
                <a:gd name="connsiteX6" fmla="*/ 5625466 w 6913246"/>
                <a:gd name="connsiteY6" fmla="*/ 515105 h 1914642"/>
                <a:gd name="connsiteX7" fmla="*/ 6913246 w 6913246"/>
                <a:gd name="connsiteY7" fmla="*/ 888485 h 1914642"/>
                <a:gd name="connsiteX8" fmla="*/ 6898006 w 6913246"/>
                <a:gd name="connsiteY8" fmla="*/ 1693662 h 1914642"/>
                <a:gd name="connsiteX9" fmla="*/ 5236846 w 6913246"/>
                <a:gd name="connsiteY9" fmla="*/ 1345685 h 1914642"/>
                <a:gd name="connsiteX10" fmla="*/ 4695826 w 6913246"/>
                <a:gd name="connsiteY10" fmla="*/ 1894325 h 1914642"/>
                <a:gd name="connsiteX11" fmla="*/ 3613786 w 6913246"/>
                <a:gd name="connsiteY11" fmla="*/ 1269485 h 1914642"/>
                <a:gd name="connsiteX12" fmla="*/ 3278506 w 6913246"/>
                <a:gd name="connsiteY12" fmla="*/ 1315205 h 1914642"/>
                <a:gd name="connsiteX13" fmla="*/ 1990726 w 6913246"/>
                <a:gd name="connsiteY13" fmla="*/ 1498085 h 1914642"/>
                <a:gd name="connsiteX14" fmla="*/ 1221106 w 6913246"/>
                <a:gd name="connsiteY14" fmla="*/ 1437125 h 1914642"/>
                <a:gd name="connsiteX15" fmla="*/ 725806 w 6913246"/>
                <a:gd name="connsiteY15" fmla="*/ 1696205 h 1914642"/>
                <a:gd name="connsiteX16" fmla="*/ 504826 w 6913246"/>
                <a:gd name="connsiteY16" fmla="*/ 1914642 h 1914642"/>
                <a:gd name="connsiteX17" fmla="*/ 47626 w 6913246"/>
                <a:gd name="connsiteY17" fmla="*/ 1780025 h 1914642"/>
                <a:gd name="connsiteX0" fmla="*/ 105580 w 6971200"/>
                <a:gd name="connsiteY0" fmla="*/ 1780025 h 1914642"/>
                <a:gd name="connsiteX1" fmla="*/ 334180 w 6971200"/>
                <a:gd name="connsiteY1" fmla="*/ 1330445 h 1914642"/>
                <a:gd name="connsiteX2" fmla="*/ 631360 w 6971200"/>
                <a:gd name="connsiteY2" fmla="*/ 629405 h 1914642"/>
                <a:gd name="connsiteX3" fmla="*/ 1797220 w 6971200"/>
                <a:gd name="connsiteY3" fmla="*/ 408425 h 1914642"/>
                <a:gd name="connsiteX4" fmla="*/ 2764960 w 6971200"/>
                <a:gd name="connsiteY4" fmla="*/ 4565 h 1914642"/>
                <a:gd name="connsiteX5" fmla="*/ 4144180 w 6971200"/>
                <a:gd name="connsiteY5" fmla="*/ 522725 h 1914642"/>
                <a:gd name="connsiteX6" fmla="*/ 5683420 w 6971200"/>
                <a:gd name="connsiteY6" fmla="*/ 515105 h 1914642"/>
                <a:gd name="connsiteX7" fmla="*/ 6971200 w 6971200"/>
                <a:gd name="connsiteY7" fmla="*/ 888485 h 1914642"/>
                <a:gd name="connsiteX8" fmla="*/ 6955960 w 6971200"/>
                <a:gd name="connsiteY8" fmla="*/ 1693662 h 1914642"/>
                <a:gd name="connsiteX9" fmla="*/ 5294800 w 6971200"/>
                <a:gd name="connsiteY9" fmla="*/ 1345685 h 1914642"/>
                <a:gd name="connsiteX10" fmla="*/ 4753780 w 6971200"/>
                <a:gd name="connsiteY10" fmla="*/ 1894325 h 1914642"/>
                <a:gd name="connsiteX11" fmla="*/ 3671740 w 6971200"/>
                <a:gd name="connsiteY11" fmla="*/ 1269485 h 1914642"/>
                <a:gd name="connsiteX12" fmla="*/ 3336460 w 6971200"/>
                <a:gd name="connsiteY12" fmla="*/ 1315205 h 1914642"/>
                <a:gd name="connsiteX13" fmla="*/ 2048680 w 6971200"/>
                <a:gd name="connsiteY13" fmla="*/ 1498085 h 1914642"/>
                <a:gd name="connsiteX14" fmla="*/ 1279060 w 6971200"/>
                <a:gd name="connsiteY14" fmla="*/ 1437125 h 1914642"/>
                <a:gd name="connsiteX15" fmla="*/ 783760 w 6971200"/>
                <a:gd name="connsiteY15" fmla="*/ 1696205 h 1914642"/>
                <a:gd name="connsiteX16" fmla="*/ 562780 w 6971200"/>
                <a:gd name="connsiteY16" fmla="*/ 1914642 h 1914642"/>
                <a:gd name="connsiteX17" fmla="*/ 105580 w 6971200"/>
                <a:gd name="connsiteY17" fmla="*/ 1780025 h 1914642"/>
                <a:gd name="connsiteX0" fmla="*/ 103171 w 6968791"/>
                <a:gd name="connsiteY0" fmla="*/ 1780025 h 1914642"/>
                <a:gd name="connsiteX1" fmla="*/ 331771 w 6968791"/>
                <a:gd name="connsiteY1" fmla="*/ 1330445 h 1914642"/>
                <a:gd name="connsiteX2" fmla="*/ 628951 w 6968791"/>
                <a:gd name="connsiteY2" fmla="*/ 629405 h 1914642"/>
                <a:gd name="connsiteX3" fmla="*/ 1794811 w 6968791"/>
                <a:gd name="connsiteY3" fmla="*/ 408425 h 1914642"/>
                <a:gd name="connsiteX4" fmla="*/ 2762551 w 6968791"/>
                <a:gd name="connsiteY4" fmla="*/ 4565 h 1914642"/>
                <a:gd name="connsiteX5" fmla="*/ 4141771 w 6968791"/>
                <a:gd name="connsiteY5" fmla="*/ 522725 h 1914642"/>
                <a:gd name="connsiteX6" fmla="*/ 5681011 w 6968791"/>
                <a:gd name="connsiteY6" fmla="*/ 515105 h 1914642"/>
                <a:gd name="connsiteX7" fmla="*/ 6968791 w 6968791"/>
                <a:gd name="connsiteY7" fmla="*/ 888485 h 1914642"/>
                <a:gd name="connsiteX8" fmla="*/ 6953551 w 6968791"/>
                <a:gd name="connsiteY8" fmla="*/ 1693662 h 1914642"/>
                <a:gd name="connsiteX9" fmla="*/ 5292391 w 6968791"/>
                <a:gd name="connsiteY9" fmla="*/ 1345685 h 1914642"/>
                <a:gd name="connsiteX10" fmla="*/ 4751371 w 6968791"/>
                <a:gd name="connsiteY10" fmla="*/ 1894325 h 1914642"/>
                <a:gd name="connsiteX11" fmla="*/ 3669331 w 6968791"/>
                <a:gd name="connsiteY11" fmla="*/ 1269485 h 1914642"/>
                <a:gd name="connsiteX12" fmla="*/ 3334051 w 6968791"/>
                <a:gd name="connsiteY12" fmla="*/ 1315205 h 1914642"/>
                <a:gd name="connsiteX13" fmla="*/ 2046271 w 6968791"/>
                <a:gd name="connsiteY13" fmla="*/ 1498085 h 1914642"/>
                <a:gd name="connsiteX14" fmla="*/ 1276651 w 6968791"/>
                <a:gd name="connsiteY14" fmla="*/ 1437125 h 1914642"/>
                <a:gd name="connsiteX15" fmla="*/ 781351 w 6968791"/>
                <a:gd name="connsiteY15" fmla="*/ 1696205 h 1914642"/>
                <a:gd name="connsiteX16" fmla="*/ 560371 w 6968791"/>
                <a:gd name="connsiteY16" fmla="*/ 1914642 h 1914642"/>
                <a:gd name="connsiteX17" fmla="*/ 103171 w 6968791"/>
                <a:gd name="connsiteY17" fmla="*/ 1780025 h 1914642"/>
                <a:gd name="connsiteX0" fmla="*/ 103171 w 6968791"/>
                <a:gd name="connsiteY0" fmla="*/ 1780025 h 1914642"/>
                <a:gd name="connsiteX1" fmla="*/ 331771 w 6968791"/>
                <a:gd name="connsiteY1" fmla="*/ 1330445 h 1914642"/>
                <a:gd name="connsiteX2" fmla="*/ 628951 w 6968791"/>
                <a:gd name="connsiteY2" fmla="*/ 629405 h 1914642"/>
                <a:gd name="connsiteX3" fmla="*/ 1794811 w 6968791"/>
                <a:gd name="connsiteY3" fmla="*/ 408425 h 1914642"/>
                <a:gd name="connsiteX4" fmla="*/ 2762551 w 6968791"/>
                <a:gd name="connsiteY4" fmla="*/ 4565 h 1914642"/>
                <a:gd name="connsiteX5" fmla="*/ 4141771 w 6968791"/>
                <a:gd name="connsiteY5" fmla="*/ 522725 h 1914642"/>
                <a:gd name="connsiteX6" fmla="*/ 5681011 w 6968791"/>
                <a:gd name="connsiteY6" fmla="*/ 515105 h 1914642"/>
                <a:gd name="connsiteX7" fmla="*/ 6968791 w 6968791"/>
                <a:gd name="connsiteY7" fmla="*/ 888485 h 1914642"/>
                <a:gd name="connsiteX8" fmla="*/ 6953551 w 6968791"/>
                <a:gd name="connsiteY8" fmla="*/ 1693662 h 1914642"/>
                <a:gd name="connsiteX9" fmla="*/ 5292391 w 6968791"/>
                <a:gd name="connsiteY9" fmla="*/ 1345685 h 1914642"/>
                <a:gd name="connsiteX10" fmla="*/ 4751371 w 6968791"/>
                <a:gd name="connsiteY10" fmla="*/ 1894325 h 1914642"/>
                <a:gd name="connsiteX11" fmla="*/ 3669331 w 6968791"/>
                <a:gd name="connsiteY11" fmla="*/ 1269485 h 1914642"/>
                <a:gd name="connsiteX12" fmla="*/ 3334051 w 6968791"/>
                <a:gd name="connsiteY12" fmla="*/ 1315205 h 1914642"/>
                <a:gd name="connsiteX13" fmla="*/ 2046271 w 6968791"/>
                <a:gd name="connsiteY13" fmla="*/ 1498085 h 1914642"/>
                <a:gd name="connsiteX14" fmla="*/ 1276651 w 6968791"/>
                <a:gd name="connsiteY14" fmla="*/ 1437125 h 1914642"/>
                <a:gd name="connsiteX15" fmla="*/ 781351 w 6968791"/>
                <a:gd name="connsiteY15" fmla="*/ 1696205 h 1914642"/>
                <a:gd name="connsiteX16" fmla="*/ 560371 w 6968791"/>
                <a:gd name="connsiteY16" fmla="*/ 1914642 h 1914642"/>
                <a:gd name="connsiteX17" fmla="*/ 103171 w 6968791"/>
                <a:gd name="connsiteY17" fmla="*/ 1780025 h 1914642"/>
                <a:gd name="connsiteX0" fmla="*/ 103171 w 6968791"/>
                <a:gd name="connsiteY0" fmla="*/ 1780025 h 1914642"/>
                <a:gd name="connsiteX1" fmla="*/ 331771 w 6968791"/>
                <a:gd name="connsiteY1" fmla="*/ 1330445 h 1914642"/>
                <a:gd name="connsiteX2" fmla="*/ 628951 w 6968791"/>
                <a:gd name="connsiteY2" fmla="*/ 629405 h 1914642"/>
                <a:gd name="connsiteX3" fmla="*/ 1794811 w 6968791"/>
                <a:gd name="connsiteY3" fmla="*/ 408425 h 1914642"/>
                <a:gd name="connsiteX4" fmla="*/ 2762551 w 6968791"/>
                <a:gd name="connsiteY4" fmla="*/ 4565 h 1914642"/>
                <a:gd name="connsiteX5" fmla="*/ 4141771 w 6968791"/>
                <a:gd name="connsiteY5" fmla="*/ 522725 h 1914642"/>
                <a:gd name="connsiteX6" fmla="*/ 5681011 w 6968791"/>
                <a:gd name="connsiteY6" fmla="*/ 515105 h 1914642"/>
                <a:gd name="connsiteX7" fmla="*/ 6968791 w 6968791"/>
                <a:gd name="connsiteY7" fmla="*/ 888485 h 1914642"/>
                <a:gd name="connsiteX8" fmla="*/ 6953551 w 6968791"/>
                <a:gd name="connsiteY8" fmla="*/ 1693662 h 1914642"/>
                <a:gd name="connsiteX9" fmla="*/ 5292391 w 6968791"/>
                <a:gd name="connsiteY9" fmla="*/ 1345685 h 1914642"/>
                <a:gd name="connsiteX10" fmla="*/ 4751371 w 6968791"/>
                <a:gd name="connsiteY10" fmla="*/ 1894325 h 1914642"/>
                <a:gd name="connsiteX11" fmla="*/ 3669331 w 6968791"/>
                <a:gd name="connsiteY11" fmla="*/ 1269485 h 1914642"/>
                <a:gd name="connsiteX12" fmla="*/ 3334051 w 6968791"/>
                <a:gd name="connsiteY12" fmla="*/ 1315205 h 1914642"/>
                <a:gd name="connsiteX13" fmla="*/ 2046271 w 6968791"/>
                <a:gd name="connsiteY13" fmla="*/ 1498085 h 1914642"/>
                <a:gd name="connsiteX14" fmla="*/ 1276651 w 6968791"/>
                <a:gd name="connsiteY14" fmla="*/ 1437125 h 1914642"/>
                <a:gd name="connsiteX15" fmla="*/ 781351 w 6968791"/>
                <a:gd name="connsiteY15" fmla="*/ 1696205 h 1914642"/>
                <a:gd name="connsiteX16" fmla="*/ 560371 w 6968791"/>
                <a:gd name="connsiteY16" fmla="*/ 1914642 h 1914642"/>
                <a:gd name="connsiteX17" fmla="*/ 103171 w 6968791"/>
                <a:gd name="connsiteY17" fmla="*/ 1780025 h 1914642"/>
                <a:gd name="connsiteX0" fmla="*/ 103171 w 6968791"/>
                <a:gd name="connsiteY0" fmla="*/ 1780025 h 1914642"/>
                <a:gd name="connsiteX1" fmla="*/ 331771 w 6968791"/>
                <a:gd name="connsiteY1" fmla="*/ 1330445 h 1914642"/>
                <a:gd name="connsiteX2" fmla="*/ 628951 w 6968791"/>
                <a:gd name="connsiteY2" fmla="*/ 629405 h 1914642"/>
                <a:gd name="connsiteX3" fmla="*/ 1794811 w 6968791"/>
                <a:gd name="connsiteY3" fmla="*/ 408425 h 1914642"/>
                <a:gd name="connsiteX4" fmla="*/ 2762551 w 6968791"/>
                <a:gd name="connsiteY4" fmla="*/ 4565 h 1914642"/>
                <a:gd name="connsiteX5" fmla="*/ 4141771 w 6968791"/>
                <a:gd name="connsiteY5" fmla="*/ 522725 h 1914642"/>
                <a:gd name="connsiteX6" fmla="*/ 5681011 w 6968791"/>
                <a:gd name="connsiteY6" fmla="*/ 515105 h 1914642"/>
                <a:gd name="connsiteX7" fmla="*/ 6968791 w 6968791"/>
                <a:gd name="connsiteY7" fmla="*/ 888485 h 1914642"/>
                <a:gd name="connsiteX8" fmla="*/ 6953551 w 6968791"/>
                <a:gd name="connsiteY8" fmla="*/ 1693662 h 1914642"/>
                <a:gd name="connsiteX9" fmla="*/ 5292391 w 6968791"/>
                <a:gd name="connsiteY9" fmla="*/ 1345685 h 1914642"/>
                <a:gd name="connsiteX10" fmla="*/ 4751371 w 6968791"/>
                <a:gd name="connsiteY10" fmla="*/ 1894325 h 1914642"/>
                <a:gd name="connsiteX11" fmla="*/ 3669331 w 6968791"/>
                <a:gd name="connsiteY11" fmla="*/ 1269485 h 1914642"/>
                <a:gd name="connsiteX12" fmla="*/ 3334051 w 6968791"/>
                <a:gd name="connsiteY12" fmla="*/ 1315205 h 1914642"/>
                <a:gd name="connsiteX13" fmla="*/ 2046271 w 6968791"/>
                <a:gd name="connsiteY13" fmla="*/ 1498085 h 1914642"/>
                <a:gd name="connsiteX14" fmla="*/ 1276651 w 6968791"/>
                <a:gd name="connsiteY14" fmla="*/ 1437125 h 1914642"/>
                <a:gd name="connsiteX15" fmla="*/ 781351 w 6968791"/>
                <a:gd name="connsiteY15" fmla="*/ 1696205 h 1914642"/>
                <a:gd name="connsiteX16" fmla="*/ 560371 w 6968791"/>
                <a:gd name="connsiteY16" fmla="*/ 1914642 h 1914642"/>
                <a:gd name="connsiteX17" fmla="*/ 103171 w 6968791"/>
                <a:gd name="connsiteY17" fmla="*/ 1780025 h 1914642"/>
                <a:gd name="connsiteX0" fmla="*/ 103171 w 6968791"/>
                <a:gd name="connsiteY0" fmla="*/ 1845528 h 1980145"/>
                <a:gd name="connsiteX1" fmla="*/ 331771 w 6968791"/>
                <a:gd name="connsiteY1" fmla="*/ 1395948 h 1980145"/>
                <a:gd name="connsiteX2" fmla="*/ 628951 w 6968791"/>
                <a:gd name="connsiteY2" fmla="*/ 694908 h 1980145"/>
                <a:gd name="connsiteX3" fmla="*/ 1794811 w 6968791"/>
                <a:gd name="connsiteY3" fmla="*/ 473928 h 1980145"/>
                <a:gd name="connsiteX4" fmla="*/ 2762551 w 6968791"/>
                <a:gd name="connsiteY4" fmla="*/ 70068 h 1980145"/>
                <a:gd name="connsiteX5" fmla="*/ 4141771 w 6968791"/>
                <a:gd name="connsiteY5" fmla="*/ 588228 h 1980145"/>
                <a:gd name="connsiteX6" fmla="*/ 5681011 w 6968791"/>
                <a:gd name="connsiteY6" fmla="*/ 580608 h 1980145"/>
                <a:gd name="connsiteX7" fmla="*/ 6968791 w 6968791"/>
                <a:gd name="connsiteY7" fmla="*/ 953988 h 1980145"/>
                <a:gd name="connsiteX8" fmla="*/ 6953551 w 6968791"/>
                <a:gd name="connsiteY8" fmla="*/ 1759165 h 1980145"/>
                <a:gd name="connsiteX9" fmla="*/ 5292391 w 6968791"/>
                <a:gd name="connsiteY9" fmla="*/ 1411188 h 1980145"/>
                <a:gd name="connsiteX10" fmla="*/ 4751371 w 6968791"/>
                <a:gd name="connsiteY10" fmla="*/ 1959828 h 1980145"/>
                <a:gd name="connsiteX11" fmla="*/ 3669331 w 6968791"/>
                <a:gd name="connsiteY11" fmla="*/ 1334988 h 1980145"/>
                <a:gd name="connsiteX12" fmla="*/ 3334051 w 6968791"/>
                <a:gd name="connsiteY12" fmla="*/ 1380708 h 1980145"/>
                <a:gd name="connsiteX13" fmla="*/ 2046271 w 6968791"/>
                <a:gd name="connsiteY13" fmla="*/ 1563588 h 1980145"/>
                <a:gd name="connsiteX14" fmla="*/ 1276651 w 6968791"/>
                <a:gd name="connsiteY14" fmla="*/ 1502628 h 1980145"/>
                <a:gd name="connsiteX15" fmla="*/ 781351 w 6968791"/>
                <a:gd name="connsiteY15" fmla="*/ 1761708 h 1980145"/>
                <a:gd name="connsiteX16" fmla="*/ 560371 w 6968791"/>
                <a:gd name="connsiteY16" fmla="*/ 1980145 h 1980145"/>
                <a:gd name="connsiteX17" fmla="*/ 103171 w 6968791"/>
                <a:gd name="connsiteY17" fmla="*/ 1845528 h 1980145"/>
                <a:gd name="connsiteX0" fmla="*/ 103171 w 6968791"/>
                <a:gd name="connsiteY0" fmla="*/ 1878499 h 2013116"/>
                <a:gd name="connsiteX1" fmla="*/ 331771 w 6968791"/>
                <a:gd name="connsiteY1" fmla="*/ 1428919 h 2013116"/>
                <a:gd name="connsiteX2" fmla="*/ 628951 w 6968791"/>
                <a:gd name="connsiteY2" fmla="*/ 727879 h 2013116"/>
                <a:gd name="connsiteX3" fmla="*/ 1634791 w 6968791"/>
                <a:gd name="connsiteY3" fmla="*/ 453559 h 2013116"/>
                <a:gd name="connsiteX4" fmla="*/ 2762551 w 6968791"/>
                <a:gd name="connsiteY4" fmla="*/ 103039 h 2013116"/>
                <a:gd name="connsiteX5" fmla="*/ 4141771 w 6968791"/>
                <a:gd name="connsiteY5" fmla="*/ 621199 h 2013116"/>
                <a:gd name="connsiteX6" fmla="*/ 5681011 w 6968791"/>
                <a:gd name="connsiteY6" fmla="*/ 613579 h 2013116"/>
                <a:gd name="connsiteX7" fmla="*/ 6968791 w 6968791"/>
                <a:gd name="connsiteY7" fmla="*/ 986959 h 2013116"/>
                <a:gd name="connsiteX8" fmla="*/ 6953551 w 6968791"/>
                <a:gd name="connsiteY8" fmla="*/ 1792136 h 2013116"/>
                <a:gd name="connsiteX9" fmla="*/ 5292391 w 6968791"/>
                <a:gd name="connsiteY9" fmla="*/ 1444159 h 2013116"/>
                <a:gd name="connsiteX10" fmla="*/ 4751371 w 6968791"/>
                <a:gd name="connsiteY10" fmla="*/ 1992799 h 2013116"/>
                <a:gd name="connsiteX11" fmla="*/ 3669331 w 6968791"/>
                <a:gd name="connsiteY11" fmla="*/ 1367959 h 2013116"/>
                <a:gd name="connsiteX12" fmla="*/ 3334051 w 6968791"/>
                <a:gd name="connsiteY12" fmla="*/ 1413679 h 2013116"/>
                <a:gd name="connsiteX13" fmla="*/ 2046271 w 6968791"/>
                <a:gd name="connsiteY13" fmla="*/ 1596559 h 2013116"/>
                <a:gd name="connsiteX14" fmla="*/ 1276651 w 6968791"/>
                <a:gd name="connsiteY14" fmla="*/ 1535599 h 2013116"/>
                <a:gd name="connsiteX15" fmla="*/ 781351 w 6968791"/>
                <a:gd name="connsiteY15" fmla="*/ 1794679 h 2013116"/>
                <a:gd name="connsiteX16" fmla="*/ 560371 w 6968791"/>
                <a:gd name="connsiteY16" fmla="*/ 2013116 h 2013116"/>
                <a:gd name="connsiteX17" fmla="*/ 103171 w 6968791"/>
                <a:gd name="connsiteY17" fmla="*/ 1878499 h 2013116"/>
                <a:gd name="connsiteX0" fmla="*/ 103171 w 6968791"/>
                <a:gd name="connsiteY0" fmla="*/ 1780758 h 1915375"/>
                <a:gd name="connsiteX1" fmla="*/ 331771 w 6968791"/>
                <a:gd name="connsiteY1" fmla="*/ 1331178 h 1915375"/>
                <a:gd name="connsiteX2" fmla="*/ 628951 w 6968791"/>
                <a:gd name="connsiteY2" fmla="*/ 630138 h 1915375"/>
                <a:gd name="connsiteX3" fmla="*/ 1634791 w 6968791"/>
                <a:gd name="connsiteY3" fmla="*/ 355818 h 1915375"/>
                <a:gd name="connsiteX4" fmla="*/ 2762551 w 6968791"/>
                <a:gd name="connsiteY4" fmla="*/ 5298 h 1915375"/>
                <a:gd name="connsiteX5" fmla="*/ 4141771 w 6968791"/>
                <a:gd name="connsiteY5" fmla="*/ 523458 h 1915375"/>
                <a:gd name="connsiteX6" fmla="*/ 5681011 w 6968791"/>
                <a:gd name="connsiteY6" fmla="*/ 515838 h 1915375"/>
                <a:gd name="connsiteX7" fmla="*/ 6968791 w 6968791"/>
                <a:gd name="connsiteY7" fmla="*/ 889218 h 1915375"/>
                <a:gd name="connsiteX8" fmla="*/ 6953551 w 6968791"/>
                <a:gd name="connsiteY8" fmla="*/ 1694395 h 1915375"/>
                <a:gd name="connsiteX9" fmla="*/ 5292391 w 6968791"/>
                <a:gd name="connsiteY9" fmla="*/ 1346418 h 1915375"/>
                <a:gd name="connsiteX10" fmla="*/ 4751371 w 6968791"/>
                <a:gd name="connsiteY10" fmla="*/ 1895058 h 1915375"/>
                <a:gd name="connsiteX11" fmla="*/ 3669331 w 6968791"/>
                <a:gd name="connsiteY11" fmla="*/ 1270218 h 1915375"/>
                <a:gd name="connsiteX12" fmla="*/ 3334051 w 6968791"/>
                <a:gd name="connsiteY12" fmla="*/ 1315938 h 1915375"/>
                <a:gd name="connsiteX13" fmla="*/ 2046271 w 6968791"/>
                <a:gd name="connsiteY13" fmla="*/ 1498818 h 1915375"/>
                <a:gd name="connsiteX14" fmla="*/ 1276651 w 6968791"/>
                <a:gd name="connsiteY14" fmla="*/ 1437858 h 1915375"/>
                <a:gd name="connsiteX15" fmla="*/ 781351 w 6968791"/>
                <a:gd name="connsiteY15" fmla="*/ 1696938 h 1915375"/>
                <a:gd name="connsiteX16" fmla="*/ 560371 w 6968791"/>
                <a:gd name="connsiteY16" fmla="*/ 1915375 h 1915375"/>
                <a:gd name="connsiteX17" fmla="*/ 103171 w 6968791"/>
                <a:gd name="connsiteY17" fmla="*/ 1780758 h 1915375"/>
                <a:gd name="connsiteX0" fmla="*/ 103171 w 6968791"/>
                <a:gd name="connsiteY0" fmla="*/ 1817275 h 1951892"/>
                <a:gd name="connsiteX1" fmla="*/ 331771 w 6968791"/>
                <a:gd name="connsiteY1" fmla="*/ 1367695 h 1951892"/>
                <a:gd name="connsiteX2" fmla="*/ 628951 w 6968791"/>
                <a:gd name="connsiteY2" fmla="*/ 666655 h 1951892"/>
                <a:gd name="connsiteX3" fmla="*/ 1634791 w 6968791"/>
                <a:gd name="connsiteY3" fmla="*/ 392335 h 1951892"/>
                <a:gd name="connsiteX4" fmla="*/ 2762551 w 6968791"/>
                <a:gd name="connsiteY4" fmla="*/ 41815 h 1951892"/>
                <a:gd name="connsiteX5" fmla="*/ 4141771 w 6968791"/>
                <a:gd name="connsiteY5" fmla="*/ 559975 h 1951892"/>
                <a:gd name="connsiteX6" fmla="*/ 5681011 w 6968791"/>
                <a:gd name="connsiteY6" fmla="*/ 552355 h 1951892"/>
                <a:gd name="connsiteX7" fmla="*/ 6968791 w 6968791"/>
                <a:gd name="connsiteY7" fmla="*/ 925735 h 1951892"/>
                <a:gd name="connsiteX8" fmla="*/ 6953551 w 6968791"/>
                <a:gd name="connsiteY8" fmla="*/ 1730912 h 1951892"/>
                <a:gd name="connsiteX9" fmla="*/ 5292391 w 6968791"/>
                <a:gd name="connsiteY9" fmla="*/ 1382935 h 1951892"/>
                <a:gd name="connsiteX10" fmla="*/ 4751371 w 6968791"/>
                <a:gd name="connsiteY10" fmla="*/ 1931575 h 1951892"/>
                <a:gd name="connsiteX11" fmla="*/ 3669331 w 6968791"/>
                <a:gd name="connsiteY11" fmla="*/ 1306735 h 1951892"/>
                <a:gd name="connsiteX12" fmla="*/ 3334051 w 6968791"/>
                <a:gd name="connsiteY12" fmla="*/ 1352455 h 1951892"/>
                <a:gd name="connsiteX13" fmla="*/ 2046271 w 6968791"/>
                <a:gd name="connsiteY13" fmla="*/ 1535335 h 1951892"/>
                <a:gd name="connsiteX14" fmla="*/ 1276651 w 6968791"/>
                <a:gd name="connsiteY14" fmla="*/ 1474375 h 1951892"/>
                <a:gd name="connsiteX15" fmla="*/ 781351 w 6968791"/>
                <a:gd name="connsiteY15" fmla="*/ 1733455 h 1951892"/>
                <a:gd name="connsiteX16" fmla="*/ 560371 w 6968791"/>
                <a:gd name="connsiteY16" fmla="*/ 1951892 h 1951892"/>
                <a:gd name="connsiteX17" fmla="*/ 103171 w 6968791"/>
                <a:gd name="connsiteY17" fmla="*/ 1817275 h 1951892"/>
                <a:gd name="connsiteX0" fmla="*/ 103171 w 6968791"/>
                <a:gd name="connsiteY0" fmla="*/ 1939003 h 2073620"/>
                <a:gd name="connsiteX1" fmla="*/ 331771 w 6968791"/>
                <a:gd name="connsiteY1" fmla="*/ 1489423 h 2073620"/>
                <a:gd name="connsiteX2" fmla="*/ 628951 w 6968791"/>
                <a:gd name="connsiteY2" fmla="*/ 788383 h 2073620"/>
                <a:gd name="connsiteX3" fmla="*/ 1634791 w 6968791"/>
                <a:gd name="connsiteY3" fmla="*/ 514063 h 2073620"/>
                <a:gd name="connsiteX4" fmla="*/ 2762551 w 6968791"/>
                <a:gd name="connsiteY4" fmla="*/ 163543 h 2073620"/>
                <a:gd name="connsiteX5" fmla="*/ 4141771 w 6968791"/>
                <a:gd name="connsiteY5" fmla="*/ 681703 h 2073620"/>
                <a:gd name="connsiteX6" fmla="*/ 5681011 w 6968791"/>
                <a:gd name="connsiteY6" fmla="*/ 674083 h 2073620"/>
                <a:gd name="connsiteX7" fmla="*/ 6968791 w 6968791"/>
                <a:gd name="connsiteY7" fmla="*/ 1047463 h 2073620"/>
                <a:gd name="connsiteX8" fmla="*/ 6953551 w 6968791"/>
                <a:gd name="connsiteY8" fmla="*/ 1852640 h 2073620"/>
                <a:gd name="connsiteX9" fmla="*/ 5292391 w 6968791"/>
                <a:gd name="connsiteY9" fmla="*/ 1504663 h 2073620"/>
                <a:gd name="connsiteX10" fmla="*/ 4751371 w 6968791"/>
                <a:gd name="connsiteY10" fmla="*/ 2053303 h 2073620"/>
                <a:gd name="connsiteX11" fmla="*/ 3669331 w 6968791"/>
                <a:gd name="connsiteY11" fmla="*/ 1428463 h 2073620"/>
                <a:gd name="connsiteX12" fmla="*/ 3334051 w 6968791"/>
                <a:gd name="connsiteY12" fmla="*/ 1474183 h 2073620"/>
                <a:gd name="connsiteX13" fmla="*/ 2046271 w 6968791"/>
                <a:gd name="connsiteY13" fmla="*/ 1657063 h 2073620"/>
                <a:gd name="connsiteX14" fmla="*/ 1276651 w 6968791"/>
                <a:gd name="connsiteY14" fmla="*/ 1596103 h 2073620"/>
                <a:gd name="connsiteX15" fmla="*/ 781351 w 6968791"/>
                <a:gd name="connsiteY15" fmla="*/ 1855183 h 2073620"/>
                <a:gd name="connsiteX16" fmla="*/ 560371 w 6968791"/>
                <a:gd name="connsiteY16" fmla="*/ 2073620 h 2073620"/>
                <a:gd name="connsiteX17" fmla="*/ 103171 w 6968791"/>
                <a:gd name="connsiteY17" fmla="*/ 1939003 h 2073620"/>
                <a:gd name="connsiteX0" fmla="*/ 103171 w 6968791"/>
                <a:gd name="connsiteY0" fmla="*/ 1817276 h 1951893"/>
                <a:gd name="connsiteX1" fmla="*/ 331771 w 6968791"/>
                <a:gd name="connsiteY1" fmla="*/ 1367696 h 1951893"/>
                <a:gd name="connsiteX2" fmla="*/ 628951 w 6968791"/>
                <a:gd name="connsiteY2" fmla="*/ 666656 h 1951893"/>
                <a:gd name="connsiteX3" fmla="*/ 1634791 w 6968791"/>
                <a:gd name="connsiteY3" fmla="*/ 392336 h 1951893"/>
                <a:gd name="connsiteX4" fmla="*/ 1886251 w 6968791"/>
                <a:gd name="connsiteY4" fmla="*/ 377096 h 1951893"/>
                <a:gd name="connsiteX5" fmla="*/ 2762551 w 6968791"/>
                <a:gd name="connsiteY5" fmla="*/ 41816 h 1951893"/>
                <a:gd name="connsiteX6" fmla="*/ 4141771 w 6968791"/>
                <a:gd name="connsiteY6" fmla="*/ 559976 h 1951893"/>
                <a:gd name="connsiteX7" fmla="*/ 5681011 w 6968791"/>
                <a:gd name="connsiteY7" fmla="*/ 552356 h 1951893"/>
                <a:gd name="connsiteX8" fmla="*/ 6968791 w 6968791"/>
                <a:gd name="connsiteY8" fmla="*/ 925736 h 1951893"/>
                <a:gd name="connsiteX9" fmla="*/ 6953551 w 6968791"/>
                <a:gd name="connsiteY9" fmla="*/ 1730913 h 1951893"/>
                <a:gd name="connsiteX10" fmla="*/ 5292391 w 6968791"/>
                <a:gd name="connsiteY10" fmla="*/ 1382936 h 1951893"/>
                <a:gd name="connsiteX11" fmla="*/ 4751371 w 6968791"/>
                <a:gd name="connsiteY11" fmla="*/ 1931576 h 1951893"/>
                <a:gd name="connsiteX12" fmla="*/ 3669331 w 6968791"/>
                <a:gd name="connsiteY12" fmla="*/ 1306736 h 1951893"/>
                <a:gd name="connsiteX13" fmla="*/ 3334051 w 6968791"/>
                <a:gd name="connsiteY13" fmla="*/ 1352456 h 1951893"/>
                <a:gd name="connsiteX14" fmla="*/ 2046271 w 6968791"/>
                <a:gd name="connsiteY14" fmla="*/ 1535336 h 1951893"/>
                <a:gd name="connsiteX15" fmla="*/ 1276651 w 6968791"/>
                <a:gd name="connsiteY15" fmla="*/ 1474376 h 1951893"/>
                <a:gd name="connsiteX16" fmla="*/ 781351 w 6968791"/>
                <a:gd name="connsiteY16" fmla="*/ 1733456 h 1951893"/>
                <a:gd name="connsiteX17" fmla="*/ 560371 w 6968791"/>
                <a:gd name="connsiteY17" fmla="*/ 1951893 h 1951893"/>
                <a:gd name="connsiteX18" fmla="*/ 103171 w 6968791"/>
                <a:gd name="connsiteY18" fmla="*/ 1817276 h 1951893"/>
                <a:gd name="connsiteX0" fmla="*/ 103171 w 6968791"/>
                <a:gd name="connsiteY0" fmla="*/ 1931829 h 2066446"/>
                <a:gd name="connsiteX1" fmla="*/ 331771 w 6968791"/>
                <a:gd name="connsiteY1" fmla="*/ 1482249 h 2066446"/>
                <a:gd name="connsiteX2" fmla="*/ 628951 w 6968791"/>
                <a:gd name="connsiteY2" fmla="*/ 781209 h 2066446"/>
                <a:gd name="connsiteX3" fmla="*/ 1634791 w 6968791"/>
                <a:gd name="connsiteY3" fmla="*/ 506889 h 2066446"/>
                <a:gd name="connsiteX4" fmla="*/ 1886251 w 6968791"/>
                <a:gd name="connsiteY4" fmla="*/ 491649 h 2066446"/>
                <a:gd name="connsiteX5" fmla="*/ 2762551 w 6968791"/>
                <a:gd name="connsiteY5" fmla="*/ 156369 h 2066446"/>
                <a:gd name="connsiteX6" fmla="*/ 4141771 w 6968791"/>
                <a:gd name="connsiteY6" fmla="*/ 674529 h 2066446"/>
                <a:gd name="connsiteX7" fmla="*/ 5681011 w 6968791"/>
                <a:gd name="connsiteY7" fmla="*/ 666909 h 2066446"/>
                <a:gd name="connsiteX8" fmla="*/ 6968791 w 6968791"/>
                <a:gd name="connsiteY8" fmla="*/ 1040289 h 2066446"/>
                <a:gd name="connsiteX9" fmla="*/ 6953551 w 6968791"/>
                <a:gd name="connsiteY9" fmla="*/ 1845466 h 2066446"/>
                <a:gd name="connsiteX10" fmla="*/ 5292391 w 6968791"/>
                <a:gd name="connsiteY10" fmla="*/ 1497489 h 2066446"/>
                <a:gd name="connsiteX11" fmla="*/ 4751371 w 6968791"/>
                <a:gd name="connsiteY11" fmla="*/ 2046129 h 2066446"/>
                <a:gd name="connsiteX12" fmla="*/ 3669331 w 6968791"/>
                <a:gd name="connsiteY12" fmla="*/ 1421289 h 2066446"/>
                <a:gd name="connsiteX13" fmla="*/ 3334051 w 6968791"/>
                <a:gd name="connsiteY13" fmla="*/ 1467009 h 2066446"/>
                <a:gd name="connsiteX14" fmla="*/ 2046271 w 6968791"/>
                <a:gd name="connsiteY14" fmla="*/ 1649889 h 2066446"/>
                <a:gd name="connsiteX15" fmla="*/ 1276651 w 6968791"/>
                <a:gd name="connsiteY15" fmla="*/ 1588929 h 2066446"/>
                <a:gd name="connsiteX16" fmla="*/ 781351 w 6968791"/>
                <a:gd name="connsiteY16" fmla="*/ 1848009 h 2066446"/>
                <a:gd name="connsiteX17" fmla="*/ 560371 w 6968791"/>
                <a:gd name="connsiteY17" fmla="*/ 2066446 h 2066446"/>
                <a:gd name="connsiteX18" fmla="*/ 103171 w 6968791"/>
                <a:gd name="connsiteY18" fmla="*/ 1931829 h 2066446"/>
                <a:gd name="connsiteX0" fmla="*/ 103171 w 6968791"/>
                <a:gd name="connsiteY0" fmla="*/ 1948441 h 2083058"/>
                <a:gd name="connsiteX1" fmla="*/ 331771 w 6968791"/>
                <a:gd name="connsiteY1" fmla="*/ 1498861 h 2083058"/>
                <a:gd name="connsiteX2" fmla="*/ 628951 w 6968791"/>
                <a:gd name="connsiteY2" fmla="*/ 797821 h 2083058"/>
                <a:gd name="connsiteX3" fmla="*/ 1634791 w 6968791"/>
                <a:gd name="connsiteY3" fmla="*/ 523501 h 2083058"/>
                <a:gd name="connsiteX4" fmla="*/ 1886251 w 6968791"/>
                <a:gd name="connsiteY4" fmla="*/ 508261 h 2083058"/>
                <a:gd name="connsiteX5" fmla="*/ 2762551 w 6968791"/>
                <a:gd name="connsiteY5" fmla="*/ 172981 h 2083058"/>
                <a:gd name="connsiteX6" fmla="*/ 4141771 w 6968791"/>
                <a:gd name="connsiteY6" fmla="*/ 691141 h 2083058"/>
                <a:gd name="connsiteX7" fmla="*/ 5681011 w 6968791"/>
                <a:gd name="connsiteY7" fmla="*/ 683521 h 2083058"/>
                <a:gd name="connsiteX8" fmla="*/ 6968791 w 6968791"/>
                <a:gd name="connsiteY8" fmla="*/ 1056901 h 2083058"/>
                <a:gd name="connsiteX9" fmla="*/ 6953551 w 6968791"/>
                <a:gd name="connsiteY9" fmla="*/ 1862078 h 2083058"/>
                <a:gd name="connsiteX10" fmla="*/ 5292391 w 6968791"/>
                <a:gd name="connsiteY10" fmla="*/ 1514101 h 2083058"/>
                <a:gd name="connsiteX11" fmla="*/ 4751371 w 6968791"/>
                <a:gd name="connsiteY11" fmla="*/ 2062741 h 2083058"/>
                <a:gd name="connsiteX12" fmla="*/ 3669331 w 6968791"/>
                <a:gd name="connsiteY12" fmla="*/ 1437901 h 2083058"/>
                <a:gd name="connsiteX13" fmla="*/ 3334051 w 6968791"/>
                <a:gd name="connsiteY13" fmla="*/ 1483621 h 2083058"/>
                <a:gd name="connsiteX14" fmla="*/ 2046271 w 6968791"/>
                <a:gd name="connsiteY14" fmla="*/ 1666501 h 2083058"/>
                <a:gd name="connsiteX15" fmla="*/ 1276651 w 6968791"/>
                <a:gd name="connsiteY15" fmla="*/ 1605541 h 2083058"/>
                <a:gd name="connsiteX16" fmla="*/ 781351 w 6968791"/>
                <a:gd name="connsiteY16" fmla="*/ 1864621 h 2083058"/>
                <a:gd name="connsiteX17" fmla="*/ 560371 w 6968791"/>
                <a:gd name="connsiteY17" fmla="*/ 2083058 h 2083058"/>
                <a:gd name="connsiteX18" fmla="*/ 103171 w 6968791"/>
                <a:gd name="connsiteY18" fmla="*/ 1948441 h 2083058"/>
                <a:gd name="connsiteX0" fmla="*/ 103171 w 6968791"/>
                <a:gd name="connsiteY0" fmla="*/ 1994120 h 2128737"/>
                <a:gd name="connsiteX1" fmla="*/ 331771 w 6968791"/>
                <a:gd name="connsiteY1" fmla="*/ 1544540 h 2128737"/>
                <a:gd name="connsiteX2" fmla="*/ 628951 w 6968791"/>
                <a:gd name="connsiteY2" fmla="*/ 843500 h 2128737"/>
                <a:gd name="connsiteX3" fmla="*/ 1634791 w 6968791"/>
                <a:gd name="connsiteY3" fmla="*/ 569180 h 2128737"/>
                <a:gd name="connsiteX4" fmla="*/ 1985311 w 6968791"/>
                <a:gd name="connsiteY4" fmla="*/ 470120 h 2128737"/>
                <a:gd name="connsiteX5" fmla="*/ 2762551 w 6968791"/>
                <a:gd name="connsiteY5" fmla="*/ 218660 h 2128737"/>
                <a:gd name="connsiteX6" fmla="*/ 4141771 w 6968791"/>
                <a:gd name="connsiteY6" fmla="*/ 736820 h 2128737"/>
                <a:gd name="connsiteX7" fmla="*/ 5681011 w 6968791"/>
                <a:gd name="connsiteY7" fmla="*/ 729200 h 2128737"/>
                <a:gd name="connsiteX8" fmla="*/ 6968791 w 6968791"/>
                <a:gd name="connsiteY8" fmla="*/ 1102580 h 2128737"/>
                <a:gd name="connsiteX9" fmla="*/ 6953551 w 6968791"/>
                <a:gd name="connsiteY9" fmla="*/ 1907757 h 2128737"/>
                <a:gd name="connsiteX10" fmla="*/ 5292391 w 6968791"/>
                <a:gd name="connsiteY10" fmla="*/ 1559780 h 2128737"/>
                <a:gd name="connsiteX11" fmla="*/ 4751371 w 6968791"/>
                <a:gd name="connsiteY11" fmla="*/ 2108420 h 2128737"/>
                <a:gd name="connsiteX12" fmla="*/ 3669331 w 6968791"/>
                <a:gd name="connsiteY12" fmla="*/ 1483580 h 2128737"/>
                <a:gd name="connsiteX13" fmla="*/ 3334051 w 6968791"/>
                <a:gd name="connsiteY13" fmla="*/ 1529300 h 2128737"/>
                <a:gd name="connsiteX14" fmla="*/ 2046271 w 6968791"/>
                <a:gd name="connsiteY14" fmla="*/ 1712180 h 2128737"/>
                <a:gd name="connsiteX15" fmla="*/ 1276651 w 6968791"/>
                <a:gd name="connsiteY15" fmla="*/ 1651220 h 2128737"/>
                <a:gd name="connsiteX16" fmla="*/ 781351 w 6968791"/>
                <a:gd name="connsiteY16" fmla="*/ 1910300 h 2128737"/>
                <a:gd name="connsiteX17" fmla="*/ 560371 w 6968791"/>
                <a:gd name="connsiteY17" fmla="*/ 2128737 h 2128737"/>
                <a:gd name="connsiteX18" fmla="*/ 103171 w 6968791"/>
                <a:gd name="connsiteY18" fmla="*/ 1994120 h 2128737"/>
                <a:gd name="connsiteX0" fmla="*/ 103171 w 6968791"/>
                <a:gd name="connsiteY0" fmla="*/ 1994120 h 2128737"/>
                <a:gd name="connsiteX1" fmla="*/ 331771 w 6968791"/>
                <a:gd name="connsiteY1" fmla="*/ 1544540 h 2128737"/>
                <a:gd name="connsiteX2" fmla="*/ 628951 w 6968791"/>
                <a:gd name="connsiteY2" fmla="*/ 843500 h 2128737"/>
                <a:gd name="connsiteX3" fmla="*/ 1634791 w 6968791"/>
                <a:gd name="connsiteY3" fmla="*/ 569180 h 2128737"/>
                <a:gd name="connsiteX4" fmla="*/ 1985311 w 6968791"/>
                <a:gd name="connsiteY4" fmla="*/ 470120 h 2128737"/>
                <a:gd name="connsiteX5" fmla="*/ 2762551 w 6968791"/>
                <a:gd name="connsiteY5" fmla="*/ 218660 h 2128737"/>
                <a:gd name="connsiteX6" fmla="*/ 4141771 w 6968791"/>
                <a:gd name="connsiteY6" fmla="*/ 736820 h 2128737"/>
                <a:gd name="connsiteX7" fmla="*/ 5681011 w 6968791"/>
                <a:gd name="connsiteY7" fmla="*/ 729200 h 2128737"/>
                <a:gd name="connsiteX8" fmla="*/ 6968791 w 6968791"/>
                <a:gd name="connsiteY8" fmla="*/ 1102580 h 2128737"/>
                <a:gd name="connsiteX9" fmla="*/ 6953551 w 6968791"/>
                <a:gd name="connsiteY9" fmla="*/ 1907757 h 2128737"/>
                <a:gd name="connsiteX10" fmla="*/ 5292391 w 6968791"/>
                <a:gd name="connsiteY10" fmla="*/ 1559780 h 2128737"/>
                <a:gd name="connsiteX11" fmla="*/ 4751371 w 6968791"/>
                <a:gd name="connsiteY11" fmla="*/ 2108420 h 2128737"/>
                <a:gd name="connsiteX12" fmla="*/ 3669331 w 6968791"/>
                <a:gd name="connsiteY12" fmla="*/ 1483580 h 2128737"/>
                <a:gd name="connsiteX13" fmla="*/ 3334051 w 6968791"/>
                <a:gd name="connsiteY13" fmla="*/ 1529300 h 2128737"/>
                <a:gd name="connsiteX14" fmla="*/ 2046271 w 6968791"/>
                <a:gd name="connsiteY14" fmla="*/ 1712180 h 2128737"/>
                <a:gd name="connsiteX15" fmla="*/ 1276651 w 6968791"/>
                <a:gd name="connsiteY15" fmla="*/ 1651220 h 2128737"/>
                <a:gd name="connsiteX16" fmla="*/ 781351 w 6968791"/>
                <a:gd name="connsiteY16" fmla="*/ 1910300 h 2128737"/>
                <a:gd name="connsiteX17" fmla="*/ 560371 w 6968791"/>
                <a:gd name="connsiteY17" fmla="*/ 2128737 h 2128737"/>
                <a:gd name="connsiteX18" fmla="*/ 103171 w 6968791"/>
                <a:gd name="connsiteY18" fmla="*/ 1994120 h 2128737"/>
                <a:gd name="connsiteX0" fmla="*/ 103171 w 6968791"/>
                <a:gd name="connsiteY0" fmla="*/ 1994120 h 2128737"/>
                <a:gd name="connsiteX1" fmla="*/ 331771 w 6968791"/>
                <a:gd name="connsiteY1" fmla="*/ 1544540 h 2128737"/>
                <a:gd name="connsiteX2" fmla="*/ 628951 w 6968791"/>
                <a:gd name="connsiteY2" fmla="*/ 843500 h 2128737"/>
                <a:gd name="connsiteX3" fmla="*/ 1634791 w 6968791"/>
                <a:gd name="connsiteY3" fmla="*/ 569180 h 2128737"/>
                <a:gd name="connsiteX4" fmla="*/ 1985311 w 6968791"/>
                <a:gd name="connsiteY4" fmla="*/ 470120 h 2128737"/>
                <a:gd name="connsiteX5" fmla="*/ 2762551 w 6968791"/>
                <a:gd name="connsiteY5" fmla="*/ 218660 h 2128737"/>
                <a:gd name="connsiteX6" fmla="*/ 4141771 w 6968791"/>
                <a:gd name="connsiteY6" fmla="*/ 736820 h 2128737"/>
                <a:gd name="connsiteX7" fmla="*/ 5681011 w 6968791"/>
                <a:gd name="connsiteY7" fmla="*/ 729200 h 2128737"/>
                <a:gd name="connsiteX8" fmla="*/ 6968791 w 6968791"/>
                <a:gd name="connsiteY8" fmla="*/ 1102580 h 2128737"/>
                <a:gd name="connsiteX9" fmla="*/ 6953551 w 6968791"/>
                <a:gd name="connsiteY9" fmla="*/ 1907757 h 2128737"/>
                <a:gd name="connsiteX10" fmla="*/ 5292391 w 6968791"/>
                <a:gd name="connsiteY10" fmla="*/ 1559780 h 2128737"/>
                <a:gd name="connsiteX11" fmla="*/ 4751371 w 6968791"/>
                <a:gd name="connsiteY11" fmla="*/ 2108420 h 2128737"/>
                <a:gd name="connsiteX12" fmla="*/ 3669331 w 6968791"/>
                <a:gd name="connsiteY12" fmla="*/ 1483580 h 2128737"/>
                <a:gd name="connsiteX13" fmla="*/ 3334051 w 6968791"/>
                <a:gd name="connsiteY13" fmla="*/ 1529300 h 2128737"/>
                <a:gd name="connsiteX14" fmla="*/ 2046271 w 6968791"/>
                <a:gd name="connsiteY14" fmla="*/ 1712180 h 2128737"/>
                <a:gd name="connsiteX15" fmla="*/ 1276651 w 6968791"/>
                <a:gd name="connsiteY15" fmla="*/ 1651220 h 2128737"/>
                <a:gd name="connsiteX16" fmla="*/ 781351 w 6968791"/>
                <a:gd name="connsiteY16" fmla="*/ 1910300 h 2128737"/>
                <a:gd name="connsiteX17" fmla="*/ 560371 w 6968791"/>
                <a:gd name="connsiteY17" fmla="*/ 2128737 h 2128737"/>
                <a:gd name="connsiteX18" fmla="*/ 103171 w 6968791"/>
                <a:gd name="connsiteY18" fmla="*/ 1994120 h 2128737"/>
                <a:gd name="connsiteX0" fmla="*/ 103171 w 6968791"/>
                <a:gd name="connsiteY0" fmla="*/ 1994120 h 2128737"/>
                <a:gd name="connsiteX1" fmla="*/ 331771 w 6968791"/>
                <a:gd name="connsiteY1" fmla="*/ 1544540 h 2128737"/>
                <a:gd name="connsiteX2" fmla="*/ 628951 w 6968791"/>
                <a:gd name="connsiteY2" fmla="*/ 843500 h 2128737"/>
                <a:gd name="connsiteX3" fmla="*/ 1634791 w 6968791"/>
                <a:gd name="connsiteY3" fmla="*/ 569180 h 2128737"/>
                <a:gd name="connsiteX4" fmla="*/ 1985311 w 6968791"/>
                <a:gd name="connsiteY4" fmla="*/ 470120 h 2128737"/>
                <a:gd name="connsiteX5" fmla="*/ 2762551 w 6968791"/>
                <a:gd name="connsiteY5" fmla="*/ 218660 h 2128737"/>
                <a:gd name="connsiteX6" fmla="*/ 4141771 w 6968791"/>
                <a:gd name="connsiteY6" fmla="*/ 736820 h 2128737"/>
                <a:gd name="connsiteX7" fmla="*/ 5681011 w 6968791"/>
                <a:gd name="connsiteY7" fmla="*/ 729200 h 2128737"/>
                <a:gd name="connsiteX8" fmla="*/ 6968791 w 6968791"/>
                <a:gd name="connsiteY8" fmla="*/ 1102580 h 2128737"/>
                <a:gd name="connsiteX9" fmla="*/ 6953551 w 6968791"/>
                <a:gd name="connsiteY9" fmla="*/ 1907757 h 2128737"/>
                <a:gd name="connsiteX10" fmla="*/ 5292391 w 6968791"/>
                <a:gd name="connsiteY10" fmla="*/ 1559780 h 2128737"/>
                <a:gd name="connsiteX11" fmla="*/ 4751371 w 6968791"/>
                <a:gd name="connsiteY11" fmla="*/ 2108420 h 2128737"/>
                <a:gd name="connsiteX12" fmla="*/ 3669331 w 6968791"/>
                <a:gd name="connsiteY12" fmla="*/ 1483580 h 2128737"/>
                <a:gd name="connsiteX13" fmla="*/ 3334051 w 6968791"/>
                <a:gd name="connsiteY13" fmla="*/ 1529300 h 2128737"/>
                <a:gd name="connsiteX14" fmla="*/ 2046271 w 6968791"/>
                <a:gd name="connsiteY14" fmla="*/ 1712180 h 2128737"/>
                <a:gd name="connsiteX15" fmla="*/ 1276651 w 6968791"/>
                <a:gd name="connsiteY15" fmla="*/ 1651220 h 2128737"/>
                <a:gd name="connsiteX16" fmla="*/ 781351 w 6968791"/>
                <a:gd name="connsiteY16" fmla="*/ 1910300 h 2128737"/>
                <a:gd name="connsiteX17" fmla="*/ 560371 w 6968791"/>
                <a:gd name="connsiteY17" fmla="*/ 2128737 h 2128737"/>
                <a:gd name="connsiteX18" fmla="*/ 103171 w 6968791"/>
                <a:gd name="connsiteY18" fmla="*/ 1994120 h 2128737"/>
                <a:gd name="connsiteX0" fmla="*/ 103171 w 6968791"/>
                <a:gd name="connsiteY0" fmla="*/ 1942246 h 2076863"/>
                <a:gd name="connsiteX1" fmla="*/ 331771 w 6968791"/>
                <a:gd name="connsiteY1" fmla="*/ 1492666 h 2076863"/>
                <a:gd name="connsiteX2" fmla="*/ 628951 w 6968791"/>
                <a:gd name="connsiteY2" fmla="*/ 791626 h 2076863"/>
                <a:gd name="connsiteX3" fmla="*/ 1634791 w 6968791"/>
                <a:gd name="connsiteY3" fmla="*/ 517306 h 2076863"/>
                <a:gd name="connsiteX4" fmla="*/ 1985311 w 6968791"/>
                <a:gd name="connsiteY4" fmla="*/ 418246 h 2076863"/>
                <a:gd name="connsiteX5" fmla="*/ 2762551 w 6968791"/>
                <a:gd name="connsiteY5" fmla="*/ 166786 h 2076863"/>
                <a:gd name="connsiteX6" fmla="*/ 4141771 w 6968791"/>
                <a:gd name="connsiteY6" fmla="*/ 684946 h 2076863"/>
                <a:gd name="connsiteX7" fmla="*/ 5681011 w 6968791"/>
                <a:gd name="connsiteY7" fmla="*/ 677326 h 2076863"/>
                <a:gd name="connsiteX8" fmla="*/ 6968791 w 6968791"/>
                <a:gd name="connsiteY8" fmla="*/ 1050706 h 2076863"/>
                <a:gd name="connsiteX9" fmla="*/ 6953551 w 6968791"/>
                <a:gd name="connsiteY9" fmla="*/ 1855883 h 2076863"/>
                <a:gd name="connsiteX10" fmla="*/ 5292391 w 6968791"/>
                <a:gd name="connsiteY10" fmla="*/ 1507906 h 2076863"/>
                <a:gd name="connsiteX11" fmla="*/ 4751371 w 6968791"/>
                <a:gd name="connsiteY11" fmla="*/ 2056546 h 2076863"/>
                <a:gd name="connsiteX12" fmla="*/ 3669331 w 6968791"/>
                <a:gd name="connsiteY12" fmla="*/ 1431706 h 2076863"/>
                <a:gd name="connsiteX13" fmla="*/ 3334051 w 6968791"/>
                <a:gd name="connsiteY13" fmla="*/ 1477426 h 2076863"/>
                <a:gd name="connsiteX14" fmla="*/ 2046271 w 6968791"/>
                <a:gd name="connsiteY14" fmla="*/ 1660306 h 2076863"/>
                <a:gd name="connsiteX15" fmla="*/ 1276651 w 6968791"/>
                <a:gd name="connsiteY15" fmla="*/ 1599346 h 2076863"/>
                <a:gd name="connsiteX16" fmla="*/ 781351 w 6968791"/>
                <a:gd name="connsiteY16" fmla="*/ 1858426 h 2076863"/>
                <a:gd name="connsiteX17" fmla="*/ 560371 w 6968791"/>
                <a:gd name="connsiteY17" fmla="*/ 2076863 h 2076863"/>
                <a:gd name="connsiteX18" fmla="*/ 103171 w 6968791"/>
                <a:gd name="connsiteY18" fmla="*/ 1942246 h 2076863"/>
                <a:gd name="connsiteX0" fmla="*/ 103171 w 6968791"/>
                <a:gd name="connsiteY0" fmla="*/ 1942246 h 2076863"/>
                <a:gd name="connsiteX1" fmla="*/ 331771 w 6968791"/>
                <a:gd name="connsiteY1" fmla="*/ 1492666 h 2076863"/>
                <a:gd name="connsiteX2" fmla="*/ 628951 w 6968791"/>
                <a:gd name="connsiteY2" fmla="*/ 791626 h 2076863"/>
                <a:gd name="connsiteX3" fmla="*/ 1634791 w 6968791"/>
                <a:gd name="connsiteY3" fmla="*/ 517306 h 2076863"/>
                <a:gd name="connsiteX4" fmla="*/ 1985311 w 6968791"/>
                <a:gd name="connsiteY4" fmla="*/ 418246 h 2076863"/>
                <a:gd name="connsiteX5" fmla="*/ 2762551 w 6968791"/>
                <a:gd name="connsiteY5" fmla="*/ 166786 h 2076863"/>
                <a:gd name="connsiteX6" fmla="*/ 3753151 w 6968791"/>
                <a:gd name="connsiteY6" fmla="*/ 403007 h 2076863"/>
                <a:gd name="connsiteX7" fmla="*/ 4141771 w 6968791"/>
                <a:gd name="connsiteY7" fmla="*/ 684946 h 2076863"/>
                <a:gd name="connsiteX8" fmla="*/ 5681011 w 6968791"/>
                <a:gd name="connsiteY8" fmla="*/ 677326 h 2076863"/>
                <a:gd name="connsiteX9" fmla="*/ 6968791 w 6968791"/>
                <a:gd name="connsiteY9" fmla="*/ 1050706 h 2076863"/>
                <a:gd name="connsiteX10" fmla="*/ 6953551 w 6968791"/>
                <a:gd name="connsiteY10" fmla="*/ 1855883 h 2076863"/>
                <a:gd name="connsiteX11" fmla="*/ 5292391 w 6968791"/>
                <a:gd name="connsiteY11" fmla="*/ 1507906 h 2076863"/>
                <a:gd name="connsiteX12" fmla="*/ 4751371 w 6968791"/>
                <a:gd name="connsiteY12" fmla="*/ 2056546 h 2076863"/>
                <a:gd name="connsiteX13" fmla="*/ 3669331 w 6968791"/>
                <a:gd name="connsiteY13" fmla="*/ 1431706 h 2076863"/>
                <a:gd name="connsiteX14" fmla="*/ 3334051 w 6968791"/>
                <a:gd name="connsiteY14" fmla="*/ 1477426 h 2076863"/>
                <a:gd name="connsiteX15" fmla="*/ 2046271 w 6968791"/>
                <a:gd name="connsiteY15" fmla="*/ 1660306 h 2076863"/>
                <a:gd name="connsiteX16" fmla="*/ 1276651 w 6968791"/>
                <a:gd name="connsiteY16" fmla="*/ 1599346 h 2076863"/>
                <a:gd name="connsiteX17" fmla="*/ 781351 w 6968791"/>
                <a:gd name="connsiteY17" fmla="*/ 1858426 h 2076863"/>
                <a:gd name="connsiteX18" fmla="*/ 560371 w 6968791"/>
                <a:gd name="connsiteY18" fmla="*/ 2076863 h 2076863"/>
                <a:gd name="connsiteX19" fmla="*/ 103171 w 6968791"/>
                <a:gd name="connsiteY19" fmla="*/ 1942246 h 2076863"/>
                <a:gd name="connsiteX0" fmla="*/ 103171 w 6968791"/>
                <a:gd name="connsiteY0" fmla="*/ 2063363 h 2197980"/>
                <a:gd name="connsiteX1" fmla="*/ 331771 w 6968791"/>
                <a:gd name="connsiteY1" fmla="*/ 1613783 h 2197980"/>
                <a:gd name="connsiteX2" fmla="*/ 628951 w 6968791"/>
                <a:gd name="connsiteY2" fmla="*/ 912743 h 2197980"/>
                <a:gd name="connsiteX3" fmla="*/ 1634791 w 6968791"/>
                <a:gd name="connsiteY3" fmla="*/ 638423 h 2197980"/>
                <a:gd name="connsiteX4" fmla="*/ 1985311 w 6968791"/>
                <a:gd name="connsiteY4" fmla="*/ 539363 h 2197980"/>
                <a:gd name="connsiteX5" fmla="*/ 2762551 w 6968791"/>
                <a:gd name="connsiteY5" fmla="*/ 287903 h 2197980"/>
                <a:gd name="connsiteX6" fmla="*/ 3753151 w 6968791"/>
                <a:gd name="connsiteY6" fmla="*/ 524124 h 2197980"/>
                <a:gd name="connsiteX7" fmla="*/ 4141771 w 6968791"/>
                <a:gd name="connsiteY7" fmla="*/ 806063 h 2197980"/>
                <a:gd name="connsiteX8" fmla="*/ 5681011 w 6968791"/>
                <a:gd name="connsiteY8" fmla="*/ 798443 h 2197980"/>
                <a:gd name="connsiteX9" fmla="*/ 6968791 w 6968791"/>
                <a:gd name="connsiteY9" fmla="*/ 1171823 h 2197980"/>
                <a:gd name="connsiteX10" fmla="*/ 6953551 w 6968791"/>
                <a:gd name="connsiteY10" fmla="*/ 1977000 h 2197980"/>
                <a:gd name="connsiteX11" fmla="*/ 5292391 w 6968791"/>
                <a:gd name="connsiteY11" fmla="*/ 1629023 h 2197980"/>
                <a:gd name="connsiteX12" fmla="*/ 4751371 w 6968791"/>
                <a:gd name="connsiteY12" fmla="*/ 2177663 h 2197980"/>
                <a:gd name="connsiteX13" fmla="*/ 3669331 w 6968791"/>
                <a:gd name="connsiteY13" fmla="*/ 1552823 h 2197980"/>
                <a:gd name="connsiteX14" fmla="*/ 3334051 w 6968791"/>
                <a:gd name="connsiteY14" fmla="*/ 1598543 h 2197980"/>
                <a:gd name="connsiteX15" fmla="*/ 2046271 w 6968791"/>
                <a:gd name="connsiteY15" fmla="*/ 1781423 h 2197980"/>
                <a:gd name="connsiteX16" fmla="*/ 1276651 w 6968791"/>
                <a:gd name="connsiteY16" fmla="*/ 1720463 h 2197980"/>
                <a:gd name="connsiteX17" fmla="*/ 781351 w 6968791"/>
                <a:gd name="connsiteY17" fmla="*/ 1979543 h 2197980"/>
                <a:gd name="connsiteX18" fmla="*/ 560371 w 6968791"/>
                <a:gd name="connsiteY18" fmla="*/ 2197980 h 2197980"/>
                <a:gd name="connsiteX19" fmla="*/ 103171 w 6968791"/>
                <a:gd name="connsiteY19" fmla="*/ 2063363 h 2197980"/>
                <a:gd name="connsiteX0" fmla="*/ 103171 w 6968791"/>
                <a:gd name="connsiteY0" fmla="*/ 2238004 h 2372621"/>
                <a:gd name="connsiteX1" fmla="*/ 331771 w 6968791"/>
                <a:gd name="connsiteY1" fmla="*/ 1788424 h 2372621"/>
                <a:gd name="connsiteX2" fmla="*/ 628951 w 6968791"/>
                <a:gd name="connsiteY2" fmla="*/ 1087384 h 2372621"/>
                <a:gd name="connsiteX3" fmla="*/ 1634791 w 6968791"/>
                <a:gd name="connsiteY3" fmla="*/ 813064 h 2372621"/>
                <a:gd name="connsiteX4" fmla="*/ 1985311 w 6968791"/>
                <a:gd name="connsiteY4" fmla="*/ 714004 h 2372621"/>
                <a:gd name="connsiteX5" fmla="*/ 2762551 w 6968791"/>
                <a:gd name="connsiteY5" fmla="*/ 462544 h 2372621"/>
                <a:gd name="connsiteX6" fmla="*/ 3753151 w 6968791"/>
                <a:gd name="connsiteY6" fmla="*/ 698765 h 2372621"/>
                <a:gd name="connsiteX7" fmla="*/ 4141771 w 6968791"/>
                <a:gd name="connsiteY7" fmla="*/ 980704 h 2372621"/>
                <a:gd name="connsiteX8" fmla="*/ 5681011 w 6968791"/>
                <a:gd name="connsiteY8" fmla="*/ 973084 h 2372621"/>
                <a:gd name="connsiteX9" fmla="*/ 6968791 w 6968791"/>
                <a:gd name="connsiteY9" fmla="*/ 1346464 h 2372621"/>
                <a:gd name="connsiteX10" fmla="*/ 6953551 w 6968791"/>
                <a:gd name="connsiteY10" fmla="*/ 2151641 h 2372621"/>
                <a:gd name="connsiteX11" fmla="*/ 5292391 w 6968791"/>
                <a:gd name="connsiteY11" fmla="*/ 1803664 h 2372621"/>
                <a:gd name="connsiteX12" fmla="*/ 4751371 w 6968791"/>
                <a:gd name="connsiteY12" fmla="*/ 2352304 h 2372621"/>
                <a:gd name="connsiteX13" fmla="*/ 3669331 w 6968791"/>
                <a:gd name="connsiteY13" fmla="*/ 1727464 h 2372621"/>
                <a:gd name="connsiteX14" fmla="*/ 3334051 w 6968791"/>
                <a:gd name="connsiteY14" fmla="*/ 1773184 h 2372621"/>
                <a:gd name="connsiteX15" fmla="*/ 2046271 w 6968791"/>
                <a:gd name="connsiteY15" fmla="*/ 1956064 h 2372621"/>
                <a:gd name="connsiteX16" fmla="*/ 1276651 w 6968791"/>
                <a:gd name="connsiteY16" fmla="*/ 1895104 h 2372621"/>
                <a:gd name="connsiteX17" fmla="*/ 781351 w 6968791"/>
                <a:gd name="connsiteY17" fmla="*/ 2154184 h 2372621"/>
                <a:gd name="connsiteX18" fmla="*/ 560371 w 6968791"/>
                <a:gd name="connsiteY18" fmla="*/ 2372621 h 2372621"/>
                <a:gd name="connsiteX19" fmla="*/ 103171 w 6968791"/>
                <a:gd name="connsiteY19" fmla="*/ 2238004 h 2372621"/>
                <a:gd name="connsiteX0" fmla="*/ 103171 w 6968791"/>
                <a:gd name="connsiteY0" fmla="*/ 2238004 h 2372621"/>
                <a:gd name="connsiteX1" fmla="*/ 331771 w 6968791"/>
                <a:gd name="connsiteY1" fmla="*/ 1788424 h 2372621"/>
                <a:gd name="connsiteX2" fmla="*/ 628951 w 6968791"/>
                <a:gd name="connsiteY2" fmla="*/ 1087384 h 2372621"/>
                <a:gd name="connsiteX3" fmla="*/ 1634791 w 6968791"/>
                <a:gd name="connsiteY3" fmla="*/ 813064 h 2372621"/>
                <a:gd name="connsiteX4" fmla="*/ 1985311 w 6968791"/>
                <a:gd name="connsiteY4" fmla="*/ 714004 h 2372621"/>
                <a:gd name="connsiteX5" fmla="*/ 2762551 w 6968791"/>
                <a:gd name="connsiteY5" fmla="*/ 462544 h 2372621"/>
                <a:gd name="connsiteX6" fmla="*/ 3753151 w 6968791"/>
                <a:gd name="connsiteY6" fmla="*/ 698765 h 2372621"/>
                <a:gd name="connsiteX7" fmla="*/ 4141771 w 6968791"/>
                <a:gd name="connsiteY7" fmla="*/ 980704 h 2372621"/>
                <a:gd name="connsiteX8" fmla="*/ 5681011 w 6968791"/>
                <a:gd name="connsiteY8" fmla="*/ 973084 h 2372621"/>
                <a:gd name="connsiteX9" fmla="*/ 6968791 w 6968791"/>
                <a:gd name="connsiteY9" fmla="*/ 1346464 h 2372621"/>
                <a:gd name="connsiteX10" fmla="*/ 6953551 w 6968791"/>
                <a:gd name="connsiteY10" fmla="*/ 2151641 h 2372621"/>
                <a:gd name="connsiteX11" fmla="*/ 5292391 w 6968791"/>
                <a:gd name="connsiteY11" fmla="*/ 1803664 h 2372621"/>
                <a:gd name="connsiteX12" fmla="*/ 4751371 w 6968791"/>
                <a:gd name="connsiteY12" fmla="*/ 2352304 h 2372621"/>
                <a:gd name="connsiteX13" fmla="*/ 3669331 w 6968791"/>
                <a:gd name="connsiteY13" fmla="*/ 1727464 h 2372621"/>
                <a:gd name="connsiteX14" fmla="*/ 3334051 w 6968791"/>
                <a:gd name="connsiteY14" fmla="*/ 1773184 h 2372621"/>
                <a:gd name="connsiteX15" fmla="*/ 2046271 w 6968791"/>
                <a:gd name="connsiteY15" fmla="*/ 1956064 h 2372621"/>
                <a:gd name="connsiteX16" fmla="*/ 1276651 w 6968791"/>
                <a:gd name="connsiteY16" fmla="*/ 1895104 h 2372621"/>
                <a:gd name="connsiteX17" fmla="*/ 781351 w 6968791"/>
                <a:gd name="connsiteY17" fmla="*/ 2154184 h 2372621"/>
                <a:gd name="connsiteX18" fmla="*/ 560371 w 6968791"/>
                <a:gd name="connsiteY18" fmla="*/ 2372621 h 2372621"/>
                <a:gd name="connsiteX19" fmla="*/ 103171 w 6968791"/>
                <a:gd name="connsiteY19" fmla="*/ 2238004 h 2372621"/>
                <a:gd name="connsiteX0" fmla="*/ 103171 w 6968791"/>
                <a:gd name="connsiteY0" fmla="*/ 2238004 h 2372621"/>
                <a:gd name="connsiteX1" fmla="*/ 331771 w 6968791"/>
                <a:gd name="connsiteY1" fmla="*/ 1788424 h 2372621"/>
                <a:gd name="connsiteX2" fmla="*/ 628951 w 6968791"/>
                <a:gd name="connsiteY2" fmla="*/ 1087384 h 2372621"/>
                <a:gd name="connsiteX3" fmla="*/ 1634791 w 6968791"/>
                <a:gd name="connsiteY3" fmla="*/ 813064 h 2372621"/>
                <a:gd name="connsiteX4" fmla="*/ 1985311 w 6968791"/>
                <a:gd name="connsiteY4" fmla="*/ 714004 h 2372621"/>
                <a:gd name="connsiteX5" fmla="*/ 2762551 w 6968791"/>
                <a:gd name="connsiteY5" fmla="*/ 462544 h 2372621"/>
                <a:gd name="connsiteX6" fmla="*/ 3753151 w 6968791"/>
                <a:gd name="connsiteY6" fmla="*/ 698765 h 2372621"/>
                <a:gd name="connsiteX7" fmla="*/ 4141771 w 6968791"/>
                <a:gd name="connsiteY7" fmla="*/ 980704 h 2372621"/>
                <a:gd name="connsiteX8" fmla="*/ 4576111 w 6968791"/>
                <a:gd name="connsiteY8" fmla="*/ 843546 h 2372621"/>
                <a:gd name="connsiteX9" fmla="*/ 5681011 w 6968791"/>
                <a:gd name="connsiteY9" fmla="*/ 973084 h 2372621"/>
                <a:gd name="connsiteX10" fmla="*/ 6968791 w 6968791"/>
                <a:gd name="connsiteY10" fmla="*/ 1346464 h 2372621"/>
                <a:gd name="connsiteX11" fmla="*/ 6953551 w 6968791"/>
                <a:gd name="connsiteY11" fmla="*/ 2151641 h 2372621"/>
                <a:gd name="connsiteX12" fmla="*/ 5292391 w 6968791"/>
                <a:gd name="connsiteY12" fmla="*/ 1803664 h 2372621"/>
                <a:gd name="connsiteX13" fmla="*/ 4751371 w 6968791"/>
                <a:gd name="connsiteY13" fmla="*/ 2352304 h 2372621"/>
                <a:gd name="connsiteX14" fmla="*/ 3669331 w 6968791"/>
                <a:gd name="connsiteY14" fmla="*/ 1727464 h 2372621"/>
                <a:gd name="connsiteX15" fmla="*/ 3334051 w 6968791"/>
                <a:gd name="connsiteY15" fmla="*/ 1773184 h 2372621"/>
                <a:gd name="connsiteX16" fmla="*/ 2046271 w 6968791"/>
                <a:gd name="connsiteY16" fmla="*/ 1956064 h 2372621"/>
                <a:gd name="connsiteX17" fmla="*/ 1276651 w 6968791"/>
                <a:gd name="connsiteY17" fmla="*/ 1895104 h 2372621"/>
                <a:gd name="connsiteX18" fmla="*/ 781351 w 6968791"/>
                <a:gd name="connsiteY18" fmla="*/ 2154184 h 2372621"/>
                <a:gd name="connsiteX19" fmla="*/ 560371 w 6968791"/>
                <a:gd name="connsiteY19" fmla="*/ 2372621 h 2372621"/>
                <a:gd name="connsiteX20" fmla="*/ 103171 w 6968791"/>
                <a:gd name="connsiteY20" fmla="*/ 2238004 h 2372621"/>
                <a:gd name="connsiteX0" fmla="*/ 103171 w 6968791"/>
                <a:gd name="connsiteY0" fmla="*/ 2238004 h 2372621"/>
                <a:gd name="connsiteX1" fmla="*/ 331771 w 6968791"/>
                <a:gd name="connsiteY1" fmla="*/ 1788424 h 2372621"/>
                <a:gd name="connsiteX2" fmla="*/ 628951 w 6968791"/>
                <a:gd name="connsiteY2" fmla="*/ 1087384 h 2372621"/>
                <a:gd name="connsiteX3" fmla="*/ 1634791 w 6968791"/>
                <a:gd name="connsiteY3" fmla="*/ 813064 h 2372621"/>
                <a:gd name="connsiteX4" fmla="*/ 1985311 w 6968791"/>
                <a:gd name="connsiteY4" fmla="*/ 714004 h 2372621"/>
                <a:gd name="connsiteX5" fmla="*/ 2762551 w 6968791"/>
                <a:gd name="connsiteY5" fmla="*/ 462544 h 2372621"/>
                <a:gd name="connsiteX6" fmla="*/ 3753151 w 6968791"/>
                <a:gd name="connsiteY6" fmla="*/ 698765 h 2372621"/>
                <a:gd name="connsiteX7" fmla="*/ 4141771 w 6968791"/>
                <a:gd name="connsiteY7" fmla="*/ 980704 h 2372621"/>
                <a:gd name="connsiteX8" fmla="*/ 4576111 w 6968791"/>
                <a:gd name="connsiteY8" fmla="*/ 843546 h 2372621"/>
                <a:gd name="connsiteX9" fmla="*/ 5681011 w 6968791"/>
                <a:gd name="connsiteY9" fmla="*/ 973084 h 2372621"/>
                <a:gd name="connsiteX10" fmla="*/ 6968791 w 6968791"/>
                <a:gd name="connsiteY10" fmla="*/ 1346464 h 2372621"/>
                <a:gd name="connsiteX11" fmla="*/ 6953551 w 6968791"/>
                <a:gd name="connsiteY11" fmla="*/ 2151641 h 2372621"/>
                <a:gd name="connsiteX12" fmla="*/ 5292391 w 6968791"/>
                <a:gd name="connsiteY12" fmla="*/ 1803664 h 2372621"/>
                <a:gd name="connsiteX13" fmla="*/ 4751371 w 6968791"/>
                <a:gd name="connsiteY13" fmla="*/ 2352304 h 2372621"/>
                <a:gd name="connsiteX14" fmla="*/ 3669331 w 6968791"/>
                <a:gd name="connsiteY14" fmla="*/ 1727464 h 2372621"/>
                <a:gd name="connsiteX15" fmla="*/ 3334051 w 6968791"/>
                <a:gd name="connsiteY15" fmla="*/ 1773184 h 2372621"/>
                <a:gd name="connsiteX16" fmla="*/ 2046271 w 6968791"/>
                <a:gd name="connsiteY16" fmla="*/ 1956064 h 2372621"/>
                <a:gd name="connsiteX17" fmla="*/ 1276651 w 6968791"/>
                <a:gd name="connsiteY17" fmla="*/ 1895104 h 2372621"/>
                <a:gd name="connsiteX18" fmla="*/ 781351 w 6968791"/>
                <a:gd name="connsiteY18" fmla="*/ 2154184 h 2372621"/>
                <a:gd name="connsiteX19" fmla="*/ 560371 w 6968791"/>
                <a:gd name="connsiteY19" fmla="*/ 2372621 h 2372621"/>
                <a:gd name="connsiteX20" fmla="*/ 103171 w 6968791"/>
                <a:gd name="connsiteY20" fmla="*/ 2238004 h 2372621"/>
                <a:gd name="connsiteX0" fmla="*/ 103171 w 6968791"/>
                <a:gd name="connsiteY0" fmla="*/ 2238004 h 2372621"/>
                <a:gd name="connsiteX1" fmla="*/ 331771 w 6968791"/>
                <a:gd name="connsiteY1" fmla="*/ 1788424 h 2372621"/>
                <a:gd name="connsiteX2" fmla="*/ 628951 w 6968791"/>
                <a:gd name="connsiteY2" fmla="*/ 1087384 h 2372621"/>
                <a:gd name="connsiteX3" fmla="*/ 1634791 w 6968791"/>
                <a:gd name="connsiteY3" fmla="*/ 813064 h 2372621"/>
                <a:gd name="connsiteX4" fmla="*/ 1985311 w 6968791"/>
                <a:gd name="connsiteY4" fmla="*/ 714004 h 2372621"/>
                <a:gd name="connsiteX5" fmla="*/ 2762551 w 6968791"/>
                <a:gd name="connsiteY5" fmla="*/ 462544 h 2372621"/>
                <a:gd name="connsiteX6" fmla="*/ 3753151 w 6968791"/>
                <a:gd name="connsiteY6" fmla="*/ 698765 h 2372621"/>
                <a:gd name="connsiteX7" fmla="*/ 4141771 w 6968791"/>
                <a:gd name="connsiteY7" fmla="*/ 980704 h 2372621"/>
                <a:gd name="connsiteX8" fmla="*/ 4576111 w 6968791"/>
                <a:gd name="connsiteY8" fmla="*/ 843546 h 2372621"/>
                <a:gd name="connsiteX9" fmla="*/ 5681011 w 6968791"/>
                <a:gd name="connsiteY9" fmla="*/ 973084 h 2372621"/>
                <a:gd name="connsiteX10" fmla="*/ 6968791 w 6968791"/>
                <a:gd name="connsiteY10" fmla="*/ 1346464 h 2372621"/>
                <a:gd name="connsiteX11" fmla="*/ 6953551 w 6968791"/>
                <a:gd name="connsiteY11" fmla="*/ 2151641 h 2372621"/>
                <a:gd name="connsiteX12" fmla="*/ 5292391 w 6968791"/>
                <a:gd name="connsiteY12" fmla="*/ 1803664 h 2372621"/>
                <a:gd name="connsiteX13" fmla="*/ 4751371 w 6968791"/>
                <a:gd name="connsiteY13" fmla="*/ 2352304 h 2372621"/>
                <a:gd name="connsiteX14" fmla="*/ 3669331 w 6968791"/>
                <a:gd name="connsiteY14" fmla="*/ 1727464 h 2372621"/>
                <a:gd name="connsiteX15" fmla="*/ 3334051 w 6968791"/>
                <a:gd name="connsiteY15" fmla="*/ 1773184 h 2372621"/>
                <a:gd name="connsiteX16" fmla="*/ 2046271 w 6968791"/>
                <a:gd name="connsiteY16" fmla="*/ 1956064 h 2372621"/>
                <a:gd name="connsiteX17" fmla="*/ 1276651 w 6968791"/>
                <a:gd name="connsiteY17" fmla="*/ 1895104 h 2372621"/>
                <a:gd name="connsiteX18" fmla="*/ 781351 w 6968791"/>
                <a:gd name="connsiteY18" fmla="*/ 2154184 h 2372621"/>
                <a:gd name="connsiteX19" fmla="*/ 560371 w 6968791"/>
                <a:gd name="connsiteY19" fmla="*/ 2372621 h 2372621"/>
                <a:gd name="connsiteX20" fmla="*/ 103171 w 6968791"/>
                <a:gd name="connsiteY20" fmla="*/ 2238004 h 2372621"/>
                <a:gd name="connsiteX0" fmla="*/ 103171 w 6968791"/>
                <a:gd name="connsiteY0" fmla="*/ 2238004 h 2372621"/>
                <a:gd name="connsiteX1" fmla="*/ 331771 w 6968791"/>
                <a:gd name="connsiteY1" fmla="*/ 1788424 h 2372621"/>
                <a:gd name="connsiteX2" fmla="*/ 628951 w 6968791"/>
                <a:gd name="connsiteY2" fmla="*/ 1087384 h 2372621"/>
                <a:gd name="connsiteX3" fmla="*/ 1634791 w 6968791"/>
                <a:gd name="connsiteY3" fmla="*/ 813064 h 2372621"/>
                <a:gd name="connsiteX4" fmla="*/ 1985311 w 6968791"/>
                <a:gd name="connsiteY4" fmla="*/ 714004 h 2372621"/>
                <a:gd name="connsiteX5" fmla="*/ 2762551 w 6968791"/>
                <a:gd name="connsiteY5" fmla="*/ 462544 h 2372621"/>
                <a:gd name="connsiteX6" fmla="*/ 3753151 w 6968791"/>
                <a:gd name="connsiteY6" fmla="*/ 698765 h 2372621"/>
                <a:gd name="connsiteX7" fmla="*/ 4141771 w 6968791"/>
                <a:gd name="connsiteY7" fmla="*/ 980704 h 2372621"/>
                <a:gd name="connsiteX8" fmla="*/ 4576111 w 6968791"/>
                <a:gd name="connsiteY8" fmla="*/ 843546 h 2372621"/>
                <a:gd name="connsiteX9" fmla="*/ 5681011 w 6968791"/>
                <a:gd name="connsiteY9" fmla="*/ 973084 h 2372621"/>
                <a:gd name="connsiteX10" fmla="*/ 6968791 w 6968791"/>
                <a:gd name="connsiteY10" fmla="*/ 1346464 h 2372621"/>
                <a:gd name="connsiteX11" fmla="*/ 6953551 w 6968791"/>
                <a:gd name="connsiteY11" fmla="*/ 2151641 h 2372621"/>
                <a:gd name="connsiteX12" fmla="*/ 5292391 w 6968791"/>
                <a:gd name="connsiteY12" fmla="*/ 1803664 h 2372621"/>
                <a:gd name="connsiteX13" fmla="*/ 4751371 w 6968791"/>
                <a:gd name="connsiteY13" fmla="*/ 2352304 h 2372621"/>
                <a:gd name="connsiteX14" fmla="*/ 3669331 w 6968791"/>
                <a:gd name="connsiteY14" fmla="*/ 1727464 h 2372621"/>
                <a:gd name="connsiteX15" fmla="*/ 3334051 w 6968791"/>
                <a:gd name="connsiteY15" fmla="*/ 1773184 h 2372621"/>
                <a:gd name="connsiteX16" fmla="*/ 2046271 w 6968791"/>
                <a:gd name="connsiteY16" fmla="*/ 1956064 h 2372621"/>
                <a:gd name="connsiteX17" fmla="*/ 1276651 w 6968791"/>
                <a:gd name="connsiteY17" fmla="*/ 1895104 h 2372621"/>
                <a:gd name="connsiteX18" fmla="*/ 781351 w 6968791"/>
                <a:gd name="connsiteY18" fmla="*/ 2154184 h 2372621"/>
                <a:gd name="connsiteX19" fmla="*/ 560371 w 6968791"/>
                <a:gd name="connsiteY19" fmla="*/ 2372621 h 2372621"/>
                <a:gd name="connsiteX20" fmla="*/ 103171 w 6968791"/>
                <a:gd name="connsiteY20" fmla="*/ 2238004 h 2372621"/>
                <a:gd name="connsiteX0" fmla="*/ 103171 w 6968791"/>
                <a:gd name="connsiteY0" fmla="*/ 2238004 h 2372621"/>
                <a:gd name="connsiteX1" fmla="*/ 331771 w 6968791"/>
                <a:gd name="connsiteY1" fmla="*/ 1788424 h 2372621"/>
                <a:gd name="connsiteX2" fmla="*/ 628951 w 6968791"/>
                <a:gd name="connsiteY2" fmla="*/ 1087384 h 2372621"/>
                <a:gd name="connsiteX3" fmla="*/ 1634791 w 6968791"/>
                <a:gd name="connsiteY3" fmla="*/ 813064 h 2372621"/>
                <a:gd name="connsiteX4" fmla="*/ 1985311 w 6968791"/>
                <a:gd name="connsiteY4" fmla="*/ 714004 h 2372621"/>
                <a:gd name="connsiteX5" fmla="*/ 2762551 w 6968791"/>
                <a:gd name="connsiteY5" fmla="*/ 462544 h 2372621"/>
                <a:gd name="connsiteX6" fmla="*/ 3753151 w 6968791"/>
                <a:gd name="connsiteY6" fmla="*/ 698765 h 2372621"/>
                <a:gd name="connsiteX7" fmla="*/ 4141771 w 6968791"/>
                <a:gd name="connsiteY7" fmla="*/ 980704 h 2372621"/>
                <a:gd name="connsiteX8" fmla="*/ 4576111 w 6968791"/>
                <a:gd name="connsiteY8" fmla="*/ 843546 h 2372621"/>
                <a:gd name="connsiteX9" fmla="*/ 5665771 w 6968791"/>
                <a:gd name="connsiteY9" fmla="*/ 973084 h 2372621"/>
                <a:gd name="connsiteX10" fmla="*/ 6968791 w 6968791"/>
                <a:gd name="connsiteY10" fmla="*/ 1346464 h 2372621"/>
                <a:gd name="connsiteX11" fmla="*/ 6953551 w 6968791"/>
                <a:gd name="connsiteY11" fmla="*/ 2151641 h 2372621"/>
                <a:gd name="connsiteX12" fmla="*/ 5292391 w 6968791"/>
                <a:gd name="connsiteY12" fmla="*/ 1803664 h 2372621"/>
                <a:gd name="connsiteX13" fmla="*/ 4751371 w 6968791"/>
                <a:gd name="connsiteY13" fmla="*/ 2352304 h 2372621"/>
                <a:gd name="connsiteX14" fmla="*/ 3669331 w 6968791"/>
                <a:gd name="connsiteY14" fmla="*/ 1727464 h 2372621"/>
                <a:gd name="connsiteX15" fmla="*/ 3334051 w 6968791"/>
                <a:gd name="connsiteY15" fmla="*/ 1773184 h 2372621"/>
                <a:gd name="connsiteX16" fmla="*/ 2046271 w 6968791"/>
                <a:gd name="connsiteY16" fmla="*/ 1956064 h 2372621"/>
                <a:gd name="connsiteX17" fmla="*/ 1276651 w 6968791"/>
                <a:gd name="connsiteY17" fmla="*/ 1895104 h 2372621"/>
                <a:gd name="connsiteX18" fmla="*/ 781351 w 6968791"/>
                <a:gd name="connsiteY18" fmla="*/ 2154184 h 2372621"/>
                <a:gd name="connsiteX19" fmla="*/ 560371 w 6968791"/>
                <a:gd name="connsiteY19" fmla="*/ 2372621 h 2372621"/>
                <a:gd name="connsiteX20" fmla="*/ 103171 w 6968791"/>
                <a:gd name="connsiteY20" fmla="*/ 2238004 h 2372621"/>
                <a:gd name="connsiteX0" fmla="*/ 103171 w 6968791"/>
                <a:gd name="connsiteY0" fmla="*/ 2238004 h 2372621"/>
                <a:gd name="connsiteX1" fmla="*/ 331771 w 6968791"/>
                <a:gd name="connsiteY1" fmla="*/ 1788424 h 2372621"/>
                <a:gd name="connsiteX2" fmla="*/ 628951 w 6968791"/>
                <a:gd name="connsiteY2" fmla="*/ 1087384 h 2372621"/>
                <a:gd name="connsiteX3" fmla="*/ 1634791 w 6968791"/>
                <a:gd name="connsiteY3" fmla="*/ 813064 h 2372621"/>
                <a:gd name="connsiteX4" fmla="*/ 1985311 w 6968791"/>
                <a:gd name="connsiteY4" fmla="*/ 714004 h 2372621"/>
                <a:gd name="connsiteX5" fmla="*/ 2762551 w 6968791"/>
                <a:gd name="connsiteY5" fmla="*/ 462544 h 2372621"/>
                <a:gd name="connsiteX6" fmla="*/ 3753151 w 6968791"/>
                <a:gd name="connsiteY6" fmla="*/ 698765 h 2372621"/>
                <a:gd name="connsiteX7" fmla="*/ 4141771 w 6968791"/>
                <a:gd name="connsiteY7" fmla="*/ 980704 h 2372621"/>
                <a:gd name="connsiteX8" fmla="*/ 4576111 w 6968791"/>
                <a:gd name="connsiteY8" fmla="*/ 843546 h 2372621"/>
                <a:gd name="connsiteX9" fmla="*/ 5665771 w 6968791"/>
                <a:gd name="connsiteY9" fmla="*/ 973084 h 2372621"/>
                <a:gd name="connsiteX10" fmla="*/ 6968791 w 6968791"/>
                <a:gd name="connsiteY10" fmla="*/ 1346464 h 2372621"/>
                <a:gd name="connsiteX11" fmla="*/ 6953551 w 6968791"/>
                <a:gd name="connsiteY11" fmla="*/ 2151641 h 2372621"/>
                <a:gd name="connsiteX12" fmla="*/ 5292391 w 6968791"/>
                <a:gd name="connsiteY12" fmla="*/ 1803664 h 2372621"/>
                <a:gd name="connsiteX13" fmla="*/ 4751371 w 6968791"/>
                <a:gd name="connsiteY13" fmla="*/ 2352304 h 2372621"/>
                <a:gd name="connsiteX14" fmla="*/ 3669331 w 6968791"/>
                <a:gd name="connsiteY14" fmla="*/ 1727464 h 2372621"/>
                <a:gd name="connsiteX15" fmla="*/ 3334051 w 6968791"/>
                <a:gd name="connsiteY15" fmla="*/ 1773184 h 2372621"/>
                <a:gd name="connsiteX16" fmla="*/ 2046271 w 6968791"/>
                <a:gd name="connsiteY16" fmla="*/ 1956064 h 2372621"/>
                <a:gd name="connsiteX17" fmla="*/ 1276651 w 6968791"/>
                <a:gd name="connsiteY17" fmla="*/ 1895104 h 2372621"/>
                <a:gd name="connsiteX18" fmla="*/ 781351 w 6968791"/>
                <a:gd name="connsiteY18" fmla="*/ 2154184 h 2372621"/>
                <a:gd name="connsiteX19" fmla="*/ 560371 w 6968791"/>
                <a:gd name="connsiteY19" fmla="*/ 2372621 h 2372621"/>
                <a:gd name="connsiteX20" fmla="*/ 103171 w 6968791"/>
                <a:gd name="connsiteY20" fmla="*/ 2238004 h 2372621"/>
                <a:gd name="connsiteX0" fmla="*/ 103171 w 6993593"/>
                <a:gd name="connsiteY0" fmla="*/ 2238004 h 2372621"/>
                <a:gd name="connsiteX1" fmla="*/ 331771 w 6993593"/>
                <a:gd name="connsiteY1" fmla="*/ 1788424 h 2372621"/>
                <a:gd name="connsiteX2" fmla="*/ 628951 w 6993593"/>
                <a:gd name="connsiteY2" fmla="*/ 1087384 h 2372621"/>
                <a:gd name="connsiteX3" fmla="*/ 1634791 w 6993593"/>
                <a:gd name="connsiteY3" fmla="*/ 813064 h 2372621"/>
                <a:gd name="connsiteX4" fmla="*/ 1985311 w 6993593"/>
                <a:gd name="connsiteY4" fmla="*/ 714004 h 2372621"/>
                <a:gd name="connsiteX5" fmla="*/ 2762551 w 6993593"/>
                <a:gd name="connsiteY5" fmla="*/ 462544 h 2372621"/>
                <a:gd name="connsiteX6" fmla="*/ 3753151 w 6993593"/>
                <a:gd name="connsiteY6" fmla="*/ 698765 h 2372621"/>
                <a:gd name="connsiteX7" fmla="*/ 4141771 w 6993593"/>
                <a:gd name="connsiteY7" fmla="*/ 980704 h 2372621"/>
                <a:gd name="connsiteX8" fmla="*/ 4576111 w 6993593"/>
                <a:gd name="connsiteY8" fmla="*/ 843546 h 2372621"/>
                <a:gd name="connsiteX9" fmla="*/ 5665771 w 6993593"/>
                <a:gd name="connsiteY9" fmla="*/ 973084 h 2372621"/>
                <a:gd name="connsiteX10" fmla="*/ 6968791 w 6993593"/>
                <a:gd name="connsiteY10" fmla="*/ 1346464 h 2372621"/>
                <a:gd name="connsiteX11" fmla="*/ 6953551 w 6993593"/>
                <a:gd name="connsiteY11" fmla="*/ 2151641 h 2372621"/>
                <a:gd name="connsiteX12" fmla="*/ 5292391 w 6993593"/>
                <a:gd name="connsiteY12" fmla="*/ 1803664 h 2372621"/>
                <a:gd name="connsiteX13" fmla="*/ 4751371 w 6993593"/>
                <a:gd name="connsiteY13" fmla="*/ 2352304 h 2372621"/>
                <a:gd name="connsiteX14" fmla="*/ 3669331 w 6993593"/>
                <a:gd name="connsiteY14" fmla="*/ 1727464 h 2372621"/>
                <a:gd name="connsiteX15" fmla="*/ 3334051 w 6993593"/>
                <a:gd name="connsiteY15" fmla="*/ 1773184 h 2372621"/>
                <a:gd name="connsiteX16" fmla="*/ 2046271 w 6993593"/>
                <a:gd name="connsiteY16" fmla="*/ 1956064 h 2372621"/>
                <a:gd name="connsiteX17" fmla="*/ 1276651 w 6993593"/>
                <a:gd name="connsiteY17" fmla="*/ 1895104 h 2372621"/>
                <a:gd name="connsiteX18" fmla="*/ 781351 w 6993593"/>
                <a:gd name="connsiteY18" fmla="*/ 2154184 h 2372621"/>
                <a:gd name="connsiteX19" fmla="*/ 560371 w 6993593"/>
                <a:gd name="connsiteY19" fmla="*/ 2372621 h 2372621"/>
                <a:gd name="connsiteX20" fmla="*/ 103171 w 6993593"/>
                <a:gd name="connsiteY20" fmla="*/ 2238004 h 2372621"/>
                <a:gd name="connsiteX0" fmla="*/ 103171 w 7295630"/>
                <a:gd name="connsiteY0" fmla="*/ 2238004 h 2372621"/>
                <a:gd name="connsiteX1" fmla="*/ 331771 w 7295630"/>
                <a:gd name="connsiteY1" fmla="*/ 1788424 h 2372621"/>
                <a:gd name="connsiteX2" fmla="*/ 628951 w 7295630"/>
                <a:gd name="connsiteY2" fmla="*/ 1087384 h 2372621"/>
                <a:gd name="connsiteX3" fmla="*/ 1634791 w 7295630"/>
                <a:gd name="connsiteY3" fmla="*/ 813064 h 2372621"/>
                <a:gd name="connsiteX4" fmla="*/ 1985311 w 7295630"/>
                <a:gd name="connsiteY4" fmla="*/ 714004 h 2372621"/>
                <a:gd name="connsiteX5" fmla="*/ 2762551 w 7295630"/>
                <a:gd name="connsiteY5" fmla="*/ 462544 h 2372621"/>
                <a:gd name="connsiteX6" fmla="*/ 3753151 w 7295630"/>
                <a:gd name="connsiteY6" fmla="*/ 698765 h 2372621"/>
                <a:gd name="connsiteX7" fmla="*/ 4141771 w 7295630"/>
                <a:gd name="connsiteY7" fmla="*/ 980704 h 2372621"/>
                <a:gd name="connsiteX8" fmla="*/ 4576111 w 7295630"/>
                <a:gd name="connsiteY8" fmla="*/ 843546 h 2372621"/>
                <a:gd name="connsiteX9" fmla="*/ 5665771 w 7295630"/>
                <a:gd name="connsiteY9" fmla="*/ 973084 h 2372621"/>
                <a:gd name="connsiteX10" fmla="*/ 6968791 w 7295630"/>
                <a:gd name="connsiteY10" fmla="*/ 1346464 h 2372621"/>
                <a:gd name="connsiteX11" fmla="*/ 6953551 w 7295630"/>
                <a:gd name="connsiteY11" fmla="*/ 2151641 h 2372621"/>
                <a:gd name="connsiteX12" fmla="*/ 5292391 w 7295630"/>
                <a:gd name="connsiteY12" fmla="*/ 1803664 h 2372621"/>
                <a:gd name="connsiteX13" fmla="*/ 4751371 w 7295630"/>
                <a:gd name="connsiteY13" fmla="*/ 2352304 h 2372621"/>
                <a:gd name="connsiteX14" fmla="*/ 3669331 w 7295630"/>
                <a:gd name="connsiteY14" fmla="*/ 1727464 h 2372621"/>
                <a:gd name="connsiteX15" fmla="*/ 3334051 w 7295630"/>
                <a:gd name="connsiteY15" fmla="*/ 1773184 h 2372621"/>
                <a:gd name="connsiteX16" fmla="*/ 2046271 w 7295630"/>
                <a:gd name="connsiteY16" fmla="*/ 1956064 h 2372621"/>
                <a:gd name="connsiteX17" fmla="*/ 1276651 w 7295630"/>
                <a:gd name="connsiteY17" fmla="*/ 1895104 h 2372621"/>
                <a:gd name="connsiteX18" fmla="*/ 781351 w 7295630"/>
                <a:gd name="connsiteY18" fmla="*/ 2154184 h 2372621"/>
                <a:gd name="connsiteX19" fmla="*/ 560371 w 7295630"/>
                <a:gd name="connsiteY19" fmla="*/ 2372621 h 2372621"/>
                <a:gd name="connsiteX20" fmla="*/ 103171 w 7295630"/>
                <a:gd name="connsiteY20" fmla="*/ 2238004 h 2372621"/>
                <a:gd name="connsiteX0" fmla="*/ 103171 w 7316582"/>
                <a:gd name="connsiteY0" fmla="*/ 2238004 h 2372621"/>
                <a:gd name="connsiteX1" fmla="*/ 331771 w 7316582"/>
                <a:gd name="connsiteY1" fmla="*/ 1788424 h 2372621"/>
                <a:gd name="connsiteX2" fmla="*/ 628951 w 7316582"/>
                <a:gd name="connsiteY2" fmla="*/ 1087384 h 2372621"/>
                <a:gd name="connsiteX3" fmla="*/ 1634791 w 7316582"/>
                <a:gd name="connsiteY3" fmla="*/ 813064 h 2372621"/>
                <a:gd name="connsiteX4" fmla="*/ 1985311 w 7316582"/>
                <a:gd name="connsiteY4" fmla="*/ 714004 h 2372621"/>
                <a:gd name="connsiteX5" fmla="*/ 2762551 w 7316582"/>
                <a:gd name="connsiteY5" fmla="*/ 462544 h 2372621"/>
                <a:gd name="connsiteX6" fmla="*/ 3753151 w 7316582"/>
                <a:gd name="connsiteY6" fmla="*/ 698765 h 2372621"/>
                <a:gd name="connsiteX7" fmla="*/ 4141771 w 7316582"/>
                <a:gd name="connsiteY7" fmla="*/ 980704 h 2372621"/>
                <a:gd name="connsiteX8" fmla="*/ 4576111 w 7316582"/>
                <a:gd name="connsiteY8" fmla="*/ 843546 h 2372621"/>
                <a:gd name="connsiteX9" fmla="*/ 5665771 w 7316582"/>
                <a:gd name="connsiteY9" fmla="*/ 973084 h 2372621"/>
                <a:gd name="connsiteX10" fmla="*/ 6968791 w 7316582"/>
                <a:gd name="connsiteY10" fmla="*/ 1346464 h 2372621"/>
                <a:gd name="connsiteX11" fmla="*/ 6953551 w 7316582"/>
                <a:gd name="connsiteY11" fmla="*/ 2151641 h 2372621"/>
                <a:gd name="connsiteX12" fmla="*/ 5292391 w 7316582"/>
                <a:gd name="connsiteY12" fmla="*/ 1803664 h 2372621"/>
                <a:gd name="connsiteX13" fmla="*/ 4751371 w 7316582"/>
                <a:gd name="connsiteY13" fmla="*/ 2352304 h 2372621"/>
                <a:gd name="connsiteX14" fmla="*/ 3669331 w 7316582"/>
                <a:gd name="connsiteY14" fmla="*/ 1727464 h 2372621"/>
                <a:gd name="connsiteX15" fmla="*/ 3334051 w 7316582"/>
                <a:gd name="connsiteY15" fmla="*/ 1773184 h 2372621"/>
                <a:gd name="connsiteX16" fmla="*/ 2046271 w 7316582"/>
                <a:gd name="connsiteY16" fmla="*/ 1956064 h 2372621"/>
                <a:gd name="connsiteX17" fmla="*/ 1276651 w 7316582"/>
                <a:gd name="connsiteY17" fmla="*/ 1895104 h 2372621"/>
                <a:gd name="connsiteX18" fmla="*/ 781351 w 7316582"/>
                <a:gd name="connsiteY18" fmla="*/ 2154184 h 2372621"/>
                <a:gd name="connsiteX19" fmla="*/ 560371 w 7316582"/>
                <a:gd name="connsiteY19" fmla="*/ 2372621 h 2372621"/>
                <a:gd name="connsiteX20" fmla="*/ 103171 w 7316582"/>
                <a:gd name="connsiteY20" fmla="*/ 2238004 h 2372621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9331 w 7316582"/>
                <a:gd name="connsiteY14" fmla="*/ 1727464 h 2378724"/>
                <a:gd name="connsiteX15" fmla="*/ 3334051 w 7316582"/>
                <a:gd name="connsiteY15" fmla="*/ 1773184 h 2378724"/>
                <a:gd name="connsiteX16" fmla="*/ 2046271 w 7316582"/>
                <a:gd name="connsiteY16" fmla="*/ 1956064 h 2378724"/>
                <a:gd name="connsiteX17" fmla="*/ 1276651 w 7316582"/>
                <a:gd name="connsiteY17" fmla="*/ 1895104 h 2378724"/>
                <a:gd name="connsiteX18" fmla="*/ 781351 w 7316582"/>
                <a:gd name="connsiteY18" fmla="*/ 2154184 h 2378724"/>
                <a:gd name="connsiteX19" fmla="*/ 560371 w 7316582"/>
                <a:gd name="connsiteY19" fmla="*/ 2372621 h 2378724"/>
                <a:gd name="connsiteX20" fmla="*/ 103171 w 7316582"/>
                <a:gd name="connsiteY20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9331 w 7316582"/>
                <a:gd name="connsiteY14" fmla="*/ 1727464 h 2378724"/>
                <a:gd name="connsiteX15" fmla="*/ 3334051 w 7316582"/>
                <a:gd name="connsiteY15" fmla="*/ 1773184 h 2378724"/>
                <a:gd name="connsiteX16" fmla="*/ 2046271 w 7316582"/>
                <a:gd name="connsiteY16" fmla="*/ 1956064 h 2378724"/>
                <a:gd name="connsiteX17" fmla="*/ 1276651 w 7316582"/>
                <a:gd name="connsiteY17" fmla="*/ 1895104 h 2378724"/>
                <a:gd name="connsiteX18" fmla="*/ 781351 w 7316582"/>
                <a:gd name="connsiteY18" fmla="*/ 2154184 h 2378724"/>
                <a:gd name="connsiteX19" fmla="*/ 560371 w 7316582"/>
                <a:gd name="connsiteY19" fmla="*/ 2372621 h 2378724"/>
                <a:gd name="connsiteX20" fmla="*/ 103171 w 7316582"/>
                <a:gd name="connsiteY20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9331 w 7316582"/>
                <a:gd name="connsiteY14" fmla="*/ 1727464 h 2378724"/>
                <a:gd name="connsiteX15" fmla="*/ 3334051 w 7316582"/>
                <a:gd name="connsiteY15" fmla="*/ 1773184 h 2378724"/>
                <a:gd name="connsiteX16" fmla="*/ 2046271 w 7316582"/>
                <a:gd name="connsiteY16" fmla="*/ 1956064 h 2378724"/>
                <a:gd name="connsiteX17" fmla="*/ 1276651 w 7316582"/>
                <a:gd name="connsiteY17" fmla="*/ 1895104 h 2378724"/>
                <a:gd name="connsiteX18" fmla="*/ 781351 w 7316582"/>
                <a:gd name="connsiteY18" fmla="*/ 2154184 h 2378724"/>
                <a:gd name="connsiteX19" fmla="*/ 560371 w 7316582"/>
                <a:gd name="connsiteY19" fmla="*/ 2372621 h 2378724"/>
                <a:gd name="connsiteX20" fmla="*/ 103171 w 7316582"/>
                <a:gd name="connsiteY20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9331 w 7316582"/>
                <a:gd name="connsiteY14" fmla="*/ 1727464 h 2378724"/>
                <a:gd name="connsiteX15" fmla="*/ 3334051 w 7316582"/>
                <a:gd name="connsiteY15" fmla="*/ 1773184 h 2378724"/>
                <a:gd name="connsiteX16" fmla="*/ 2046271 w 7316582"/>
                <a:gd name="connsiteY16" fmla="*/ 1956064 h 2378724"/>
                <a:gd name="connsiteX17" fmla="*/ 1276651 w 7316582"/>
                <a:gd name="connsiteY17" fmla="*/ 1895104 h 2378724"/>
                <a:gd name="connsiteX18" fmla="*/ 781351 w 7316582"/>
                <a:gd name="connsiteY18" fmla="*/ 2154184 h 2378724"/>
                <a:gd name="connsiteX19" fmla="*/ 560371 w 7316582"/>
                <a:gd name="connsiteY19" fmla="*/ 2372621 h 2378724"/>
                <a:gd name="connsiteX20" fmla="*/ 103171 w 7316582"/>
                <a:gd name="connsiteY20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9331 w 7316582"/>
                <a:gd name="connsiteY14" fmla="*/ 1727464 h 2378724"/>
                <a:gd name="connsiteX15" fmla="*/ 3334051 w 7316582"/>
                <a:gd name="connsiteY15" fmla="*/ 1773184 h 2378724"/>
                <a:gd name="connsiteX16" fmla="*/ 2046271 w 7316582"/>
                <a:gd name="connsiteY16" fmla="*/ 1956064 h 2378724"/>
                <a:gd name="connsiteX17" fmla="*/ 1276651 w 7316582"/>
                <a:gd name="connsiteY17" fmla="*/ 1895104 h 2378724"/>
                <a:gd name="connsiteX18" fmla="*/ 781351 w 7316582"/>
                <a:gd name="connsiteY18" fmla="*/ 2154184 h 2378724"/>
                <a:gd name="connsiteX19" fmla="*/ 560371 w 7316582"/>
                <a:gd name="connsiteY19" fmla="*/ 2372621 h 2378724"/>
                <a:gd name="connsiteX20" fmla="*/ 103171 w 7316582"/>
                <a:gd name="connsiteY20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046271 w 7316582"/>
                <a:gd name="connsiteY16" fmla="*/ 1956064 h 2378724"/>
                <a:gd name="connsiteX17" fmla="*/ 1276651 w 7316582"/>
                <a:gd name="connsiteY17" fmla="*/ 1895104 h 2378724"/>
                <a:gd name="connsiteX18" fmla="*/ 781351 w 7316582"/>
                <a:gd name="connsiteY18" fmla="*/ 2154184 h 2378724"/>
                <a:gd name="connsiteX19" fmla="*/ 560371 w 7316582"/>
                <a:gd name="connsiteY19" fmla="*/ 2372621 h 2378724"/>
                <a:gd name="connsiteX20" fmla="*/ 103171 w 7316582"/>
                <a:gd name="connsiteY20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046271 w 7316582"/>
                <a:gd name="connsiteY16" fmla="*/ 1956064 h 2378724"/>
                <a:gd name="connsiteX17" fmla="*/ 1276651 w 7316582"/>
                <a:gd name="connsiteY17" fmla="*/ 1895104 h 2378724"/>
                <a:gd name="connsiteX18" fmla="*/ 781351 w 7316582"/>
                <a:gd name="connsiteY18" fmla="*/ 2154184 h 2378724"/>
                <a:gd name="connsiteX19" fmla="*/ 560371 w 7316582"/>
                <a:gd name="connsiteY19" fmla="*/ 2372621 h 2378724"/>
                <a:gd name="connsiteX20" fmla="*/ 103171 w 7316582"/>
                <a:gd name="connsiteY20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046271 w 7316582"/>
                <a:gd name="connsiteY16" fmla="*/ 1956064 h 2378724"/>
                <a:gd name="connsiteX17" fmla="*/ 1276651 w 7316582"/>
                <a:gd name="connsiteY17" fmla="*/ 1895104 h 2378724"/>
                <a:gd name="connsiteX18" fmla="*/ 781351 w 7316582"/>
                <a:gd name="connsiteY18" fmla="*/ 2154184 h 2378724"/>
                <a:gd name="connsiteX19" fmla="*/ 560371 w 7316582"/>
                <a:gd name="connsiteY19" fmla="*/ 2372621 h 2378724"/>
                <a:gd name="connsiteX20" fmla="*/ 103171 w 7316582"/>
                <a:gd name="connsiteY20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046271 w 7316582"/>
                <a:gd name="connsiteY16" fmla="*/ 1956064 h 2378724"/>
                <a:gd name="connsiteX17" fmla="*/ 1276651 w 7316582"/>
                <a:gd name="connsiteY17" fmla="*/ 1895104 h 2378724"/>
                <a:gd name="connsiteX18" fmla="*/ 781351 w 7316582"/>
                <a:gd name="connsiteY18" fmla="*/ 2154184 h 2378724"/>
                <a:gd name="connsiteX19" fmla="*/ 560371 w 7316582"/>
                <a:gd name="connsiteY19" fmla="*/ 2372621 h 2378724"/>
                <a:gd name="connsiteX20" fmla="*/ 103171 w 7316582"/>
                <a:gd name="connsiteY20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276651 w 7316582"/>
                <a:gd name="connsiteY18" fmla="*/ 1895104 h 2378724"/>
                <a:gd name="connsiteX19" fmla="*/ 781351 w 7316582"/>
                <a:gd name="connsiteY19" fmla="*/ 2154184 h 2378724"/>
                <a:gd name="connsiteX20" fmla="*/ 560371 w 7316582"/>
                <a:gd name="connsiteY20" fmla="*/ 2372621 h 2378724"/>
                <a:gd name="connsiteX21" fmla="*/ 103171 w 7316582"/>
                <a:gd name="connsiteY21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276651 w 7316582"/>
                <a:gd name="connsiteY18" fmla="*/ 1895104 h 2378724"/>
                <a:gd name="connsiteX19" fmla="*/ 781351 w 7316582"/>
                <a:gd name="connsiteY19" fmla="*/ 2154184 h 2378724"/>
                <a:gd name="connsiteX20" fmla="*/ 560371 w 7316582"/>
                <a:gd name="connsiteY20" fmla="*/ 2372621 h 2378724"/>
                <a:gd name="connsiteX21" fmla="*/ 103171 w 7316582"/>
                <a:gd name="connsiteY21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276651 w 7316582"/>
                <a:gd name="connsiteY18" fmla="*/ 1895104 h 2378724"/>
                <a:gd name="connsiteX19" fmla="*/ 781351 w 7316582"/>
                <a:gd name="connsiteY19" fmla="*/ 2154184 h 2378724"/>
                <a:gd name="connsiteX20" fmla="*/ 560371 w 7316582"/>
                <a:gd name="connsiteY20" fmla="*/ 2372621 h 2378724"/>
                <a:gd name="connsiteX21" fmla="*/ 103171 w 7316582"/>
                <a:gd name="connsiteY21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276651 w 7316582"/>
                <a:gd name="connsiteY18" fmla="*/ 1895104 h 2378724"/>
                <a:gd name="connsiteX19" fmla="*/ 781351 w 7316582"/>
                <a:gd name="connsiteY19" fmla="*/ 2154184 h 2378724"/>
                <a:gd name="connsiteX20" fmla="*/ 560371 w 7316582"/>
                <a:gd name="connsiteY20" fmla="*/ 2372621 h 2378724"/>
                <a:gd name="connsiteX21" fmla="*/ 103171 w 7316582"/>
                <a:gd name="connsiteY21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276651 w 7316582"/>
                <a:gd name="connsiteY18" fmla="*/ 1895104 h 2378724"/>
                <a:gd name="connsiteX19" fmla="*/ 781351 w 7316582"/>
                <a:gd name="connsiteY19" fmla="*/ 2154184 h 2378724"/>
                <a:gd name="connsiteX20" fmla="*/ 560371 w 7316582"/>
                <a:gd name="connsiteY20" fmla="*/ 2372621 h 2378724"/>
                <a:gd name="connsiteX21" fmla="*/ 103171 w 7316582"/>
                <a:gd name="connsiteY21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276651 w 7316582"/>
                <a:gd name="connsiteY18" fmla="*/ 1895104 h 2378724"/>
                <a:gd name="connsiteX19" fmla="*/ 781351 w 7316582"/>
                <a:gd name="connsiteY19" fmla="*/ 2154184 h 2378724"/>
                <a:gd name="connsiteX20" fmla="*/ 560371 w 7316582"/>
                <a:gd name="connsiteY20" fmla="*/ 2372621 h 2378724"/>
                <a:gd name="connsiteX21" fmla="*/ 103171 w 7316582"/>
                <a:gd name="connsiteY21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276651 w 7316582"/>
                <a:gd name="connsiteY18" fmla="*/ 1895104 h 2378724"/>
                <a:gd name="connsiteX19" fmla="*/ 781351 w 7316582"/>
                <a:gd name="connsiteY19" fmla="*/ 2154184 h 2378724"/>
                <a:gd name="connsiteX20" fmla="*/ 560371 w 7316582"/>
                <a:gd name="connsiteY20" fmla="*/ 2372621 h 2378724"/>
                <a:gd name="connsiteX21" fmla="*/ 103171 w 7316582"/>
                <a:gd name="connsiteY21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276651 w 7316582"/>
                <a:gd name="connsiteY18" fmla="*/ 1895104 h 2378724"/>
                <a:gd name="connsiteX19" fmla="*/ 781351 w 7316582"/>
                <a:gd name="connsiteY19" fmla="*/ 2154184 h 2378724"/>
                <a:gd name="connsiteX20" fmla="*/ 560371 w 7316582"/>
                <a:gd name="connsiteY20" fmla="*/ 2372621 h 2378724"/>
                <a:gd name="connsiteX21" fmla="*/ 103171 w 7316582"/>
                <a:gd name="connsiteY21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672890 w 7316582"/>
                <a:gd name="connsiteY18" fmla="*/ 1674125 h 2378724"/>
                <a:gd name="connsiteX19" fmla="*/ 1276651 w 7316582"/>
                <a:gd name="connsiteY19" fmla="*/ 1895104 h 2378724"/>
                <a:gd name="connsiteX20" fmla="*/ 781351 w 7316582"/>
                <a:gd name="connsiteY20" fmla="*/ 2154184 h 2378724"/>
                <a:gd name="connsiteX21" fmla="*/ 560371 w 7316582"/>
                <a:gd name="connsiteY21" fmla="*/ 2372621 h 2378724"/>
                <a:gd name="connsiteX22" fmla="*/ 103171 w 7316582"/>
                <a:gd name="connsiteY22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672890 w 7316582"/>
                <a:gd name="connsiteY18" fmla="*/ 1674125 h 2378724"/>
                <a:gd name="connsiteX19" fmla="*/ 1276651 w 7316582"/>
                <a:gd name="connsiteY19" fmla="*/ 1895104 h 2378724"/>
                <a:gd name="connsiteX20" fmla="*/ 781351 w 7316582"/>
                <a:gd name="connsiteY20" fmla="*/ 2154184 h 2378724"/>
                <a:gd name="connsiteX21" fmla="*/ 560371 w 7316582"/>
                <a:gd name="connsiteY21" fmla="*/ 2372621 h 2378724"/>
                <a:gd name="connsiteX22" fmla="*/ 103171 w 7316582"/>
                <a:gd name="connsiteY22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672890 w 7316582"/>
                <a:gd name="connsiteY18" fmla="*/ 1674125 h 2378724"/>
                <a:gd name="connsiteX19" fmla="*/ 1276651 w 7316582"/>
                <a:gd name="connsiteY19" fmla="*/ 1895104 h 2378724"/>
                <a:gd name="connsiteX20" fmla="*/ 781351 w 7316582"/>
                <a:gd name="connsiteY20" fmla="*/ 2154184 h 2378724"/>
                <a:gd name="connsiteX21" fmla="*/ 560371 w 7316582"/>
                <a:gd name="connsiteY21" fmla="*/ 2372621 h 2378724"/>
                <a:gd name="connsiteX22" fmla="*/ 103171 w 7316582"/>
                <a:gd name="connsiteY22" fmla="*/ 2238004 h 2378724"/>
                <a:gd name="connsiteX0" fmla="*/ 103171 w 7316582"/>
                <a:gd name="connsiteY0" fmla="*/ 2238004 h 2378724"/>
                <a:gd name="connsiteX1" fmla="*/ 331771 w 7316582"/>
                <a:gd name="connsiteY1" fmla="*/ 1788424 h 2378724"/>
                <a:gd name="connsiteX2" fmla="*/ 628951 w 7316582"/>
                <a:gd name="connsiteY2" fmla="*/ 1087384 h 2378724"/>
                <a:gd name="connsiteX3" fmla="*/ 1634791 w 7316582"/>
                <a:gd name="connsiteY3" fmla="*/ 813064 h 2378724"/>
                <a:gd name="connsiteX4" fmla="*/ 1985311 w 7316582"/>
                <a:gd name="connsiteY4" fmla="*/ 714004 h 2378724"/>
                <a:gd name="connsiteX5" fmla="*/ 2762551 w 7316582"/>
                <a:gd name="connsiteY5" fmla="*/ 462544 h 2378724"/>
                <a:gd name="connsiteX6" fmla="*/ 3753151 w 7316582"/>
                <a:gd name="connsiteY6" fmla="*/ 698765 h 2378724"/>
                <a:gd name="connsiteX7" fmla="*/ 4141771 w 7316582"/>
                <a:gd name="connsiteY7" fmla="*/ 980704 h 2378724"/>
                <a:gd name="connsiteX8" fmla="*/ 4576111 w 7316582"/>
                <a:gd name="connsiteY8" fmla="*/ 843546 h 2378724"/>
                <a:gd name="connsiteX9" fmla="*/ 5665771 w 7316582"/>
                <a:gd name="connsiteY9" fmla="*/ 973084 h 2378724"/>
                <a:gd name="connsiteX10" fmla="*/ 6968791 w 7316582"/>
                <a:gd name="connsiteY10" fmla="*/ 1346464 h 2378724"/>
                <a:gd name="connsiteX11" fmla="*/ 6953551 w 7316582"/>
                <a:gd name="connsiteY11" fmla="*/ 2151641 h 2378724"/>
                <a:gd name="connsiteX12" fmla="*/ 5292391 w 7316582"/>
                <a:gd name="connsiteY12" fmla="*/ 1803664 h 2378724"/>
                <a:gd name="connsiteX13" fmla="*/ 4751371 w 7316582"/>
                <a:gd name="connsiteY13" fmla="*/ 2352304 h 2378724"/>
                <a:gd name="connsiteX14" fmla="*/ 3661711 w 7316582"/>
                <a:gd name="connsiteY14" fmla="*/ 1727464 h 2378724"/>
                <a:gd name="connsiteX15" fmla="*/ 3334051 w 7316582"/>
                <a:gd name="connsiteY15" fmla="*/ 1773184 h 2378724"/>
                <a:gd name="connsiteX16" fmla="*/ 2412030 w 7316582"/>
                <a:gd name="connsiteY16" fmla="*/ 1521725 h 2378724"/>
                <a:gd name="connsiteX17" fmla="*/ 2046271 w 7316582"/>
                <a:gd name="connsiteY17" fmla="*/ 1956064 h 2378724"/>
                <a:gd name="connsiteX18" fmla="*/ 1672890 w 7316582"/>
                <a:gd name="connsiteY18" fmla="*/ 1674125 h 2378724"/>
                <a:gd name="connsiteX19" fmla="*/ 1276651 w 7316582"/>
                <a:gd name="connsiteY19" fmla="*/ 1895104 h 2378724"/>
                <a:gd name="connsiteX20" fmla="*/ 781351 w 7316582"/>
                <a:gd name="connsiteY20" fmla="*/ 2154184 h 2378724"/>
                <a:gd name="connsiteX21" fmla="*/ 560371 w 7316582"/>
                <a:gd name="connsiteY21" fmla="*/ 2372621 h 2378724"/>
                <a:gd name="connsiteX22" fmla="*/ 103171 w 7316582"/>
                <a:gd name="connsiteY22" fmla="*/ 2238004 h 2378724"/>
                <a:gd name="connsiteX0" fmla="*/ 103171 w 7316582"/>
                <a:gd name="connsiteY0" fmla="*/ 2238004 h 2442570"/>
                <a:gd name="connsiteX1" fmla="*/ 331771 w 7316582"/>
                <a:gd name="connsiteY1" fmla="*/ 1788424 h 2442570"/>
                <a:gd name="connsiteX2" fmla="*/ 628951 w 7316582"/>
                <a:gd name="connsiteY2" fmla="*/ 1087384 h 2442570"/>
                <a:gd name="connsiteX3" fmla="*/ 1634791 w 7316582"/>
                <a:gd name="connsiteY3" fmla="*/ 813064 h 2442570"/>
                <a:gd name="connsiteX4" fmla="*/ 1985311 w 7316582"/>
                <a:gd name="connsiteY4" fmla="*/ 714004 h 2442570"/>
                <a:gd name="connsiteX5" fmla="*/ 2762551 w 7316582"/>
                <a:gd name="connsiteY5" fmla="*/ 462544 h 2442570"/>
                <a:gd name="connsiteX6" fmla="*/ 3753151 w 7316582"/>
                <a:gd name="connsiteY6" fmla="*/ 698765 h 2442570"/>
                <a:gd name="connsiteX7" fmla="*/ 4141771 w 7316582"/>
                <a:gd name="connsiteY7" fmla="*/ 980704 h 2442570"/>
                <a:gd name="connsiteX8" fmla="*/ 4576111 w 7316582"/>
                <a:gd name="connsiteY8" fmla="*/ 843546 h 2442570"/>
                <a:gd name="connsiteX9" fmla="*/ 5665771 w 7316582"/>
                <a:gd name="connsiteY9" fmla="*/ 973084 h 2442570"/>
                <a:gd name="connsiteX10" fmla="*/ 6968791 w 7316582"/>
                <a:gd name="connsiteY10" fmla="*/ 1346464 h 2442570"/>
                <a:gd name="connsiteX11" fmla="*/ 6953551 w 7316582"/>
                <a:gd name="connsiteY11" fmla="*/ 2151641 h 2442570"/>
                <a:gd name="connsiteX12" fmla="*/ 5292391 w 7316582"/>
                <a:gd name="connsiteY12" fmla="*/ 1803664 h 2442570"/>
                <a:gd name="connsiteX13" fmla="*/ 4751371 w 7316582"/>
                <a:gd name="connsiteY13" fmla="*/ 2352304 h 2442570"/>
                <a:gd name="connsiteX14" fmla="*/ 3661711 w 7316582"/>
                <a:gd name="connsiteY14" fmla="*/ 1727464 h 2442570"/>
                <a:gd name="connsiteX15" fmla="*/ 3334051 w 7316582"/>
                <a:gd name="connsiteY15" fmla="*/ 1773184 h 2442570"/>
                <a:gd name="connsiteX16" fmla="*/ 2412030 w 7316582"/>
                <a:gd name="connsiteY16" fmla="*/ 1521725 h 2442570"/>
                <a:gd name="connsiteX17" fmla="*/ 2046271 w 7316582"/>
                <a:gd name="connsiteY17" fmla="*/ 1956064 h 2442570"/>
                <a:gd name="connsiteX18" fmla="*/ 1672890 w 7316582"/>
                <a:gd name="connsiteY18" fmla="*/ 1674125 h 2442570"/>
                <a:gd name="connsiteX19" fmla="*/ 1276651 w 7316582"/>
                <a:gd name="connsiteY19" fmla="*/ 1895104 h 2442570"/>
                <a:gd name="connsiteX20" fmla="*/ 781351 w 7316582"/>
                <a:gd name="connsiteY20" fmla="*/ 2154184 h 2442570"/>
                <a:gd name="connsiteX21" fmla="*/ 560371 w 7316582"/>
                <a:gd name="connsiteY21" fmla="*/ 2372621 h 2442570"/>
                <a:gd name="connsiteX22" fmla="*/ 49830 w 7316582"/>
                <a:gd name="connsiteY22" fmla="*/ 2436125 h 2442570"/>
                <a:gd name="connsiteX23" fmla="*/ 103171 w 7316582"/>
                <a:gd name="connsiteY23" fmla="*/ 2238004 h 2442570"/>
                <a:gd name="connsiteX0" fmla="*/ 94571 w 7330842"/>
                <a:gd name="connsiteY0" fmla="*/ 2390404 h 2442570"/>
                <a:gd name="connsiteX1" fmla="*/ 346031 w 7330842"/>
                <a:gd name="connsiteY1" fmla="*/ 1788424 h 2442570"/>
                <a:gd name="connsiteX2" fmla="*/ 643211 w 7330842"/>
                <a:gd name="connsiteY2" fmla="*/ 1087384 h 2442570"/>
                <a:gd name="connsiteX3" fmla="*/ 1649051 w 7330842"/>
                <a:gd name="connsiteY3" fmla="*/ 813064 h 2442570"/>
                <a:gd name="connsiteX4" fmla="*/ 1999571 w 7330842"/>
                <a:gd name="connsiteY4" fmla="*/ 714004 h 2442570"/>
                <a:gd name="connsiteX5" fmla="*/ 2776811 w 7330842"/>
                <a:gd name="connsiteY5" fmla="*/ 462544 h 2442570"/>
                <a:gd name="connsiteX6" fmla="*/ 3767411 w 7330842"/>
                <a:gd name="connsiteY6" fmla="*/ 698765 h 2442570"/>
                <a:gd name="connsiteX7" fmla="*/ 4156031 w 7330842"/>
                <a:gd name="connsiteY7" fmla="*/ 980704 h 2442570"/>
                <a:gd name="connsiteX8" fmla="*/ 4590371 w 7330842"/>
                <a:gd name="connsiteY8" fmla="*/ 843546 h 2442570"/>
                <a:gd name="connsiteX9" fmla="*/ 5680031 w 7330842"/>
                <a:gd name="connsiteY9" fmla="*/ 973084 h 2442570"/>
                <a:gd name="connsiteX10" fmla="*/ 6983051 w 7330842"/>
                <a:gd name="connsiteY10" fmla="*/ 1346464 h 2442570"/>
                <a:gd name="connsiteX11" fmla="*/ 6967811 w 7330842"/>
                <a:gd name="connsiteY11" fmla="*/ 2151641 h 2442570"/>
                <a:gd name="connsiteX12" fmla="*/ 5306651 w 7330842"/>
                <a:gd name="connsiteY12" fmla="*/ 1803664 h 2442570"/>
                <a:gd name="connsiteX13" fmla="*/ 4765631 w 7330842"/>
                <a:gd name="connsiteY13" fmla="*/ 2352304 h 2442570"/>
                <a:gd name="connsiteX14" fmla="*/ 3675971 w 7330842"/>
                <a:gd name="connsiteY14" fmla="*/ 1727464 h 2442570"/>
                <a:gd name="connsiteX15" fmla="*/ 3348311 w 7330842"/>
                <a:gd name="connsiteY15" fmla="*/ 1773184 h 2442570"/>
                <a:gd name="connsiteX16" fmla="*/ 2426290 w 7330842"/>
                <a:gd name="connsiteY16" fmla="*/ 1521725 h 2442570"/>
                <a:gd name="connsiteX17" fmla="*/ 2060531 w 7330842"/>
                <a:gd name="connsiteY17" fmla="*/ 1956064 h 2442570"/>
                <a:gd name="connsiteX18" fmla="*/ 1687150 w 7330842"/>
                <a:gd name="connsiteY18" fmla="*/ 1674125 h 2442570"/>
                <a:gd name="connsiteX19" fmla="*/ 1290911 w 7330842"/>
                <a:gd name="connsiteY19" fmla="*/ 1895104 h 2442570"/>
                <a:gd name="connsiteX20" fmla="*/ 795611 w 7330842"/>
                <a:gd name="connsiteY20" fmla="*/ 2154184 h 2442570"/>
                <a:gd name="connsiteX21" fmla="*/ 574631 w 7330842"/>
                <a:gd name="connsiteY21" fmla="*/ 2372621 h 2442570"/>
                <a:gd name="connsiteX22" fmla="*/ 64090 w 7330842"/>
                <a:gd name="connsiteY22" fmla="*/ 2436125 h 2442570"/>
                <a:gd name="connsiteX23" fmla="*/ 94571 w 7330842"/>
                <a:gd name="connsiteY23" fmla="*/ 2390404 h 2442570"/>
                <a:gd name="connsiteX0" fmla="*/ 114320 w 7350591"/>
                <a:gd name="connsiteY0" fmla="*/ 2390404 h 2442570"/>
                <a:gd name="connsiteX1" fmla="*/ 365780 w 7350591"/>
                <a:gd name="connsiteY1" fmla="*/ 1788424 h 2442570"/>
                <a:gd name="connsiteX2" fmla="*/ 662960 w 7350591"/>
                <a:gd name="connsiteY2" fmla="*/ 1087384 h 2442570"/>
                <a:gd name="connsiteX3" fmla="*/ 1668800 w 7350591"/>
                <a:gd name="connsiteY3" fmla="*/ 813064 h 2442570"/>
                <a:gd name="connsiteX4" fmla="*/ 2019320 w 7350591"/>
                <a:gd name="connsiteY4" fmla="*/ 714004 h 2442570"/>
                <a:gd name="connsiteX5" fmla="*/ 2796560 w 7350591"/>
                <a:gd name="connsiteY5" fmla="*/ 462544 h 2442570"/>
                <a:gd name="connsiteX6" fmla="*/ 3787160 w 7350591"/>
                <a:gd name="connsiteY6" fmla="*/ 698765 h 2442570"/>
                <a:gd name="connsiteX7" fmla="*/ 4175780 w 7350591"/>
                <a:gd name="connsiteY7" fmla="*/ 980704 h 2442570"/>
                <a:gd name="connsiteX8" fmla="*/ 4610120 w 7350591"/>
                <a:gd name="connsiteY8" fmla="*/ 843546 h 2442570"/>
                <a:gd name="connsiteX9" fmla="*/ 5699780 w 7350591"/>
                <a:gd name="connsiteY9" fmla="*/ 973084 h 2442570"/>
                <a:gd name="connsiteX10" fmla="*/ 7002800 w 7350591"/>
                <a:gd name="connsiteY10" fmla="*/ 1346464 h 2442570"/>
                <a:gd name="connsiteX11" fmla="*/ 6987560 w 7350591"/>
                <a:gd name="connsiteY11" fmla="*/ 2151641 h 2442570"/>
                <a:gd name="connsiteX12" fmla="*/ 5326400 w 7350591"/>
                <a:gd name="connsiteY12" fmla="*/ 1803664 h 2442570"/>
                <a:gd name="connsiteX13" fmla="*/ 4785380 w 7350591"/>
                <a:gd name="connsiteY13" fmla="*/ 2352304 h 2442570"/>
                <a:gd name="connsiteX14" fmla="*/ 3695720 w 7350591"/>
                <a:gd name="connsiteY14" fmla="*/ 1727464 h 2442570"/>
                <a:gd name="connsiteX15" fmla="*/ 3368060 w 7350591"/>
                <a:gd name="connsiteY15" fmla="*/ 1773184 h 2442570"/>
                <a:gd name="connsiteX16" fmla="*/ 2446039 w 7350591"/>
                <a:gd name="connsiteY16" fmla="*/ 1521725 h 2442570"/>
                <a:gd name="connsiteX17" fmla="*/ 2080280 w 7350591"/>
                <a:gd name="connsiteY17" fmla="*/ 1956064 h 2442570"/>
                <a:gd name="connsiteX18" fmla="*/ 1706899 w 7350591"/>
                <a:gd name="connsiteY18" fmla="*/ 1674125 h 2442570"/>
                <a:gd name="connsiteX19" fmla="*/ 1310660 w 7350591"/>
                <a:gd name="connsiteY19" fmla="*/ 1895104 h 2442570"/>
                <a:gd name="connsiteX20" fmla="*/ 815360 w 7350591"/>
                <a:gd name="connsiteY20" fmla="*/ 2154184 h 2442570"/>
                <a:gd name="connsiteX21" fmla="*/ 594380 w 7350591"/>
                <a:gd name="connsiteY21" fmla="*/ 2372621 h 2442570"/>
                <a:gd name="connsiteX22" fmla="*/ 83839 w 7350591"/>
                <a:gd name="connsiteY22" fmla="*/ 2436125 h 2442570"/>
                <a:gd name="connsiteX23" fmla="*/ 114320 w 7350591"/>
                <a:gd name="connsiteY23" fmla="*/ 2390404 h 2442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350591" h="2442570">
                  <a:moveTo>
                    <a:pt x="114320" y="2390404"/>
                  </a:moveTo>
                  <a:cubicBezTo>
                    <a:pt x="-64750" y="2139368"/>
                    <a:pt x="-69830" y="1870974"/>
                    <a:pt x="365780" y="1788424"/>
                  </a:cubicBezTo>
                  <a:cubicBezTo>
                    <a:pt x="134640" y="1587764"/>
                    <a:pt x="113050" y="1026424"/>
                    <a:pt x="662960" y="1087384"/>
                  </a:cubicBezTo>
                  <a:cubicBezTo>
                    <a:pt x="346730" y="698764"/>
                    <a:pt x="1267480" y="-35296"/>
                    <a:pt x="1668800" y="813064"/>
                  </a:cubicBezTo>
                  <a:cubicBezTo>
                    <a:pt x="1828820" y="875294"/>
                    <a:pt x="1838980" y="863864"/>
                    <a:pt x="2019320" y="714004"/>
                  </a:cubicBezTo>
                  <a:cubicBezTo>
                    <a:pt x="2260620" y="38364"/>
                    <a:pt x="2477790" y="359674"/>
                    <a:pt x="2796560" y="462544"/>
                  </a:cubicBezTo>
                  <a:cubicBezTo>
                    <a:pt x="2575580" y="-54346"/>
                    <a:pt x="4105930" y="-332475"/>
                    <a:pt x="3787160" y="698765"/>
                  </a:cubicBezTo>
                  <a:cubicBezTo>
                    <a:pt x="3872250" y="899425"/>
                    <a:pt x="3826530" y="954034"/>
                    <a:pt x="4175780" y="980704"/>
                  </a:cubicBezTo>
                  <a:cubicBezTo>
                    <a:pt x="4356120" y="980705"/>
                    <a:pt x="4452640" y="927365"/>
                    <a:pt x="4610120" y="843546"/>
                  </a:cubicBezTo>
                  <a:cubicBezTo>
                    <a:pt x="5001280" y="231405"/>
                    <a:pt x="5514360" y="731785"/>
                    <a:pt x="5699780" y="973084"/>
                  </a:cubicBezTo>
                  <a:cubicBezTo>
                    <a:pt x="6342400" y="84084"/>
                    <a:pt x="7183140" y="962924"/>
                    <a:pt x="7002800" y="1346464"/>
                  </a:cubicBezTo>
                  <a:cubicBezTo>
                    <a:pt x="7744480" y="1409116"/>
                    <a:pt x="7084080" y="2096609"/>
                    <a:pt x="6987560" y="2151641"/>
                  </a:cubicBezTo>
                  <a:cubicBezTo>
                    <a:pt x="5812810" y="2842521"/>
                    <a:pt x="5685810" y="1729580"/>
                    <a:pt x="5326400" y="1803664"/>
                  </a:cubicBezTo>
                  <a:cubicBezTo>
                    <a:pt x="5035570" y="1862508"/>
                    <a:pt x="4942860" y="2372624"/>
                    <a:pt x="4785380" y="2352304"/>
                  </a:cubicBezTo>
                  <a:cubicBezTo>
                    <a:pt x="4437400" y="2431044"/>
                    <a:pt x="3916700" y="2316744"/>
                    <a:pt x="3695720" y="1727464"/>
                  </a:cubicBezTo>
                  <a:cubicBezTo>
                    <a:pt x="3451880" y="1717304"/>
                    <a:pt x="3510300" y="1738894"/>
                    <a:pt x="3368060" y="1773184"/>
                  </a:cubicBezTo>
                  <a:cubicBezTo>
                    <a:pt x="3036590" y="1500134"/>
                    <a:pt x="2691149" y="1422665"/>
                    <a:pt x="2446039" y="1521725"/>
                  </a:cubicBezTo>
                  <a:cubicBezTo>
                    <a:pt x="2178069" y="1575065"/>
                    <a:pt x="2405400" y="1937014"/>
                    <a:pt x="2080280" y="1956064"/>
                  </a:cubicBezTo>
                  <a:cubicBezTo>
                    <a:pt x="1762780" y="1909074"/>
                    <a:pt x="1835169" y="1684285"/>
                    <a:pt x="1706899" y="1674125"/>
                  </a:cubicBezTo>
                  <a:cubicBezTo>
                    <a:pt x="1273829" y="1564905"/>
                    <a:pt x="1303040" y="1879864"/>
                    <a:pt x="1310660" y="1895104"/>
                  </a:cubicBezTo>
                  <a:cubicBezTo>
                    <a:pt x="1243350" y="1867164"/>
                    <a:pt x="574060" y="1589458"/>
                    <a:pt x="815360" y="2154184"/>
                  </a:cubicBezTo>
                  <a:lnTo>
                    <a:pt x="594380" y="2372621"/>
                  </a:lnTo>
                  <a:cubicBezTo>
                    <a:pt x="462300" y="2335369"/>
                    <a:pt x="215919" y="2473377"/>
                    <a:pt x="83839" y="2436125"/>
                  </a:cubicBezTo>
                  <a:lnTo>
                    <a:pt x="114320" y="2390404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6A8C90C0-B4EE-A797-48DD-FDBD84F76929}"/>
                </a:ext>
              </a:extLst>
            </p:cNvPr>
            <p:cNvSpPr/>
            <p:nvPr/>
          </p:nvSpPr>
          <p:spPr>
            <a:xfrm rot="16200000">
              <a:off x="2467697" y="3843260"/>
              <a:ext cx="1110780" cy="380387"/>
            </a:xfrm>
            <a:prstGeom prst="roundRect">
              <a:avLst>
                <a:gd name="adj" fmla="val 8073"/>
              </a:avLst>
            </a:prstGeom>
            <a:solidFill>
              <a:sysClr val="window" lastClr="FFFFFF">
                <a:lumMod val="75000"/>
              </a:sys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Oval 26">
              <a:extLst>
                <a:ext uri="{FF2B5EF4-FFF2-40B4-BE49-F238E27FC236}">
                  <a16:creationId xmlns:a16="http://schemas.microsoft.com/office/drawing/2014/main" id="{009849BC-7A72-B010-4D6E-8B2B2BD7D3D9}"/>
                </a:ext>
              </a:extLst>
            </p:cNvPr>
            <p:cNvSpPr/>
            <p:nvPr/>
          </p:nvSpPr>
          <p:spPr>
            <a:xfrm>
              <a:off x="2663620" y="3130158"/>
              <a:ext cx="718933" cy="444074"/>
            </a:xfrm>
            <a:custGeom>
              <a:avLst/>
              <a:gdLst>
                <a:gd name="connsiteX0" fmla="*/ 0 w 862687"/>
                <a:gd name="connsiteY0" fmla="*/ 455328 h 910656"/>
                <a:gd name="connsiteX1" fmla="*/ 431344 w 862687"/>
                <a:gd name="connsiteY1" fmla="*/ 0 h 910656"/>
                <a:gd name="connsiteX2" fmla="*/ 862688 w 862687"/>
                <a:gd name="connsiteY2" fmla="*/ 455328 h 910656"/>
                <a:gd name="connsiteX3" fmla="*/ 431344 w 862687"/>
                <a:gd name="connsiteY3" fmla="*/ 910656 h 910656"/>
                <a:gd name="connsiteX4" fmla="*/ 0 w 862687"/>
                <a:gd name="connsiteY4" fmla="*/ 455328 h 910656"/>
                <a:gd name="connsiteX0" fmla="*/ 0 w 874678"/>
                <a:gd name="connsiteY0" fmla="*/ 56916 h 512244"/>
                <a:gd name="connsiteX1" fmla="*/ 862688 w 874678"/>
                <a:gd name="connsiteY1" fmla="*/ 56916 h 512244"/>
                <a:gd name="connsiteX2" fmla="*/ 431344 w 874678"/>
                <a:gd name="connsiteY2" fmla="*/ 512244 h 512244"/>
                <a:gd name="connsiteX3" fmla="*/ 0 w 874678"/>
                <a:gd name="connsiteY3" fmla="*/ 56916 h 512244"/>
                <a:gd name="connsiteX0" fmla="*/ 4678 w 746841"/>
                <a:gd name="connsiteY0" fmla="*/ 25802 h 481502"/>
                <a:gd name="connsiteX1" fmla="*/ 734016 w 746841"/>
                <a:gd name="connsiteY1" fmla="*/ 102002 h 481502"/>
                <a:gd name="connsiteX2" fmla="*/ 436022 w 746841"/>
                <a:gd name="connsiteY2" fmla="*/ 481130 h 481502"/>
                <a:gd name="connsiteX3" fmla="*/ 4678 w 746841"/>
                <a:gd name="connsiteY3" fmla="*/ 25802 h 481502"/>
                <a:gd name="connsiteX0" fmla="*/ 5257 w 694694"/>
                <a:gd name="connsiteY0" fmla="*/ 41068 h 444046"/>
                <a:gd name="connsiteX1" fmla="*/ 682207 w 694694"/>
                <a:gd name="connsiteY1" fmla="*/ 64880 h 444046"/>
                <a:gd name="connsiteX2" fmla="*/ 384213 w 694694"/>
                <a:gd name="connsiteY2" fmla="*/ 444008 h 444046"/>
                <a:gd name="connsiteX3" fmla="*/ 5257 w 694694"/>
                <a:gd name="connsiteY3" fmla="*/ 41068 h 444046"/>
                <a:gd name="connsiteX0" fmla="*/ 18690 w 739981"/>
                <a:gd name="connsiteY0" fmla="*/ 41068 h 444046"/>
                <a:gd name="connsiteX1" fmla="*/ 695640 w 739981"/>
                <a:gd name="connsiteY1" fmla="*/ 64880 h 444046"/>
                <a:gd name="connsiteX2" fmla="*/ 397646 w 739981"/>
                <a:gd name="connsiteY2" fmla="*/ 444008 h 444046"/>
                <a:gd name="connsiteX3" fmla="*/ 18690 w 739981"/>
                <a:gd name="connsiteY3" fmla="*/ 41068 h 444046"/>
                <a:gd name="connsiteX0" fmla="*/ 11928 w 718723"/>
                <a:gd name="connsiteY0" fmla="*/ 41068 h 444074"/>
                <a:gd name="connsiteX1" fmla="*/ 688878 w 718723"/>
                <a:gd name="connsiteY1" fmla="*/ 64880 h 444074"/>
                <a:gd name="connsiteX2" fmla="*/ 390884 w 718723"/>
                <a:gd name="connsiteY2" fmla="*/ 444008 h 444074"/>
                <a:gd name="connsiteX3" fmla="*/ 11928 w 718723"/>
                <a:gd name="connsiteY3" fmla="*/ 41068 h 444074"/>
                <a:gd name="connsiteX0" fmla="*/ 18290 w 718933"/>
                <a:gd name="connsiteY0" fmla="*/ 41068 h 444074"/>
                <a:gd name="connsiteX1" fmla="*/ 695240 w 718933"/>
                <a:gd name="connsiteY1" fmla="*/ 64880 h 444074"/>
                <a:gd name="connsiteX2" fmla="*/ 354384 w 718933"/>
                <a:gd name="connsiteY2" fmla="*/ 444008 h 444074"/>
                <a:gd name="connsiteX3" fmla="*/ 18290 w 718933"/>
                <a:gd name="connsiteY3" fmla="*/ 41068 h 44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933" h="444074">
                  <a:moveTo>
                    <a:pt x="18290" y="41068"/>
                  </a:moveTo>
                  <a:cubicBezTo>
                    <a:pt x="75099" y="-22120"/>
                    <a:pt x="623349" y="-11008"/>
                    <a:pt x="695240" y="64880"/>
                  </a:cubicBezTo>
                  <a:cubicBezTo>
                    <a:pt x="767131" y="140768"/>
                    <a:pt x="681521" y="438452"/>
                    <a:pt x="354384" y="444008"/>
                  </a:cubicBezTo>
                  <a:cubicBezTo>
                    <a:pt x="27247" y="449564"/>
                    <a:pt x="-38519" y="104256"/>
                    <a:pt x="18290" y="41068"/>
                  </a:cubicBezTo>
                  <a:close/>
                </a:path>
              </a:pathLst>
            </a:custGeom>
            <a:solidFill>
              <a:sysClr val="window" lastClr="FFFFFF">
                <a:lumMod val="75000"/>
              </a:sys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ED0E4A8F-C9A8-3E7E-B232-B67BB434D3C2}"/>
                </a:ext>
              </a:extLst>
            </p:cNvPr>
            <p:cNvGrpSpPr/>
            <p:nvPr/>
          </p:nvGrpSpPr>
          <p:grpSpPr>
            <a:xfrm>
              <a:off x="2465692" y="2983822"/>
              <a:ext cx="2562191" cy="2153758"/>
              <a:chOff x="-213709" y="2314574"/>
              <a:chExt cx="2562191" cy="2153758"/>
            </a:xfrm>
          </p:grpSpPr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826CB6E9-069D-C096-E41B-C10A58CEBF10}"/>
                  </a:ext>
                </a:extLst>
              </p:cNvPr>
              <p:cNvSpPr/>
              <p:nvPr/>
            </p:nvSpPr>
            <p:spPr>
              <a:xfrm rot="16200000">
                <a:off x="1440643" y="2417177"/>
                <a:ext cx="461545" cy="927099"/>
              </a:xfrm>
              <a:custGeom>
                <a:avLst/>
                <a:gdLst>
                  <a:gd name="connsiteX0" fmla="*/ 461545 w 461545"/>
                  <a:gd name="connsiteY0" fmla="*/ 37260 h 927099"/>
                  <a:gd name="connsiteX1" fmla="*/ 461544 w 461545"/>
                  <a:gd name="connsiteY1" fmla="*/ 889843 h 927099"/>
                  <a:gd name="connsiteX2" fmla="*/ 450631 w 461545"/>
                  <a:gd name="connsiteY2" fmla="*/ 916190 h 927099"/>
                  <a:gd name="connsiteX3" fmla="*/ 424294 w 461545"/>
                  <a:gd name="connsiteY3" fmla="*/ 927099 h 927099"/>
                  <a:gd name="connsiteX4" fmla="*/ 37251 w 461545"/>
                  <a:gd name="connsiteY4" fmla="*/ 927099 h 927099"/>
                  <a:gd name="connsiteX5" fmla="*/ 10913 w 461545"/>
                  <a:gd name="connsiteY5" fmla="*/ 916190 h 927099"/>
                  <a:gd name="connsiteX6" fmla="*/ 0 w 461545"/>
                  <a:gd name="connsiteY6" fmla="*/ 889843 h 927099"/>
                  <a:gd name="connsiteX7" fmla="*/ 0 w 461545"/>
                  <a:gd name="connsiteY7" fmla="*/ 37260 h 927099"/>
                  <a:gd name="connsiteX8" fmla="*/ 37261 w 461545"/>
                  <a:gd name="connsiteY8" fmla="*/ 0 h 927099"/>
                  <a:gd name="connsiteX9" fmla="*/ 424285 w 461545"/>
                  <a:gd name="connsiteY9" fmla="*/ 0 h 927099"/>
                  <a:gd name="connsiteX10" fmla="*/ 461545 w 461545"/>
                  <a:gd name="connsiteY10" fmla="*/ 37260 h 927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1545" h="927099">
                    <a:moveTo>
                      <a:pt x="461545" y="37260"/>
                    </a:moveTo>
                    <a:lnTo>
                      <a:pt x="461544" y="889843"/>
                    </a:lnTo>
                    <a:cubicBezTo>
                      <a:pt x="461544" y="900132"/>
                      <a:pt x="457374" y="909447"/>
                      <a:pt x="450631" y="916190"/>
                    </a:cubicBezTo>
                    <a:lnTo>
                      <a:pt x="424294" y="927099"/>
                    </a:lnTo>
                    <a:lnTo>
                      <a:pt x="37251" y="927099"/>
                    </a:lnTo>
                    <a:lnTo>
                      <a:pt x="10913" y="916190"/>
                    </a:lnTo>
                    <a:cubicBezTo>
                      <a:pt x="4171" y="909447"/>
                      <a:pt x="0" y="900132"/>
                      <a:pt x="0" y="889843"/>
                    </a:cubicBezTo>
                    <a:lnTo>
                      <a:pt x="0" y="37260"/>
                    </a:lnTo>
                    <a:cubicBezTo>
                      <a:pt x="0" y="16682"/>
                      <a:pt x="16683" y="0"/>
                      <a:pt x="37261" y="0"/>
                    </a:cubicBezTo>
                    <a:lnTo>
                      <a:pt x="424285" y="0"/>
                    </a:lnTo>
                    <a:cubicBezTo>
                      <a:pt x="444863" y="0"/>
                      <a:pt x="461545" y="16682"/>
                      <a:pt x="461545" y="37260"/>
                    </a:cubicBezTo>
                    <a:close/>
                  </a:path>
                </a:pathLst>
              </a:custGeom>
              <a:no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DB2DC84F-049C-4249-DE6A-ADDA8803290B}"/>
                  </a:ext>
                </a:extLst>
              </p:cNvPr>
              <p:cNvSpPr/>
              <p:nvPr/>
            </p:nvSpPr>
            <p:spPr>
              <a:xfrm rot="16200000">
                <a:off x="-9492" y="2110357"/>
                <a:ext cx="2153758" cy="2562191"/>
              </a:xfrm>
              <a:custGeom>
                <a:avLst/>
                <a:gdLst>
                  <a:gd name="connsiteX0" fmla="*/ 2153758 w 2153758"/>
                  <a:gd name="connsiteY0" fmla="*/ 1325542 h 2562191"/>
                  <a:gd name="connsiteX1" fmla="*/ 2153758 w 2153758"/>
                  <a:gd name="connsiteY1" fmla="*/ 2447572 h 2562191"/>
                  <a:gd name="connsiteX2" fmla="*/ 2045735 w 2153758"/>
                  <a:gd name="connsiteY2" fmla="*/ 2555595 h 2562191"/>
                  <a:gd name="connsiteX3" fmla="*/ 1351616 w 2153758"/>
                  <a:gd name="connsiteY3" fmla="*/ 2555595 h 2562191"/>
                  <a:gd name="connsiteX4" fmla="*/ 1351622 w 2153758"/>
                  <a:gd name="connsiteY4" fmla="*/ 2557567 h 2562191"/>
                  <a:gd name="connsiteX5" fmla="*/ 44590 w 2153758"/>
                  <a:gd name="connsiteY5" fmla="*/ 2552285 h 2562191"/>
                  <a:gd name="connsiteX6" fmla="*/ 30822 w 2153758"/>
                  <a:gd name="connsiteY6" fmla="*/ 14260 h 2562191"/>
                  <a:gd name="connsiteX7" fmla="*/ 41415 w 2153758"/>
                  <a:gd name="connsiteY7" fmla="*/ 3667 h 2562191"/>
                  <a:gd name="connsiteX8" fmla="*/ 1326222 w 2153758"/>
                  <a:gd name="connsiteY8" fmla="*/ 271435 h 2562191"/>
                  <a:gd name="connsiteX9" fmla="*/ 1356781 w 2153758"/>
                  <a:gd name="connsiteY9" fmla="*/ 1165660 h 2562191"/>
                  <a:gd name="connsiteX10" fmla="*/ 1356583 w 2153758"/>
                  <a:gd name="connsiteY10" fmla="*/ 1217519 h 2562191"/>
                  <a:gd name="connsiteX11" fmla="*/ 2045735 w 2153758"/>
                  <a:gd name="connsiteY11" fmla="*/ 1217519 h 2562191"/>
                  <a:gd name="connsiteX12" fmla="*/ 2153758 w 2153758"/>
                  <a:gd name="connsiteY12" fmla="*/ 1325542 h 2562191"/>
                  <a:gd name="connsiteX13" fmla="*/ 1818377 w 2153758"/>
                  <a:gd name="connsiteY13" fmla="*/ 1458834 h 2562191"/>
                  <a:gd name="connsiteX14" fmla="*/ 1781117 w 2153758"/>
                  <a:gd name="connsiteY14" fmla="*/ 1421574 h 2562191"/>
                  <a:gd name="connsiteX15" fmla="*/ 1394093 w 2153758"/>
                  <a:gd name="connsiteY15" fmla="*/ 1421574 h 2562191"/>
                  <a:gd name="connsiteX16" fmla="*/ 1356832 w 2153758"/>
                  <a:gd name="connsiteY16" fmla="*/ 1458834 h 2562191"/>
                  <a:gd name="connsiteX17" fmla="*/ 1356832 w 2153758"/>
                  <a:gd name="connsiteY17" fmla="*/ 2311417 h 2562191"/>
                  <a:gd name="connsiteX18" fmla="*/ 1367745 w 2153758"/>
                  <a:gd name="connsiteY18" fmla="*/ 2337764 h 2562191"/>
                  <a:gd name="connsiteX19" fmla="*/ 1394083 w 2153758"/>
                  <a:gd name="connsiteY19" fmla="*/ 2348673 h 2562191"/>
                  <a:gd name="connsiteX20" fmla="*/ 1781126 w 2153758"/>
                  <a:gd name="connsiteY20" fmla="*/ 2348673 h 2562191"/>
                  <a:gd name="connsiteX21" fmla="*/ 1807463 w 2153758"/>
                  <a:gd name="connsiteY21" fmla="*/ 2337764 h 2562191"/>
                  <a:gd name="connsiteX22" fmla="*/ 1818376 w 2153758"/>
                  <a:gd name="connsiteY22" fmla="*/ 2311417 h 2562191"/>
                  <a:gd name="connsiteX23" fmla="*/ 1818377 w 2153758"/>
                  <a:gd name="connsiteY23" fmla="*/ 1458834 h 2562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53758" h="2562191">
                    <a:moveTo>
                      <a:pt x="2153758" y="1325542"/>
                    </a:moveTo>
                    <a:lnTo>
                      <a:pt x="2153758" y="2447572"/>
                    </a:lnTo>
                    <a:cubicBezTo>
                      <a:pt x="2153758" y="2507231"/>
                      <a:pt x="2105394" y="2555595"/>
                      <a:pt x="2045735" y="2555595"/>
                    </a:cubicBezTo>
                    <a:lnTo>
                      <a:pt x="1351616" y="2555595"/>
                    </a:lnTo>
                    <a:lnTo>
                      <a:pt x="1351622" y="2557567"/>
                    </a:lnTo>
                    <a:cubicBezTo>
                      <a:pt x="1087746" y="2570467"/>
                      <a:pt x="264723" y="2552285"/>
                      <a:pt x="44590" y="2552285"/>
                    </a:cubicBezTo>
                    <a:cubicBezTo>
                      <a:pt x="-46955" y="2099827"/>
                      <a:pt x="30822" y="435325"/>
                      <a:pt x="30822" y="14260"/>
                    </a:cubicBezTo>
                    <a:cubicBezTo>
                      <a:pt x="30822" y="8410"/>
                      <a:pt x="35565" y="3667"/>
                      <a:pt x="41415" y="3667"/>
                    </a:cubicBezTo>
                    <a:cubicBezTo>
                      <a:pt x="259432" y="51292"/>
                      <a:pt x="1079279" y="-138340"/>
                      <a:pt x="1326222" y="271435"/>
                    </a:cubicBezTo>
                    <a:cubicBezTo>
                      <a:pt x="1352151" y="315907"/>
                      <a:pt x="1357443" y="699310"/>
                      <a:pt x="1356781" y="1165660"/>
                    </a:cubicBezTo>
                    <a:lnTo>
                      <a:pt x="1356583" y="1217519"/>
                    </a:lnTo>
                    <a:lnTo>
                      <a:pt x="2045735" y="1217519"/>
                    </a:lnTo>
                    <a:cubicBezTo>
                      <a:pt x="2105394" y="1217519"/>
                      <a:pt x="2153758" y="1265883"/>
                      <a:pt x="2153758" y="1325542"/>
                    </a:cubicBezTo>
                    <a:close/>
                    <a:moveTo>
                      <a:pt x="1818377" y="1458834"/>
                    </a:moveTo>
                    <a:cubicBezTo>
                      <a:pt x="1818377" y="1438256"/>
                      <a:pt x="1801695" y="1421574"/>
                      <a:pt x="1781117" y="1421574"/>
                    </a:cubicBezTo>
                    <a:lnTo>
                      <a:pt x="1394093" y="1421574"/>
                    </a:lnTo>
                    <a:cubicBezTo>
                      <a:pt x="1373515" y="1421574"/>
                      <a:pt x="1356832" y="1438256"/>
                      <a:pt x="1356832" y="1458834"/>
                    </a:cubicBezTo>
                    <a:lnTo>
                      <a:pt x="1356832" y="2311417"/>
                    </a:lnTo>
                    <a:cubicBezTo>
                      <a:pt x="1356832" y="2321706"/>
                      <a:pt x="1361003" y="2331021"/>
                      <a:pt x="1367745" y="2337764"/>
                    </a:cubicBezTo>
                    <a:lnTo>
                      <a:pt x="1394083" y="2348673"/>
                    </a:lnTo>
                    <a:lnTo>
                      <a:pt x="1781126" y="2348673"/>
                    </a:lnTo>
                    <a:lnTo>
                      <a:pt x="1807463" y="2337764"/>
                    </a:lnTo>
                    <a:cubicBezTo>
                      <a:pt x="1814206" y="2331021"/>
                      <a:pt x="1818376" y="2321706"/>
                      <a:pt x="1818376" y="2311417"/>
                    </a:cubicBezTo>
                    <a:lnTo>
                      <a:pt x="1818377" y="1458834"/>
                    </a:lnTo>
                    <a:close/>
                  </a:path>
                </a:pathLst>
              </a:custGeom>
              <a:solidFill>
                <a:srgbClr val="FFC000">
                  <a:lumMod val="60000"/>
                  <a:lumOff val="40000"/>
                </a:srgbClr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711EE1AD-6812-5BA9-E3F3-DBFAE2D38D92}"/>
                  </a:ext>
                </a:extLst>
              </p:cNvPr>
              <p:cNvSpPr/>
              <p:nvPr/>
            </p:nvSpPr>
            <p:spPr>
              <a:xfrm rot="16200000">
                <a:off x="1025020" y="2810472"/>
                <a:ext cx="1296770" cy="927102"/>
              </a:xfrm>
              <a:custGeom>
                <a:avLst/>
                <a:gdLst>
                  <a:gd name="connsiteX0" fmla="*/ 1593850 w 1593850"/>
                  <a:gd name="connsiteY0" fmla="*/ 74846 h 927102"/>
                  <a:gd name="connsiteX1" fmla="*/ 1593850 w 1593850"/>
                  <a:gd name="connsiteY1" fmla="*/ 852257 h 927102"/>
                  <a:gd name="connsiteX2" fmla="*/ 1519005 w 1593850"/>
                  <a:gd name="connsiteY2" fmla="*/ 927102 h 927102"/>
                  <a:gd name="connsiteX3" fmla="*/ 1427595 w 1593850"/>
                  <a:gd name="connsiteY3" fmla="*/ 927102 h 927102"/>
                  <a:gd name="connsiteX4" fmla="*/ 1453932 w 1593850"/>
                  <a:gd name="connsiteY4" fmla="*/ 916193 h 927102"/>
                  <a:gd name="connsiteX5" fmla="*/ 1464845 w 1593850"/>
                  <a:gd name="connsiteY5" fmla="*/ 889846 h 927102"/>
                  <a:gd name="connsiteX6" fmla="*/ 1464846 w 1593850"/>
                  <a:gd name="connsiteY6" fmla="*/ 37263 h 927102"/>
                  <a:gd name="connsiteX7" fmla="*/ 1427586 w 1593850"/>
                  <a:gd name="connsiteY7" fmla="*/ 3 h 927102"/>
                  <a:gd name="connsiteX8" fmla="*/ 1040562 w 1593850"/>
                  <a:gd name="connsiteY8" fmla="*/ 3 h 927102"/>
                  <a:gd name="connsiteX9" fmla="*/ 1003301 w 1593850"/>
                  <a:gd name="connsiteY9" fmla="*/ 37263 h 927102"/>
                  <a:gd name="connsiteX10" fmla="*/ 1003301 w 1593850"/>
                  <a:gd name="connsiteY10" fmla="*/ 889846 h 927102"/>
                  <a:gd name="connsiteX11" fmla="*/ 1014214 w 1593850"/>
                  <a:gd name="connsiteY11" fmla="*/ 916193 h 927102"/>
                  <a:gd name="connsiteX12" fmla="*/ 1040552 w 1593850"/>
                  <a:gd name="connsiteY12" fmla="*/ 927102 h 927102"/>
                  <a:gd name="connsiteX13" fmla="*/ 74845 w 1593850"/>
                  <a:gd name="connsiteY13" fmla="*/ 927101 h 927102"/>
                  <a:gd name="connsiteX14" fmla="*/ 0 w 1593850"/>
                  <a:gd name="connsiteY14" fmla="*/ 852256 h 927102"/>
                  <a:gd name="connsiteX15" fmla="*/ 0 w 1593850"/>
                  <a:gd name="connsiteY15" fmla="*/ 74845 h 927102"/>
                  <a:gd name="connsiteX16" fmla="*/ 74845 w 1593850"/>
                  <a:gd name="connsiteY16" fmla="*/ 0 h 927102"/>
                  <a:gd name="connsiteX17" fmla="*/ 1519006 w 1593850"/>
                  <a:gd name="connsiteY17" fmla="*/ 0 h 927102"/>
                  <a:gd name="connsiteX18" fmla="*/ 1593850 w 1593850"/>
                  <a:gd name="connsiteY18" fmla="*/ 74846 h 927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93850" h="927102">
                    <a:moveTo>
                      <a:pt x="1593850" y="74846"/>
                    </a:moveTo>
                    <a:lnTo>
                      <a:pt x="1593850" y="852257"/>
                    </a:lnTo>
                    <a:cubicBezTo>
                      <a:pt x="1593850" y="893593"/>
                      <a:pt x="1560341" y="927102"/>
                      <a:pt x="1519005" y="927102"/>
                    </a:cubicBezTo>
                    <a:lnTo>
                      <a:pt x="1427595" y="927102"/>
                    </a:lnTo>
                    <a:lnTo>
                      <a:pt x="1453932" y="916193"/>
                    </a:lnTo>
                    <a:cubicBezTo>
                      <a:pt x="1460675" y="909450"/>
                      <a:pt x="1464845" y="900135"/>
                      <a:pt x="1464845" y="889846"/>
                    </a:cubicBezTo>
                    <a:lnTo>
                      <a:pt x="1464846" y="37263"/>
                    </a:lnTo>
                    <a:cubicBezTo>
                      <a:pt x="1464846" y="16685"/>
                      <a:pt x="1448164" y="3"/>
                      <a:pt x="1427586" y="3"/>
                    </a:cubicBezTo>
                    <a:lnTo>
                      <a:pt x="1040562" y="3"/>
                    </a:lnTo>
                    <a:cubicBezTo>
                      <a:pt x="1019984" y="3"/>
                      <a:pt x="1003301" y="16685"/>
                      <a:pt x="1003301" y="37263"/>
                    </a:cubicBezTo>
                    <a:lnTo>
                      <a:pt x="1003301" y="889846"/>
                    </a:lnTo>
                    <a:cubicBezTo>
                      <a:pt x="1003301" y="900135"/>
                      <a:pt x="1007472" y="909450"/>
                      <a:pt x="1014214" y="916193"/>
                    </a:cubicBezTo>
                    <a:lnTo>
                      <a:pt x="1040552" y="927102"/>
                    </a:lnTo>
                    <a:lnTo>
                      <a:pt x="74845" y="927101"/>
                    </a:lnTo>
                    <a:cubicBezTo>
                      <a:pt x="33509" y="927101"/>
                      <a:pt x="0" y="893592"/>
                      <a:pt x="0" y="852256"/>
                    </a:cubicBezTo>
                    <a:lnTo>
                      <a:pt x="0" y="74845"/>
                    </a:lnTo>
                    <a:cubicBezTo>
                      <a:pt x="0" y="33509"/>
                      <a:pt x="33509" y="0"/>
                      <a:pt x="74845" y="0"/>
                    </a:cubicBezTo>
                    <a:lnTo>
                      <a:pt x="1519006" y="0"/>
                    </a:lnTo>
                    <a:cubicBezTo>
                      <a:pt x="1560342" y="0"/>
                      <a:pt x="1593851" y="33510"/>
                      <a:pt x="1593850" y="74846"/>
                    </a:cubicBezTo>
                    <a:close/>
                  </a:path>
                </a:pathLst>
              </a:custGeom>
              <a:solidFill>
                <a:sysClr val="window" lastClr="FFFFFF">
                  <a:lumMod val="65000"/>
                </a:sysClr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B43CDBE9-005C-22C8-F938-BDCDBFEC5F9E}"/>
                </a:ext>
              </a:extLst>
            </p:cNvPr>
            <p:cNvSpPr/>
            <p:nvPr/>
          </p:nvSpPr>
          <p:spPr>
            <a:xfrm rot="21411363">
              <a:off x="7332097" y="4951571"/>
              <a:ext cx="525844" cy="160548"/>
            </a:xfrm>
            <a:prstGeom prst="roundRect">
              <a:avLst>
                <a:gd name="adj" fmla="val 33113"/>
              </a:avLst>
            </a:prstGeom>
            <a:solidFill>
              <a:srgbClr val="44546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6A135B27-D833-A5DF-0A27-62858F0701EC}"/>
                </a:ext>
              </a:extLst>
            </p:cNvPr>
            <p:cNvSpPr/>
            <p:nvPr/>
          </p:nvSpPr>
          <p:spPr>
            <a:xfrm>
              <a:off x="7708900" y="3949700"/>
              <a:ext cx="2120900" cy="1219200"/>
            </a:xfrm>
            <a:prstGeom prst="roundRect">
              <a:avLst>
                <a:gd name="adj" fmla="val 8542"/>
              </a:avLst>
            </a:prstGeom>
            <a:solidFill>
              <a:srgbClr val="ED7D31">
                <a:lumMod val="60000"/>
                <a:lumOff val="40000"/>
              </a:srgb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51108C51-ED20-D266-1F5D-929D16411A96}"/>
                </a:ext>
              </a:extLst>
            </p:cNvPr>
            <p:cNvSpPr/>
            <p:nvPr/>
          </p:nvSpPr>
          <p:spPr>
            <a:xfrm>
              <a:off x="5285597" y="3949700"/>
              <a:ext cx="2120900" cy="1219200"/>
            </a:xfrm>
            <a:prstGeom prst="roundRect">
              <a:avLst>
                <a:gd name="adj" fmla="val 8073"/>
              </a:avLst>
            </a:prstGeom>
            <a:solidFill>
              <a:srgbClr val="ED7D31">
                <a:lumMod val="60000"/>
                <a:lumOff val="40000"/>
              </a:srgb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Rectangle: Rounded Corners 62">
              <a:extLst>
                <a:ext uri="{FF2B5EF4-FFF2-40B4-BE49-F238E27FC236}">
                  <a16:creationId xmlns:a16="http://schemas.microsoft.com/office/drawing/2014/main" id="{9105543C-60B9-3E5D-9017-621B3B8F9238}"/>
                </a:ext>
              </a:extLst>
            </p:cNvPr>
            <p:cNvSpPr/>
            <p:nvPr/>
          </p:nvSpPr>
          <p:spPr>
            <a:xfrm rot="16200000">
              <a:off x="4162443" y="2276246"/>
              <a:ext cx="366564" cy="1575916"/>
            </a:xfrm>
            <a:custGeom>
              <a:avLst/>
              <a:gdLst>
                <a:gd name="connsiteX0" fmla="*/ 0 w 266474"/>
                <a:gd name="connsiteY0" fmla="*/ 21512 h 1524755"/>
                <a:gd name="connsiteX1" fmla="*/ 21512 w 266474"/>
                <a:gd name="connsiteY1" fmla="*/ 0 h 1524755"/>
                <a:gd name="connsiteX2" fmla="*/ 244962 w 266474"/>
                <a:gd name="connsiteY2" fmla="*/ 0 h 1524755"/>
                <a:gd name="connsiteX3" fmla="*/ 266474 w 266474"/>
                <a:gd name="connsiteY3" fmla="*/ 21512 h 1524755"/>
                <a:gd name="connsiteX4" fmla="*/ 266474 w 266474"/>
                <a:gd name="connsiteY4" fmla="*/ 1503243 h 1524755"/>
                <a:gd name="connsiteX5" fmla="*/ 244962 w 266474"/>
                <a:gd name="connsiteY5" fmla="*/ 1524755 h 1524755"/>
                <a:gd name="connsiteX6" fmla="*/ 21512 w 266474"/>
                <a:gd name="connsiteY6" fmla="*/ 1524755 h 1524755"/>
                <a:gd name="connsiteX7" fmla="*/ 0 w 266474"/>
                <a:gd name="connsiteY7" fmla="*/ 1503243 h 1524755"/>
                <a:gd name="connsiteX8" fmla="*/ 0 w 266474"/>
                <a:gd name="connsiteY8" fmla="*/ 21512 h 1524755"/>
                <a:gd name="connsiteX0" fmla="*/ 0 w 266474"/>
                <a:gd name="connsiteY0" fmla="*/ 41619 h 1544862"/>
                <a:gd name="connsiteX1" fmla="*/ 21512 w 266474"/>
                <a:gd name="connsiteY1" fmla="*/ 20107 h 1544862"/>
                <a:gd name="connsiteX2" fmla="*/ 244962 w 266474"/>
                <a:gd name="connsiteY2" fmla="*/ 20107 h 1544862"/>
                <a:gd name="connsiteX3" fmla="*/ 266474 w 266474"/>
                <a:gd name="connsiteY3" fmla="*/ 41619 h 1544862"/>
                <a:gd name="connsiteX4" fmla="*/ 266474 w 266474"/>
                <a:gd name="connsiteY4" fmla="*/ 1523350 h 1544862"/>
                <a:gd name="connsiteX5" fmla="*/ 244962 w 266474"/>
                <a:gd name="connsiteY5" fmla="*/ 1544862 h 1544862"/>
                <a:gd name="connsiteX6" fmla="*/ 21512 w 266474"/>
                <a:gd name="connsiteY6" fmla="*/ 1544862 h 1544862"/>
                <a:gd name="connsiteX7" fmla="*/ 0 w 266474"/>
                <a:gd name="connsiteY7" fmla="*/ 1523350 h 1544862"/>
                <a:gd name="connsiteX8" fmla="*/ 0 w 266474"/>
                <a:gd name="connsiteY8" fmla="*/ 41619 h 1544862"/>
                <a:gd name="connsiteX0" fmla="*/ 0 w 266474"/>
                <a:gd name="connsiteY0" fmla="*/ 50332 h 1553575"/>
                <a:gd name="connsiteX1" fmla="*/ 21512 w 266474"/>
                <a:gd name="connsiteY1" fmla="*/ 28820 h 1553575"/>
                <a:gd name="connsiteX2" fmla="*/ 244962 w 266474"/>
                <a:gd name="connsiteY2" fmla="*/ 28820 h 1553575"/>
                <a:gd name="connsiteX3" fmla="*/ 266474 w 266474"/>
                <a:gd name="connsiteY3" fmla="*/ 50332 h 1553575"/>
                <a:gd name="connsiteX4" fmla="*/ 266474 w 266474"/>
                <a:gd name="connsiteY4" fmla="*/ 1532063 h 1553575"/>
                <a:gd name="connsiteX5" fmla="*/ 244962 w 266474"/>
                <a:gd name="connsiteY5" fmla="*/ 1553575 h 1553575"/>
                <a:gd name="connsiteX6" fmla="*/ 21512 w 266474"/>
                <a:gd name="connsiteY6" fmla="*/ 1553575 h 1553575"/>
                <a:gd name="connsiteX7" fmla="*/ 0 w 266474"/>
                <a:gd name="connsiteY7" fmla="*/ 1532063 h 1553575"/>
                <a:gd name="connsiteX8" fmla="*/ 0 w 266474"/>
                <a:gd name="connsiteY8" fmla="*/ 50332 h 1553575"/>
                <a:gd name="connsiteX0" fmla="*/ 0 w 325740"/>
                <a:gd name="connsiteY0" fmla="*/ 50332 h 1553575"/>
                <a:gd name="connsiteX1" fmla="*/ 21512 w 325740"/>
                <a:gd name="connsiteY1" fmla="*/ 28820 h 1553575"/>
                <a:gd name="connsiteX2" fmla="*/ 244962 w 325740"/>
                <a:gd name="connsiteY2" fmla="*/ 28820 h 1553575"/>
                <a:gd name="connsiteX3" fmla="*/ 266474 w 325740"/>
                <a:gd name="connsiteY3" fmla="*/ 50332 h 1553575"/>
                <a:gd name="connsiteX4" fmla="*/ 266474 w 325740"/>
                <a:gd name="connsiteY4" fmla="*/ 1532063 h 1553575"/>
                <a:gd name="connsiteX5" fmla="*/ 244962 w 325740"/>
                <a:gd name="connsiteY5" fmla="*/ 1553575 h 1553575"/>
                <a:gd name="connsiteX6" fmla="*/ 21512 w 325740"/>
                <a:gd name="connsiteY6" fmla="*/ 1553575 h 1553575"/>
                <a:gd name="connsiteX7" fmla="*/ 0 w 325740"/>
                <a:gd name="connsiteY7" fmla="*/ 1532063 h 1553575"/>
                <a:gd name="connsiteX8" fmla="*/ 0 w 325740"/>
                <a:gd name="connsiteY8" fmla="*/ 50332 h 1553575"/>
                <a:gd name="connsiteX0" fmla="*/ 0 w 365595"/>
                <a:gd name="connsiteY0" fmla="*/ 50332 h 1553575"/>
                <a:gd name="connsiteX1" fmla="*/ 21512 w 365595"/>
                <a:gd name="connsiteY1" fmla="*/ 28820 h 1553575"/>
                <a:gd name="connsiteX2" fmla="*/ 244962 w 365595"/>
                <a:gd name="connsiteY2" fmla="*/ 28820 h 1553575"/>
                <a:gd name="connsiteX3" fmla="*/ 266474 w 365595"/>
                <a:gd name="connsiteY3" fmla="*/ 50332 h 1553575"/>
                <a:gd name="connsiteX4" fmla="*/ 266474 w 365595"/>
                <a:gd name="connsiteY4" fmla="*/ 1532063 h 1553575"/>
                <a:gd name="connsiteX5" fmla="*/ 244962 w 365595"/>
                <a:gd name="connsiteY5" fmla="*/ 1553575 h 1553575"/>
                <a:gd name="connsiteX6" fmla="*/ 21512 w 365595"/>
                <a:gd name="connsiteY6" fmla="*/ 1553575 h 1553575"/>
                <a:gd name="connsiteX7" fmla="*/ 0 w 365595"/>
                <a:gd name="connsiteY7" fmla="*/ 1532063 h 1553575"/>
                <a:gd name="connsiteX8" fmla="*/ 0 w 365595"/>
                <a:gd name="connsiteY8" fmla="*/ 50332 h 1553575"/>
                <a:gd name="connsiteX0" fmla="*/ 0 w 365595"/>
                <a:gd name="connsiteY0" fmla="*/ 50332 h 1578975"/>
                <a:gd name="connsiteX1" fmla="*/ 21512 w 365595"/>
                <a:gd name="connsiteY1" fmla="*/ 28820 h 1578975"/>
                <a:gd name="connsiteX2" fmla="*/ 244962 w 365595"/>
                <a:gd name="connsiteY2" fmla="*/ 28820 h 1578975"/>
                <a:gd name="connsiteX3" fmla="*/ 266474 w 365595"/>
                <a:gd name="connsiteY3" fmla="*/ 50332 h 1578975"/>
                <a:gd name="connsiteX4" fmla="*/ 266474 w 365595"/>
                <a:gd name="connsiteY4" fmla="*/ 1532063 h 1578975"/>
                <a:gd name="connsiteX5" fmla="*/ 244962 w 365595"/>
                <a:gd name="connsiteY5" fmla="*/ 1553575 h 1578975"/>
                <a:gd name="connsiteX6" fmla="*/ 21512 w 365595"/>
                <a:gd name="connsiteY6" fmla="*/ 1553575 h 1578975"/>
                <a:gd name="connsiteX7" fmla="*/ 0 w 365595"/>
                <a:gd name="connsiteY7" fmla="*/ 1532063 h 1578975"/>
                <a:gd name="connsiteX8" fmla="*/ 0 w 365595"/>
                <a:gd name="connsiteY8" fmla="*/ 50332 h 1578975"/>
                <a:gd name="connsiteX0" fmla="*/ 0 w 365595"/>
                <a:gd name="connsiteY0" fmla="*/ 50332 h 1587315"/>
                <a:gd name="connsiteX1" fmla="*/ 21512 w 365595"/>
                <a:gd name="connsiteY1" fmla="*/ 28820 h 1587315"/>
                <a:gd name="connsiteX2" fmla="*/ 244962 w 365595"/>
                <a:gd name="connsiteY2" fmla="*/ 28820 h 1587315"/>
                <a:gd name="connsiteX3" fmla="*/ 266474 w 365595"/>
                <a:gd name="connsiteY3" fmla="*/ 50332 h 1587315"/>
                <a:gd name="connsiteX4" fmla="*/ 266474 w 365595"/>
                <a:gd name="connsiteY4" fmla="*/ 1532063 h 1587315"/>
                <a:gd name="connsiteX5" fmla="*/ 244962 w 365595"/>
                <a:gd name="connsiteY5" fmla="*/ 1553575 h 1587315"/>
                <a:gd name="connsiteX6" fmla="*/ 21512 w 365595"/>
                <a:gd name="connsiteY6" fmla="*/ 1553575 h 1587315"/>
                <a:gd name="connsiteX7" fmla="*/ 0 w 365595"/>
                <a:gd name="connsiteY7" fmla="*/ 1532063 h 1587315"/>
                <a:gd name="connsiteX8" fmla="*/ 0 w 365595"/>
                <a:gd name="connsiteY8" fmla="*/ 50332 h 1587315"/>
                <a:gd name="connsiteX0" fmla="*/ 0 w 271039"/>
                <a:gd name="connsiteY0" fmla="*/ 50332 h 1587315"/>
                <a:gd name="connsiteX1" fmla="*/ 21512 w 271039"/>
                <a:gd name="connsiteY1" fmla="*/ 28820 h 1587315"/>
                <a:gd name="connsiteX2" fmla="*/ 244962 w 271039"/>
                <a:gd name="connsiteY2" fmla="*/ 28820 h 1587315"/>
                <a:gd name="connsiteX3" fmla="*/ 266474 w 271039"/>
                <a:gd name="connsiteY3" fmla="*/ 50332 h 1587315"/>
                <a:gd name="connsiteX4" fmla="*/ 244962 w 271039"/>
                <a:gd name="connsiteY4" fmla="*/ 1553575 h 1587315"/>
                <a:gd name="connsiteX5" fmla="*/ 21512 w 271039"/>
                <a:gd name="connsiteY5" fmla="*/ 1553575 h 1587315"/>
                <a:gd name="connsiteX6" fmla="*/ 0 w 271039"/>
                <a:gd name="connsiteY6" fmla="*/ 1532063 h 1587315"/>
                <a:gd name="connsiteX7" fmla="*/ 0 w 271039"/>
                <a:gd name="connsiteY7" fmla="*/ 50332 h 1587315"/>
                <a:gd name="connsiteX0" fmla="*/ 0 w 352608"/>
                <a:gd name="connsiteY0" fmla="*/ 50332 h 1587315"/>
                <a:gd name="connsiteX1" fmla="*/ 21512 w 352608"/>
                <a:gd name="connsiteY1" fmla="*/ 28820 h 1587315"/>
                <a:gd name="connsiteX2" fmla="*/ 244962 w 352608"/>
                <a:gd name="connsiteY2" fmla="*/ 28820 h 1587315"/>
                <a:gd name="connsiteX3" fmla="*/ 266474 w 352608"/>
                <a:gd name="connsiteY3" fmla="*/ 50332 h 1587315"/>
                <a:gd name="connsiteX4" fmla="*/ 244962 w 352608"/>
                <a:gd name="connsiteY4" fmla="*/ 1553575 h 1587315"/>
                <a:gd name="connsiteX5" fmla="*/ 21512 w 352608"/>
                <a:gd name="connsiteY5" fmla="*/ 1553575 h 1587315"/>
                <a:gd name="connsiteX6" fmla="*/ 0 w 352608"/>
                <a:gd name="connsiteY6" fmla="*/ 1532063 h 1587315"/>
                <a:gd name="connsiteX7" fmla="*/ 0 w 352608"/>
                <a:gd name="connsiteY7" fmla="*/ 50332 h 1587315"/>
                <a:gd name="connsiteX0" fmla="*/ 0 w 363167"/>
                <a:gd name="connsiteY0" fmla="*/ 50332 h 1587315"/>
                <a:gd name="connsiteX1" fmla="*/ 21512 w 363167"/>
                <a:gd name="connsiteY1" fmla="*/ 28820 h 1587315"/>
                <a:gd name="connsiteX2" fmla="*/ 244962 w 363167"/>
                <a:gd name="connsiteY2" fmla="*/ 28820 h 1587315"/>
                <a:gd name="connsiteX3" fmla="*/ 266474 w 363167"/>
                <a:gd name="connsiteY3" fmla="*/ 50332 h 1587315"/>
                <a:gd name="connsiteX4" fmla="*/ 244962 w 363167"/>
                <a:gd name="connsiteY4" fmla="*/ 1553575 h 1587315"/>
                <a:gd name="connsiteX5" fmla="*/ 21512 w 363167"/>
                <a:gd name="connsiteY5" fmla="*/ 1553575 h 1587315"/>
                <a:gd name="connsiteX6" fmla="*/ 0 w 363167"/>
                <a:gd name="connsiteY6" fmla="*/ 1532063 h 1587315"/>
                <a:gd name="connsiteX7" fmla="*/ 0 w 363167"/>
                <a:gd name="connsiteY7" fmla="*/ 50332 h 1587315"/>
                <a:gd name="connsiteX0" fmla="*/ 0 w 363167"/>
                <a:gd name="connsiteY0" fmla="*/ 50332 h 1729672"/>
                <a:gd name="connsiteX1" fmla="*/ 21512 w 363167"/>
                <a:gd name="connsiteY1" fmla="*/ 28820 h 1729672"/>
                <a:gd name="connsiteX2" fmla="*/ 244962 w 363167"/>
                <a:gd name="connsiteY2" fmla="*/ 28820 h 1729672"/>
                <a:gd name="connsiteX3" fmla="*/ 266474 w 363167"/>
                <a:gd name="connsiteY3" fmla="*/ 50332 h 1729672"/>
                <a:gd name="connsiteX4" fmla="*/ 244962 w 363167"/>
                <a:gd name="connsiteY4" fmla="*/ 1553575 h 1729672"/>
                <a:gd name="connsiteX5" fmla="*/ 0 w 363167"/>
                <a:gd name="connsiteY5" fmla="*/ 1532063 h 1729672"/>
                <a:gd name="connsiteX6" fmla="*/ 0 w 363167"/>
                <a:gd name="connsiteY6" fmla="*/ 50332 h 1729672"/>
                <a:gd name="connsiteX0" fmla="*/ 0 w 363167"/>
                <a:gd name="connsiteY0" fmla="*/ 50332 h 1649688"/>
                <a:gd name="connsiteX1" fmla="*/ 21512 w 363167"/>
                <a:gd name="connsiteY1" fmla="*/ 28820 h 1649688"/>
                <a:gd name="connsiteX2" fmla="*/ 244962 w 363167"/>
                <a:gd name="connsiteY2" fmla="*/ 28820 h 1649688"/>
                <a:gd name="connsiteX3" fmla="*/ 266474 w 363167"/>
                <a:gd name="connsiteY3" fmla="*/ 50332 h 1649688"/>
                <a:gd name="connsiteX4" fmla="*/ 244962 w 363167"/>
                <a:gd name="connsiteY4" fmla="*/ 1553575 h 1649688"/>
                <a:gd name="connsiteX5" fmla="*/ 0 w 363167"/>
                <a:gd name="connsiteY5" fmla="*/ 1532063 h 1649688"/>
                <a:gd name="connsiteX6" fmla="*/ 0 w 363167"/>
                <a:gd name="connsiteY6" fmla="*/ 50332 h 1649688"/>
                <a:gd name="connsiteX0" fmla="*/ 0 w 363167"/>
                <a:gd name="connsiteY0" fmla="*/ 50332 h 1566296"/>
                <a:gd name="connsiteX1" fmla="*/ 21512 w 363167"/>
                <a:gd name="connsiteY1" fmla="*/ 28820 h 1566296"/>
                <a:gd name="connsiteX2" fmla="*/ 244962 w 363167"/>
                <a:gd name="connsiteY2" fmla="*/ 28820 h 1566296"/>
                <a:gd name="connsiteX3" fmla="*/ 266474 w 363167"/>
                <a:gd name="connsiteY3" fmla="*/ 50332 h 1566296"/>
                <a:gd name="connsiteX4" fmla="*/ 244962 w 363167"/>
                <a:gd name="connsiteY4" fmla="*/ 1553575 h 1566296"/>
                <a:gd name="connsiteX5" fmla="*/ 0 w 363167"/>
                <a:gd name="connsiteY5" fmla="*/ 1532063 h 1566296"/>
                <a:gd name="connsiteX6" fmla="*/ 0 w 363167"/>
                <a:gd name="connsiteY6" fmla="*/ 50332 h 1566296"/>
                <a:gd name="connsiteX0" fmla="*/ 0 w 363167"/>
                <a:gd name="connsiteY0" fmla="*/ 50332 h 1575916"/>
                <a:gd name="connsiteX1" fmla="*/ 21512 w 363167"/>
                <a:gd name="connsiteY1" fmla="*/ 28820 h 1575916"/>
                <a:gd name="connsiteX2" fmla="*/ 244962 w 363167"/>
                <a:gd name="connsiteY2" fmla="*/ 28820 h 1575916"/>
                <a:gd name="connsiteX3" fmla="*/ 266474 w 363167"/>
                <a:gd name="connsiteY3" fmla="*/ 50332 h 1575916"/>
                <a:gd name="connsiteX4" fmla="*/ 244962 w 363167"/>
                <a:gd name="connsiteY4" fmla="*/ 1553575 h 1575916"/>
                <a:gd name="connsiteX5" fmla="*/ 0 w 363167"/>
                <a:gd name="connsiteY5" fmla="*/ 1532063 h 1575916"/>
                <a:gd name="connsiteX6" fmla="*/ 0 w 363167"/>
                <a:gd name="connsiteY6" fmla="*/ 50332 h 1575916"/>
                <a:gd name="connsiteX0" fmla="*/ 0 w 274253"/>
                <a:gd name="connsiteY0" fmla="*/ 50332 h 1575916"/>
                <a:gd name="connsiteX1" fmla="*/ 21512 w 274253"/>
                <a:gd name="connsiteY1" fmla="*/ 28820 h 1575916"/>
                <a:gd name="connsiteX2" fmla="*/ 244962 w 274253"/>
                <a:gd name="connsiteY2" fmla="*/ 28820 h 1575916"/>
                <a:gd name="connsiteX3" fmla="*/ 244962 w 274253"/>
                <a:gd name="connsiteY3" fmla="*/ 1553575 h 1575916"/>
                <a:gd name="connsiteX4" fmla="*/ 0 w 274253"/>
                <a:gd name="connsiteY4" fmla="*/ 1532063 h 1575916"/>
                <a:gd name="connsiteX5" fmla="*/ 0 w 274253"/>
                <a:gd name="connsiteY5" fmla="*/ 50332 h 1575916"/>
                <a:gd name="connsiteX0" fmla="*/ 0 w 317127"/>
                <a:gd name="connsiteY0" fmla="*/ 50332 h 1575916"/>
                <a:gd name="connsiteX1" fmla="*/ 21512 w 317127"/>
                <a:gd name="connsiteY1" fmla="*/ 28820 h 1575916"/>
                <a:gd name="connsiteX2" fmla="*/ 244962 w 317127"/>
                <a:gd name="connsiteY2" fmla="*/ 28820 h 1575916"/>
                <a:gd name="connsiteX3" fmla="*/ 244962 w 317127"/>
                <a:gd name="connsiteY3" fmla="*/ 1553575 h 1575916"/>
                <a:gd name="connsiteX4" fmla="*/ 0 w 317127"/>
                <a:gd name="connsiteY4" fmla="*/ 1532063 h 1575916"/>
                <a:gd name="connsiteX5" fmla="*/ 0 w 317127"/>
                <a:gd name="connsiteY5" fmla="*/ 50332 h 1575916"/>
                <a:gd name="connsiteX0" fmla="*/ 0 w 377335"/>
                <a:gd name="connsiteY0" fmla="*/ 50332 h 1575916"/>
                <a:gd name="connsiteX1" fmla="*/ 21512 w 377335"/>
                <a:gd name="connsiteY1" fmla="*/ 28820 h 1575916"/>
                <a:gd name="connsiteX2" fmla="*/ 244962 w 377335"/>
                <a:gd name="connsiteY2" fmla="*/ 28820 h 1575916"/>
                <a:gd name="connsiteX3" fmla="*/ 244962 w 377335"/>
                <a:gd name="connsiteY3" fmla="*/ 1553575 h 1575916"/>
                <a:gd name="connsiteX4" fmla="*/ 0 w 377335"/>
                <a:gd name="connsiteY4" fmla="*/ 1532063 h 1575916"/>
                <a:gd name="connsiteX5" fmla="*/ 0 w 377335"/>
                <a:gd name="connsiteY5" fmla="*/ 50332 h 1575916"/>
                <a:gd name="connsiteX0" fmla="*/ 0 w 366564"/>
                <a:gd name="connsiteY0" fmla="*/ 50332 h 1575916"/>
                <a:gd name="connsiteX1" fmla="*/ 21512 w 366564"/>
                <a:gd name="connsiteY1" fmla="*/ 28820 h 1575916"/>
                <a:gd name="connsiteX2" fmla="*/ 244962 w 366564"/>
                <a:gd name="connsiteY2" fmla="*/ 28820 h 1575916"/>
                <a:gd name="connsiteX3" fmla="*/ 244962 w 366564"/>
                <a:gd name="connsiteY3" fmla="*/ 1553575 h 1575916"/>
                <a:gd name="connsiteX4" fmla="*/ 0 w 366564"/>
                <a:gd name="connsiteY4" fmla="*/ 1532063 h 1575916"/>
                <a:gd name="connsiteX5" fmla="*/ 0 w 366564"/>
                <a:gd name="connsiteY5" fmla="*/ 50332 h 1575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6564" h="1575916">
                  <a:moveTo>
                    <a:pt x="0" y="50332"/>
                  </a:moveTo>
                  <a:cubicBezTo>
                    <a:pt x="0" y="38451"/>
                    <a:pt x="9631" y="28820"/>
                    <a:pt x="21512" y="28820"/>
                  </a:cubicBezTo>
                  <a:cubicBezTo>
                    <a:pt x="72182" y="-2136"/>
                    <a:pt x="180004" y="-16421"/>
                    <a:pt x="244962" y="28820"/>
                  </a:cubicBezTo>
                  <a:cubicBezTo>
                    <a:pt x="351260" y="178177"/>
                    <a:pt x="454860" y="1531635"/>
                    <a:pt x="244962" y="1553575"/>
                  </a:cubicBezTo>
                  <a:cubicBezTo>
                    <a:pt x="176742" y="1581454"/>
                    <a:pt x="12252" y="1592103"/>
                    <a:pt x="0" y="1532063"/>
                  </a:cubicBezTo>
                  <a:lnTo>
                    <a:pt x="0" y="50332"/>
                  </a:ln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2794013E-9504-B71E-07B0-03079ADE853C}"/>
                </a:ext>
              </a:extLst>
            </p:cNvPr>
            <p:cNvSpPr/>
            <p:nvPr/>
          </p:nvSpPr>
          <p:spPr>
            <a:xfrm>
              <a:off x="3957802" y="4114799"/>
              <a:ext cx="146050" cy="146050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8189F8A-5641-6053-074B-8227DFBCB8DE}"/>
                </a:ext>
              </a:extLst>
            </p:cNvPr>
            <p:cNvSpPr/>
            <p:nvPr/>
          </p:nvSpPr>
          <p:spPr>
            <a:xfrm flipV="1">
              <a:off x="2250252" y="5542534"/>
              <a:ext cx="7759699" cy="232333"/>
            </a:xfrm>
            <a:prstGeom prst="rect">
              <a:avLst/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E345D7AB-F7D9-5B6A-6E63-C07627399CF9}"/>
                </a:ext>
              </a:extLst>
            </p:cNvPr>
            <p:cNvSpPr/>
            <p:nvPr/>
          </p:nvSpPr>
          <p:spPr>
            <a:xfrm>
              <a:off x="3903670" y="4617206"/>
              <a:ext cx="937636" cy="937636"/>
            </a:xfrm>
            <a:custGeom>
              <a:avLst/>
              <a:gdLst>
                <a:gd name="connsiteX0" fmla="*/ 468818 w 937636"/>
                <a:gd name="connsiteY0" fmla="*/ 0 h 937636"/>
                <a:gd name="connsiteX1" fmla="*/ 937636 w 937636"/>
                <a:gd name="connsiteY1" fmla="*/ 468818 h 937636"/>
                <a:gd name="connsiteX2" fmla="*/ 468818 w 937636"/>
                <a:gd name="connsiteY2" fmla="*/ 937636 h 937636"/>
                <a:gd name="connsiteX3" fmla="*/ 0 w 937636"/>
                <a:gd name="connsiteY3" fmla="*/ 468818 h 937636"/>
                <a:gd name="connsiteX4" fmla="*/ 468818 w 937636"/>
                <a:gd name="connsiteY4" fmla="*/ 0 h 937636"/>
                <a:gd name="connsiteX5" fmla="*/ 463451 w 937636"/>
                <a:gd name="connsiteY5" fmla="*/ 150263 h 937636"/>
                <a:gd name="connsiteX6" fmla="*/ 144896 w 937636"/>
                <a:gd name="connsiteY6" fmla="*/ 468818 h 937636"/>
                <a:gd name="connsiteX7" fmla="*/ 463451 w 937636"/>
                <a:gd name="connsiteY7" fmla="*/ 787373 h 937636"/>
                <a:gd name="connsiteX8" fmla="*/ 782006 w 937636"/>
                <a:gd name="connsiteY8" fmla="*/ 468818 h 937636"/>
                <a:gd name="connsiteX9" fmla="*/ 463451 w 937636"/>
                <a:gd name="connsiteY9" fmla="*/ 150263 h 937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7636" h="937636">
                  <a:moveTo>
                    <a:pt x="468818" y="0"/>
                  </a:moveTo>
                  <a:cubicBezTo>
                    <a:pt x="727739" y="0"/>
                    <a:pt x="937636" y="209897"/>
                    <a:pt x="937636" y="468818"/>
                  </a:cubicBezTo>
                  <a:cubicBezTo>
                    <a:pt x="937636" y="727739"/>
                    <a:pt x="727739" y="937636"/>
                    <a:pt x="468818" y="937636"/>
                  </a:cubicBezTo>
                  <a:cubicBezTo>
                    <a:pt x="209897" y="937636"/>
                    <a:pt x="0" y="727739"/>
                    <a:pt x="0" y="468818"/>
                  </a:cubicBezTo>
                  <a:cubicBezTo>
                    <a:pt x="0" y="209897"/>
                    <a:pt x="209897" y="0"/>
                    <a:pt x="468818" y="0"/>
                  </a:cubicBezTo>
                  <a:close/>
                  <a:moveTo>
                    <a:pt x="463451" y="150263"/>
                  </a:moveTo>
                  <a:cubicBezTo>
                    <a:pt x="287518" y="150263"/>
                    <a:pt x="144896" y="292885"/>
                    <a:pt x="144896" y="468818"/>
                  </a:cubicBezTo>
                  <a:cubicBezTo>
                    <a:pt x="144896" y="644751"/>
                    <a:pt x="287518" y="787373"/>
                    <a:pt x="463451" y="787373"/>
                  </a:cubicBezTo>
                  <a:cubicBezTo>
                    <a:pt x="639384" y="787373"/>
                    <a:pt x="782006" y="644751"/>
                    <a:pt x="782006" y="468818"/>
                  </a:cubicBezTo>
                  <a:cubicBezTo>
                    <a:pt x="782006" y="292885"/>
                    <a:pt x="639384" y="150263"/>
                    <a:pt x="463451" y="150263"/>
                  </a:cubicBezTo>
                  <a:close/>
                </a:path>
              </a:pathLst>
            </a:custGeom>
            <a:solidFill>
              <a:srgbClr val="44546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262FA5C-0907-CDCF-CF82-F557753CEF93}"/>
                </a:ext>
              </a:extLst>
            </p:cNvPr>
            <p:cNvSpPr/>
            <p:nvPr/>
          </p:nvSpPr>
          <p:spPr>
            <a:xfrm>
              <a:off x="2788378" y="4616140"/>
              <a:ext cx="937636" cy="937636"/>
            </a:xfrm>
            <a:custGeom>
              <a:avLst/>
              <a:gdLst>
                <a:gd name="connsiteX0" fmla="*/ 468818 w 937636"/>
                <a:gd name="connsiteY0" fmla="*/ 0 h 937636"/>
                <a:gd name="connsiteX1" fmla="*/ 937636 w 937636"/>
                <a:gd name="connsiteY1" fmla="*/ 468818 h 937636"/>
                <a:gd name="connsiteX2" fmla="*/ 468818 w 937636"/>
                <a:gd name="connsiteY2" fmla="*/ 937636 h 937636"/>
                <a:gd name="connsiteX3" fmla="*/ 0 w 937636"/>
                <a:gd name="connsiteY3" fmla="*/ 468818 h 937636"/>
                <a:gd name="connsiteX4" fmla="*/ 468818 w 937636"/>
                <a:gd name="connsiteY4" fmla="*/ 0 h 937636"/>
                <a:gd name="connsiteX5" fmla="*/ 463451 w 937636"/>
                <a:gd name="connsiteY5" fmla="*/ 150263 h 937636"/>
                <a:gd name="connsiteX6" fmla="*/ 144896 w 937636"/>
                <a:gd name="connsiteY6" fmla="*/ 468818 h 937636"/>
                <a:gd name="connsiteX7" fmla="*/ 463451 w 937636"/>
                <a:gd name="connsiteY7" fmla="*/ 787373 h 937636"/>
                <a:gd name="connsiteX8" fmla="*/ 782006 w 937636"/>
                <a:gd name="connsiteY8" fmla="*/ 468818 h 937636"/>
                <a:gd name="connsiteX9" fmla="*/ 463451 w 937636"/>
                <a:gd name="connsiteY9" fmla="*/ 150263 h 937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7636" h="937636">
                  <a:moveTo>
                    <a:pt x="468818" y="0"/>
                  </a:moveTo>
                  <a:cubicBezTo>
                    <a:pt x="727739" y="0"/>
                    <a:pt x="937636" y="209897"/>
                    <a:pt x="937636" y="468818"/>
                  </a:cubicBezTo>
                  <a:cubicBezTo>
                    <a:pt x="937636" y="727739"/>
                    <a:pt x="727739" y="937636"/>
                    <a:pt x="468818" y="937636"/>
                  </a:cubicBezTo>
                  <a:cubicBezTo>
                    <a:pt x="209897" y="937636"/>
                    <a:pt x="0" y="727739"/>
                    <a:pt x="0" y="468818"/>
                  </a:cubicBezTo>
                  <a:cubicBezTo>
                    <a:pt x="0" y="209897"/>
                    <a:pt x="209897" y="0"/>
                    <a:pt x="468818" y="0"/>
                  </a:cubicBezTo>
                  <a:close/>
                  <a:moveTo>
                    <a:pt x="463451" y="150263"/>
                  </a:moveTo>
                  <a:cubicBezTo>
                    <a:pt x="287518" y="150263"/>
                    <a:pt x="144896" y="292885"/>
                    <a:pt x="144896" y="468818"/>
                  </a:cubicBezTo>
                  <a:cubicBezTo>
                    <a:pt x="144896" y="644751"/>
                    <a:pt x="287518" y="787373"/>
                    <a:pt x="463451" y="787373"/>
                  </a:cubicBezTo>
                  <a:cubicBezTo>
                    <a:pt x="639384" y="787373"/>
                    <a:pt x="782006" y="644751"/>
                    <a:pt x="782006" y="468818"/>
                  </a:cubicBezTo>
                  <a:cubicBezTo>
                    <a:pt x="782006" y="292885"/>
                    <a:pt x="639384" y="150263"/>
                    <a:pt x="463451" y="150263"/>
                  </a:cubicBezTo>
                  <a:close/>
                </a:path>
              </a:pathLst>
            </a:custGeom>
            <a:solidFill>
              <a:srgbClr val="44546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8270DFA-721F-9668-B8D5-1810E2696A0F}"/>
                </a:ext>
              </a:extLst>
            </p:cNvPr>
            <p:cNvSpPr/>
            <p:nvPr/>
          </p:nvSpPr>
          <p:spPr>
            <a:xfrm>
              <a:off x="5385349" y="4629463"/>
              <a:ext cx="937636" cy="937636"/>
            </a:xfrm>
            <a:custGeom>
              <a:avLst/>
              <a:gdLst>
                <a:gd name="connsiteX0" fmla="*/ 468818 w 937636"/>
                <a:gd name="connsiteY0" fmla="*/ 0 h 937636"/>
                <a:gd name="connsiteX1" fmla="*/ 937636 w 937636"/>
                <a:gd name="connsiteY1" fmla="*/ 468818 h 937636"/>
                <a:gd name="connsiteX2" fmla="*/ 468818 w 937636"/>
                <a:gd name="connsiteY2" fmla="*/ 937636 h 937636"/>
                <a:gd name="connsiteX3" fmla="*/ 0 w 937636"/>
                <a:gd name="connsiteY3" fmla="*/ 468818 h 937636"/>
                <a:gd name="connsiteX4" fmla="*/ 468818 w 937636"/>
                <a:gd name="connsiteY4" fmla="*/ 0 h 937636"/>
                <a:gd name="connsiteX5" fmla="*/ 463451 w 937636"/>
                <a:gd name="connsiteY5" fmla="*/ 150263 h 937636"/>
                <a:gd name="connsiteX6" fmla="*/ 144896 w 937636"/>
                <a:gd name="connsiteY6" fmla="*/ 468818 h 937636"/>
                <a:gd name="connsiteX7" fmla="*/ 463451 w 937636"/>
                <a:gd name="connsiteY7" fmla="*/ 787373 h 937636"/>
                <a:gd name="connsiteX8" fmla="*/ 782006 w 937636"/>
                <a:gd name="connsiteY8" fmla="*/ 468818 h 937636"/>
                <a:gd name="connsiteX9" fmla="*/ 463451 w 937636"/>
                <a:gd name="connsiteY9" fmla="*/ 150263 h 937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7636" h="937636">
                  <a:moveTo>
                    <a:pt x="468818" y="0"/>
                  </a:moveTo>
                  <a:cubicBezTo>
                    <a:pt x="727739" y="0"/>
                    <a:pt x="937636" y="209897"/>
                    <a:pt x="937636" y="468818"/>
                  </a:cubicBezTo>
                  <a:cubicBezTo>
                    <a:pt x="937636" y="727739"/>
                    <a:pt x="727739" y="937636"/>
                    <a:pt x="468818" y="937636"/>
                  </a:cubicBezTo>
                  <a:cubicBezTo>
                    <a:pt x="209897" y="937636"/>
                    <a:pt x="0" y="727739"/>
                    <a:pt x="0" y="468818"/>
                  </a:cubicBezTo>
                  <a:cubicBezTo>
                    <a:pt x="0" y="209897"/>
                    <a:pt x="209897" y="0"/>
                    <a:pt x="468818" y="0"/>
                  </a:cubicBezTo>
                  <a:close/>
                  <a:moveTo>
                    <a:pt x="463451" y="150263"/>
                  </a:moveTo>
                  <a:cubicBezTo>
                    <a:pt x="287518" y="150263"/>
                    <a:pt x="144896" y="292885"/>
                    <a:pt x="144896" y="468818"/>
                  </a:cubicBezTo>
                  <a:cubicBezTo>
                    <a:pt x="144896" y="644751"/>
                    <a:pt x="287518" y="787373"/>
                    <a:pt x="463451" y="787373"/>
                  </a:cubicBezTo>
                  <a:cubicBezTo>
                    <a:pt x="639384" y="787373"/>
                    <a:pt x="782006" y="644751"/>
                    <a:pt x="782006" y="468818"/>
                  </a:cubicBezTo>
                  <a:cubicBezTo>
                    <a:pt x="782006" y="292885"/>
                    <a:pt x="639384" y="150263"/>
                    <a:pt x="463451" y="150263"/>
                  </a:cubicBezTo>
                  <a:close/>
                </a:path>
              </a:pathLst>
            </a:custGeom>
            <a:solidFill>
              <a:srgbClr val="44546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17BD7F40-8674-CD93-D86D-F3EFDFBFE2A2}"/>
                </a:ext>
              </a:extLst>
            </p:cNvPr>
            <p:cNvSpPr/>
            <p:nvPr/>
          </p:nvSpPr>
          <p:spPr>
            <a:xfrm>
              <a:off x="6380952" y="4625182"/>
              <a:ext cx="937636" cy="937636"/>
            </a:xfrm>
            <a:custGeom>
              <a:avLst/>
              <a:gdLst>
                <a:gd name="connsiteX0" fmla="*/ 468818 w 937636"/>
                <a:gd name="connsiteY0" fmla="*/ 0 h 937636"/>
                <a:gd name="connsiteX1" fmla="*/ 937636 w 937636"/>
                <a:gd name="connsiteY1" fmla="*/ 468818 h 937636"/>
                <a:gd name="connsiteX2" fmla="*/ 468818 w 937636"/>
                <a:gd name="connsiteY2" fmla="*/ 937636 h 937636"/>
                <a:gd name="connsiteX3" fmla="*/ 0 w 937636"/>
                <a:gd name="connsiteY3" fmla="*/ 468818 h 937636"/>
                <a:gd name="connsiteX4" fmla="*/ 468818 w 937636"/>
                <a:gd name="connsiteY4" fmla="*/ 0 h 937636"/>
                <a:gd name="connsiteX5" fmla="*/ 463451 w 937636"/>
                <a:gd name="connsiteY5" fmla="*/ 150263 h 937636"/>
                <a:gd name="connsiteX6" fmla="*/ 144896 w 937636"/>
                <a:gd name="connsiteY6" fmla="*/ 468818 h 937636"/>
                <a:gd name="connsiteX7" fmla="*/ 463451 w 937636"/>
                <a:gd name="connsiteY7" fmla="*/ 787373 h 937636"/>
                <a:gd name="connsiteX8" fmla="*/ 782006 w 937636"/>
                <a:gd name="connsiteY8" fmla="*/ 468818 h 937636"/>
                <a:gd name="connsiteX9" fmla="*/ 463451 w 937636"/>
                <a:gd name="connsiteY9" fmla="*/ 150263 h 937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7636" h="937636">
                  <a:moveTo>
                    <a:pt x="468818" y="0"/>
                  </a:moveTo>
                  <a:cubicBezTo>
                    <a:pt x="727739" y="0"/>
                    <a:pt x="937636" y="209897"/>
                    <a:pt x="937636" y="468818"/>
                  </a:cubicBezTo>
                  <a:cubicBezTo>
                    <a:pt x="937636" y="727739"/>
                    <a:pt x="727739" y="937636"/>
                    <a:pt x="468818" y="937636"/>
                  </a:cubicBezTo>
                  <a:cubicBezTo>
                    <a:pt x="209897" y="937636"/>
                    <a:pt x="0" y="727739"/>
                    <a:pt x="0" y="468818"/>
                  </a:cubicBezTo>
                  <a:cubicBezTo>
                    <a:pt x="0" y="209897"/>
                    <a:pt x="209897" y="0"/>
                    <a:pt x="468818" y="0"/>
                  </a:cubicBezTo>
                  <a:close/>
                  <a:moveTo>
                    <a:pt x="463451" y="150263"/>
                  </a:moveTo>
                  <a:cubicBezTo>
                    <a:pt x="287518" y="150263"/>
                    <a:pt x="144896" y="292885"/>
                    <a:pt x="144896" y="468818"/>
                  </a:cubicBezTo>
                  <a:cubicBezTo>
                    <a:pt x="144896" y="644751"/>
                    <a:pt x="287518" y="787373"/>
                    <a:pt x="463451" y="787373"/>
                  </a:cubicBezTo>
                  <a:cubicBezTo>
                    <a:pt x="639384" y="787373"/>
                    <a:pt x="782006" y="644751"/>
                    <a:pt x="782006" y="468818"/>
                  </a:cubicBezTo>
                  <a:cubicBezTo>
                    <a:pt x="782006" y="292885"/>
                    <a:pt x="639384" y="150263"/>
                    <a:pt x="463451" y="150263"/>
                  </a:cubicBezTo>
                  <a:close/>
                </a:path>
              </a:pathLst>
            </a:custGeom>
            <a:solidFill>
              <a:srgbClr val="44546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E8FA83D-CF89-E8FE-E61A-B59FC002B734}"/>
                </a:ext>
              </a:extLst>
            </p:cNvPr>
            <p:cNvSpPr/>
            <p:nvPr/>
          </p:nvSpPr>
          <p:spPr>
            <a:xfrm>
              <a:off x="7831714" y="4625182"/>
              <a:ext cx="937636" cy="937636"/>
            </a:xfrm>
            <a:custGeom>
              <a:avLst/>
              <a:gdLst>
                <a:gd name="connsiteX0" fmla="*/ 468818 w 937636"/>
                <a:gd name="connsiteY0" fmla="*/ 0 h 937636"/>
                <a:gd name="connsiteX1" fmla="*/ 937636 w 937636"/>
                <a:gd name="connsiteY1" fmla="*/ 468818 h 937636"/>
                <a:gd name="connsiteX2" fmla="*/ 468818 w 937636"/>
                <a:gd name="connsiteY2" fmla="*/ 937636 h 937636"/>
                <a:gd name="connsiteX3" fmla="*/ 0 w 937636"/>
                <a:gd name="connsiteY3" fmla="*/ 468818 h 937636"/>
                <a:gd name="connsiteX4" fmla="*/ 468818 w 937636"/>
                <a:gd name="connsiteY4" fmla="*/ 0 h 937636"/>
                <a:gd name="connsiteX5" fmla="*/ 463451 w 937636"/>
                <a:gd name="connsiteY5" fmla="*/ 150263 h 937636"/>
                <a:gd name="connsiteX6" fmla="*/ 144896 w 937636"/>
                <a:gd name="connsiteY6" fmla="*/ 468818 h 937636"/>
                <a:gd name="connsiteX7" fmla="*/ 463451 w 937636"/>
                <a:gd name="connsiteY7" fmla="*/ 787373 h 937636"/>
                <a:gd name="connsiteX8" fmla="*/ 782006 w 937636"/>
                <a:gd name="connsiteY8" fmla="*/ 468818 h 937636"/>
                <a:gd name="connsiteX9" fmla="*/ 463451 w 937636"/>
                <a:gd name="connsiteY9" fmla="*/ 150263 h 937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7636" h="937636">
                  <a:moveTo>
                    <a:pt x="468818" y="0"/>
                  </a:moveTo>
                  <a:cubicBezTo>
                    <a:pt x="727739" y="0"/>
                    <a:pt x="937636" y="209897"/>
                    <a:pt x="937636" y="468818"/>
                  </a:cubicBezTo>
                  <a:cubicBezTo>
                    <a:pt x="937636" y="727739"/>
                    <a:pt x="727739" y="937636"/>
                    <a:pt x="468818" y="937636"/>
                  </a:cubicBezTo>
                  <a:cubicBezTo>
                    <a:pt x="209897" y="937636"/>
                    <a:pt x="0" y="727739"/>
                    <a:pt x="0" y="468818"/>
                  </a:cubicBezTo>
                  <a:cubicBezTo>
                    <a:pt x="0" y="209897"/>
                    <a:pt x="209897" y="0"/>
                    <a:pt x="468818" y="0"/>
                  </a:cubicBezTo>
                  <a:close/>
                  <a:moveTo>
                    <a:pt x="463451" y="150263"/>
                  </a:moveTo>
                  <a:cubicBezTo>
                    <a:pt x="287518" y="150263"/>
                    <a:pt x="144896" y="292885"/>
                    <a:pt x="144896" y="468818"/>
                  </a:cubicBezTo>
                  <a:cubicBezTo>
                    <a:pt x="144896" y="644751"/>
                    <a:pt x="287518" y="787373"/>
                    <a:pt x="463451" y="787373"/>
                  </a:cubicBezTo>
                  <a:cubicBezTo>
                    <a:pt x="639384" y="787373"/>
                    <a:pt x="782006" y="644751"/>
                    <a:pt x="782006" y="468818"/>
                  </a:cubicBezTo>
                  <a:cubicBezTo>
                    <a:pt x="782006" y="292885"/>
                    <a:pt x="639384" y="150263"/>
                    <a:pt x="463451" y="150263"/>
                  </a:cubicBezTo>
                  <a:close/>
                </a:path>
              </a:pathLst>
            </a:custGeom>
            <a:solidFill>
              <a:srgbClr val="44546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EABAAB47-FCE7-CD74-F485-DC2A159B31C7}"/>
                </a:ext>
              </a:extLst>
            </p:cNvPr>
            <p:cNvSpPr/>
            <p:nvPr/>
          </p:nvSpPr>
          <p:spPr>
            <a:xfrm>
              <a:off x="8813658" y="4625182"/>
              <a:ext cx="937636" cy="937636"/>
            </a:xfrm>
            <a:custGeom>
              <a:avLst/>
              <a:gdLst>
                <a:gd name="connsiteX0" fmla="*/ 468818 w 937636"/>
                <a:gd name="connsiteY0" fmla="*/ 0 h 937636"/>
                <a:gd name="connsiteX1" fmla="*/ 937636 w 937636"/>
                <a:gd name="connsiteY1" fmla="*/ 468818 h 937636"/>
                <a:gd name="connsiteX2" fmla="*/ 468818 w 937636"/>
                <a:gd name="connsiteY2" fmla="*/ 937636 h 937636"/>
                <a:gd name="connsiteX3" fmla="*/ 0 w 937636"/>
                <a:gd name="connsiteY3" fmla="*/ 468818 h 937636"/>
                <a:gd name="connsiteX4" fmla="*/ 468818 w 937636"/>
                <a:gd name="connsiteY4" fmla="*/ 0 h 937636"/>
                <a:gd name="connsiteX5" fmla="*/ 463451 w 937636"/>
                <a:gd name="connsiteY5" fmla="*/ 150263 h 937636"/>
                <a:gd name="connsiteX6" fmla="*/ 144896 w 937636"/>
                <a:gd name="connsiteY6" fmla="*/ 468818 h 937636"/>
                <a:gd name="connsiteX7" fmla="*/ 463451 w 937636"/>
                <a:gd name="connsiteY7" fmla="*/ 787373 h 937636"/>
                <a:gd name="connsiteX8" fmla="*/ 782006 w 937636"/>
                <a:gd name="connsiteY8" fmla="*/ 468818 h 937636"/>
                <a:gd name="connsiteX9" fmla="*/ 463451 w 937636"/>
                <a:gd name="connsiteY9" fmla="*/ 150263 h 937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7636" h="937636">
                  <a:moveTo>
                    <a:pt x="468818" y="0"/>
                  </a:moveTo>
                  <a:cubicBezTo>
                    <a:pt x="727739" y="0"/>
                    <a:pt x="937636" y="209897"/>
                    <a:pt x="937636" y="468818"/>
                  </a:cubicBezTo>
                  <a:cubicBezTo>
                    <a:pt x="937636" y="727739"/>
                    <a:pt x="727739" y="937636"/>
                    <a:pt x="468818" y="937636"/>
                  </a:cubicBezTo>
                  <a:cubicBezTo>
                    <a:pt x="209897" y="937636"/>
                    <a:pt x="0" y="727739"/>
                    <a:pt x="0" y="468818"/>
                  </a:cubicBezTo>
                  <a:cubicBezTo>
                    <a:pt x="0" y="209897"/>
                    <a:pt x="209897" y="0"/>
                    <a:pt x="468818" y="0"/>
                  </a:cubicBezTo>
                  <a:close/>
                  <a:moveTo>
                    <a:pt x="463451" y="150263"/>
                  </a:moveTo>
                  <a:cubicBezTo>
                    <a:pt x="287518" y="150263"/>
                    <a:pt x="144896" y="292885"/>
                    <a:pt x="144896" y="468818"/>
                  </a:cubicBezTo>
                  <a:cubicBezTo>
                    <a:pt x="144896" y="644751"/>
                    <a:pt x="287518" y="787373"/>
                    <a:pt x="463451" y="787373"/>
                  </a:cubicBezTo>
                  <a:cubicBezTo>
                    <a:pt x="639384" y="787373"/>
                    <a:pt x="782006" y="644751"/>
                    <a:pt x="782006" y="468818"/>
                  </a:cubicBezTo>
                  <a:cubicBezTo>
                    <a:pt x="782006" y="292885"/>
                    <a:pt x="639384" y="150263"/>
                    <a:pt x="463451" y="150263"/>
                  </a:cubicBezTo>
                  <a:close/>
                </a:path>
              </a:pathLst>
            </a:custGeom>
            <a:solidFill>
              <a:srgbClr val="44546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B3499EDD-14D5-CE9D-44D1-88855B262E2E}"/>
                </a:ext>
              </a:extLst>
            </p:cNvPr>
            <p:cNvSpPr/>
            <p:nvPr/>
          </p:nvSpPr>
          <p:spPr>
            <a:xfrm>
              <a:off x="2868128" y="5101790"/>
              <a:ext cx="1663378" cy="71579"/>
            </a:xfrm>
            <a:prstGeom prst="roundRect">
              <a:avLst/>
            </a:prstGeom>
            <a:solidFill>
              <a:srgbClr val="44546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B81FB2DA-D114-8CB5-0728-DCC8087B653D}"/>
                </a:ext>
              </a:extLst>
            </p:cNvPr>
            <p:cNvSpPr/>
            <p:nvPr/>
          </p:nvSpPr>
          <p:spPr>
            <a:xfrm>
              <a:off x="5479771" y="5118429"/>
              <a:ext cx="1422139" cy="61198"/>
            </a:xfrm>
            <a:prstGeom prst="roundRect">
              <a:avLst/>
            </a:prstGeom>
            <a:solidFill>
              <a:srgbClr val="44546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006D869C-7B03-36DD-75A8-1DEE0D092BB6}"/>
                </a:ext>
              </a:extLst>
            </p:cNvPr>
            <p:cNvSpPr/>
            <p:nvPr/>
          </p:nvSpPr>
          <p:spPr>
            <a:xfrm>
              <a:off x="7950540" y="5118429"/>
              <a:ext cx="1422139" cy="61198"/>
            </a:xfrm>
            <a:prstGeom prst="roundRect">
              <a:avLst/>
            </a:prstGeom>
            <a:solidFill>
              <a:srgbClr val="44546A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B16366E1-7DA4-6793-796C-9F9FC86BD187}"/>
                </a:ext>
              </a:extLst>
            </p:cNvPr>
            <p:cNvSpPr/>
            <p:nvPr/>
          </p:nvSpPr>
          <p:spPr>
            <a:xfrm>
              <a:off x="5440329" y="5112971"/>
              <a:ext cx="82512" cy="82512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F335E1E9-D600-19AA-4FE2-A831EE1EC8E9}"/>
                </a:ext>
              </a:extLst>
            </p:cNvPr>
            <p:cNvSpPr/>
            <p:nvPr/>
          </p:nvSpPr>
          <p:spPr>
            <a:xfrm>
              <a:off x="6850794" y="5112552"/>
              <a:ext cx="82512" cy="82512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1B9A6251-4864-A13B-E53D-0A3C1D04DD47}"/>
                </a:ext>
              </a:extLst>
            </p:cNvPr>
            <p:cNvSpPr/>
            <p:nvPr/>
          </p:nvSpPr>
          <p:spPr>
            <a:xfrm>
              <a:off x="4471303" y="5083709"/>
              <a:ext cx="101066" cy="101066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315B4A28-D365-4424-A75A-09D4B492A854}"/>
                </a:ext>
              </a:extLst>
            </p:cNvPr>
            <p:cNvSpPr/>
            <p:nvPr/>
          </p:nvSpPr>
          <p:spPr>
            <a:xfrm>
              <a:off x="2819321" y="5090422"/>
              <a:ext cx="101066" cy="101066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8DAF705C-4EFE-A3B6-01F1-5D60391D8351}"/>
                </a:ext>
              </a:extLst>
            </p:cNvPr>
            <p:cNvSpPr/>
            <p:nvPr/>
          </p:nvSpPr>
          <p:spPr>
            <a:xfrm>
              <a:off x="7894449" y="5112552"/>
              <a:ext cx="82512" cy="82512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1CB9A5F1-37B2-E1E6-F724-4ACC816102C9}"/>
                </a:ext>
              </a:extLst>
            </p:cNvPr>
            <p:cNvSpPr/>
            <p:nvPr/>
          </p:nvSpPr>
          <p:spPr>
            <a:xfrm>
              <a:off x="9321110" y="5112552"/>
              <a:ext cx="82512" cy="82512"/>
            </a:xfrm>
            <a:prstGeom prst="ellipse">
              <a:avLst/>
            </a:pr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8784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C5D512E-F328-07C7-CD32-5211029EA8F7}"/>
              </a:ext>
            </a:extLst>
          </p:cNvPr>
          <p:cNvGrpSpPr/>
          <p:nvPr/>
        </p:nvGrpSpPr>
        <p:grpSpPr>
          <a:xfrm>
            <a:off x="1414805" y="525715"/>
            <a:ext cx="7228789" cy="6720970"/>
            <a:chOff x="4069442" y="1231617"/>
            <a:chExt cx="3702050" cy="3441983"/>
          </a:xfrm>
        </p:grpSpPr>
        <p:sp>
          <p:nvSpPr>
            <p:cNvPr id="5" name="Isosceles Triangle 29">
              <a:extLst>
                <a:ext uri="{FF2B5EF4-FFF2-40B4-BE49-F238E27FC236}">
                  <a16:creationId xmlns:a16="http://schemas.microsoft.com/office/drawing/2014/main" id="{9C5F7D5E-C627-8BA4-87D6-E7DE88FA94D9}"/>
                </a:ext>
              </a:extLst>
            </p:cNvPr>
            <p:cNvSpPr/>
            <p:nvPr/>
          </p:nvSpPr>
          <p:spPr>
            <a:xfrm rot="21082540">
              <a:off x="4901588" y="1231617"/>
              <a:ext cx="2744528" cy="3196119"/>
            </a:xfrm>
            <a:custGeom>
              <a:avLst/>
              <a:gdLst>
                <a:gd name="connsiteX0" fmla="*/ 0 w 1955800"/>
                <a:gd name="connsiteY0" fmla="*/ 2578100 h 2578100"/>
                <a:gd name="connsiteX1" fmla="*/ 977900 w 1955800"/>
                <a:gd name="connsiteY1" fmla="*/ 0 h 2578100"/>
                <a:gd name="connsiteX2" fmla="*/ 1955800 w 1955800"/>
                <a:gd name="connsiteY2" fmla="*/ 2578100 h 2578100"/>
                <a:gd name="connsiteX3" fmla="*/ 0 w 1955800"/>
                <a:gd name="connsiteY3" fmla="*/ 2578100 h 2578100"/>
                <a:gd name="connsiteX0" fmla="*/ 0 w 2142177"/>
                <a:gd name="connsiteY0" fmla="*/ 2578100 h 3043107"/>
                <a:gd name="connsiteX1" fmla="*/ 977900 w 2142177"/>
                <a:gd name="connsiteY1" fmla="*/ 0 h 3043107"/>
                <a:gd name="connsiteX2" fmla="*/ 2142177 w 2142177"/>
                <a:gd name="connsiteY2" fmla="*/ 3043107 h 3043107"/>
                <a:gd name="connsiteX3" fmla="*/ 0 w 2142177"/>
                <a:gd name="connsiteY3" fmla="*/ 2578100 h 3043107"/>
                <a:gd name="connsiteX0" fmla="*/ 0 w 2744528"/>
                <a:gd name="connsiteY0" fmla="*/ 2653730 h 3043107"/>
                <a:gd name="connsiteX1" fmla="*/ 1580251 w 2744528"/>
                <a:gd name="connsiteY1" fmla="*/ 0 h 3043107"/>
                <a:gd name="connsiteX2" fmla="*/ 2744528 w 2744528"/>
                <a:gd name="connsiteY2" fmla="*/ 3043107 h 3043107"/>
                <a:gd name="connsiteX3" fmla="*/ 0 w 2744528"/>
                <a:gd name="connsiteY3" fmla="*/ 2653730 h 3043107"/>
                <a:gd name="connsiteX0" fmla="*/ 0 w 2744528"/>
                <a:gd name="connsiteY0" fmla="*/ 2736686 h 3126063"/>
                <a:gd name="connsiteX1" fmla="*/ 1541452 w 2744528"/>
                <a:gd name="connsiteY1" fmla="*/ 0 h 3126063"/>
                <a:gd name="connsiteX2" fmla="*/ 2744528 w 2744528"/>
                <a:gd name="connsiteY2" fmla="*/ 3126063 h 3126063"/>
                <a:gd name="connsiteX3" fmla="*/ 0 w 2744528"/>
                <a:gd name="connsiteY3" fmla="*/ 2736686 h 3126063"/>
                <a:gd name="connsiteX0" fmla="*/ 0 w 2744528"/>
                <a:gd name="connsiteY0" fmla="*/ 2736686 h 3196119"/>
                <a:gd name="connsiteX1" fmla="*/ 1541452 w 2744528"/>
                <a:gd name="connsiteY1" fmla="*/ 0 h 3196119"/>
                <a:gd name="connsiteX2" fmla="*/ 2744528 w 2744528"/>
                <a:gd name="connsiteY2" fmla="*/ 3126063 h 3196119"/>
                <a:gd name="connsiteX3" fmla="*/ 0 w 2744528"/>
                <a:gd name="connsiteY3" fmla="*/ 2736686 h 3196119"/>
                <a:gd name="connsiteX0" fmla="*/ 0 w 2744528"/>
                <a:gd name="connsiteY0" fmla="*/ 2736686 h 3196119"/>
                <a:gd name="connsiteX1" fmla="*/ 1541452 w 2744528"/>
                <a:gd name="connsiteY1" fmla="*/ 0 h 3196119"/>
                <a:gd name="connsiteX2" fmla="*/ 2744528 w 2744528"/>
                <a:gd name="connsiteY2" fmla="*/ 3126063 h 3196119"/>
                <a:gd name="connsiteX3" fmla="*/ 0 w 2744528"/>
                <a:gd name="connsiteY3" fmla="*/ 2736686 h 3196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4528" h="3196119">
                  <a:moveTo>
                    <a:pt x="0" y="2736686"/>
                  </a:moveTo>
                  <a:lnTo>
                    <a:pt x="1541452" y="0"/>
                  </a:lnTo>
                  <a:lnTo>
                    <a:pt x="2744528" y="3126063"/>
                  </a:lnTo>
                  <a:cubicBezTo>
                    <a:pt x="1912577" y="3381355"/>
                    <a:pt x="914843" y="2866478"/>
                    <a:pt x="0" y="2736686"/>
                  </a:cubicBez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8D7BEAD-E044-C505-3B91-B4DC270D4894}"/>
                </a:ext>
              </a:extLst>
            </p:cNvPr>
            <p:cNvCxnSpPr/>
            <p:nvPr/>
          </p:nvCxnSpPr>
          <p:spPr>
            <a:xfrm>
              <a:off x="6185004" y="1267853"/>
              <a:ext cx="88900" cy="3303432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7" name="Rectangle: Rounded Corners 1">
              <a:extLst>
                <a:ext uri="{FF2B5EF4-FFF2-40B4-BE49-F238E27FC236}">
                  <a16:creationId xmlns:a16="http://schemas.microsoft.com/office/drawing/2014/main" id="{87A55EC3-058E-17F8-8A4C-5A348FC6A7C6}"/>
                </a:ext>
              </a:extLst>
            </p:cNvPr>
            <p:cNvSpPr/>
            <p:nvPr/>
          </p:nvSpPr>
          <p:spPr>
            <a:xfrm>
              <a:off x="4069442" y="4223964"/>
              <a:ext cx="3702050" cy="449636"/>
            </a:xfrm>
            <a:custGeom>
              <a:avLst/>
              <a:gdLst>
                <a:gd name="connsiteX0" fmla="*/ 0 w 3454400"/>
                <a:gd name="connsiteY0" fmla="*/ 48446 h 290668"/>
                <a:gd name="connsiteX1" fmla="*/ 48446 w 3454400"/>
                <a:gd name="connsiteY1" fmla="*/ 0 h 290668"/>
                <a:gd name="connsiteX2" fmla="*/ 3405954 w 3454400"/>
                <a:gd name="connsiteY2" fmla="*/ 0 h 290668"/>
                <a:gd name="connsiteX3" fmla="*/ 3454400 w 3454400"/>
                <a:gd name="connsiteY3" fmla="*/ 48446 h 290668"/>
                <a:gd name="connsiteX4" fmla="*/ 3454400 w 3454400"/>
                <a:gd name="connsiteY4" fmla="*/ 242222 h 290668"/>
                <a:gd name="connsiteX5" fmla="*/ 3405954 w 3454400"/>
                <a:gd name="connsiteY5" fmla="*/ 290668 h 290668"/>
                <a:gd name="connsiteX6" fmla="*/ 48446 w 3454400"/>
                <a:gd name="connsiteY6" fmla="*/ 290668 h 290668"/>
                <a:gd name="connsiteX7" fmla="*/ 0 w 3454400"/>
                <a:gd name="connsiteY7" fmla="*/ 242222 h 290668"/>
                <a:gd name="connsiteX8" fmla="*/ 0 w 3454400"/>
                <a:gd name="connsiteY8" fmla="*/ 48446 h 290668"/>
                <a:gd name="connsiteX0" fmla="*/ 11287 w 3465687"/>
                <a:gd name="connsiteY0" fmla="*/ 67496 h 309718"/>
                <a:gd name="connsiteX1" fmla="*/ 12108 w 3465687"/>
                <a:gd name="connsiteY1" fmla="*/ 0 h 309718"/>
                <a:gd name="connsiteX2" fmla="*/ 3417241 w 3465687"/>
                <a:gd name="connsiteY2" fmla="*/ 19050 h 309718"/>
                <a:gd name="connsiteX3" fmla="*/ 3465687 w 3465687"/>
                <a:gd name="connsiteY3" fmla="*/ 67496 h 309718"/>
                <a:gd name="connsiteX4" fmla="*/ 3465687 w 3465687"/>
                <a:gd name="connsiteY4" fmla="*/ 261272 h 309718"/>
                <a:gd name="connsiteX5" fmla="*/ 3417241 w 3465687"/>
                <a:gd name="connsiteY5" fmla="*/ 309718 h 309718"/>
                <a:gd name="connsiteX6" fmla="*/ 59733 w 3465687"/>
                <a:gd name="connsiteY6" fmla="*/ 309718 h 309718"/>
                <a:gd name="connsiteX7" fmla="*/ 11287 w 3465687"/>
                <a:gd name="connsiteY7" fmla="*/ 261272 h 309718"/>
                <a:gd name="connsiteX8" fmla="*/ 11287 w 3465687"/>
                <a:gd name="connsiteY8" fmla="*/ 67496 h 309718"/>
                <a:gd name="connsiteX0" fmla="*/ 0 w 3492500"/>
                <a:gd name="connsiteY0" fmla="*/ 67496 h 309718"/>
                <a:gd name="connsiteX1" fmla="*/ 38921 w 3492500"/>
                <a:gd name="connsiteY1" fmla="*/ 0 h 309718"/>
                <a:gd name="connsiteX2" fmla="*/ 3444054 w 3492500"/>
                <a:gd name="connsiteY2" fmla="*/ 19050 h 309718"/>
                <a:gd name="connsiteX3" fmla="*/ 3492500 w 3492500"/>
                <a:gd name="connsiteY3" fmla="*/ 67496 h 309718"/>
                <a:gd name="connsiteX4" fmla="*/ 3492500 w 3492500"/>
                <a:gd name="connsiteY4" fmla="*/ 261272 h 309718"/>
                <a:gd name="connsiteX5" fmla="*/ 3444054 w 3492500"/>
                <a:gd name="connsiteY5" fmla="*/ 309718 h 309718"/>
                <a:gd name="connsiteX6" fmla="*/ 86546 w 3492500"/>
                <a:gd name="connsiteY6" fmla="*/ 309718 h 309718"/>
                <a:gd name="connsiteX7" fmla="*/ 38100 w 3492500"/>
                <a:gd name="connsiteY7" fmla="*/ 261272 h 309718"/>
                <a:gd name="connsiteX8" fmla="*/ 0 w 3492500"/>
                <a:gd name="connsiteY8" fmla="*/ 67496 h 309718"/>
                <a:gd name="connsiteX0" fmla="*/ 0 w 3492500"/>
                <a:gd name="connsiteY0" fmla="*/ 67496 h 309718"/>
                <a:gd name="connsiteX1" fmla="*/ 38921 w 3492500"/>
                <a:gd name="connsiteY1" fmla="*/ 0 h 309718"/>
                <a:gd name="connsiteX2" fmla="*/ 3444054 w 3492500"/>
                <a:gd name="connsiteY2" fmla="*/ 19050 h 309718"/>
                <a:gd name="connsiteX3" fmla="*/ 3492500 w 3492500"/>
                <a:gd name="connsiteY3" fmla="*/ 67496 h 309718"/>
                <a:gd name="connsiteX4" fmla="*/ 3492500 w 3492500"/>
                <a:gd name="connsiteY4" fmla="*/ 261272 h 309718"/>
                <a:gd name="connsiteX5" fmla="*/ 3444054 w 3492500"/>
                <a:gd name="connsiteY5" fmla="*/ 309718 h 309718"/>
                <a:gd name="connsiteX6" fmla="*/ 86546 w 3492500"/>
                <a:gd name="connsiteY6" fmla="*/ 309718 h 309718"/>
                <a:gd name="connsiteX7" fmla="*/ 85725 w 3492500"/>
                <a:gd name="connsiteY7" fmla="*/ 242222 h 309718"/>
                <a:gd name="connsiteX8" fmla="*/ 0 w 3492500"/>
                <a:gd name="connsiteY8" fmla="*/ 67496 h 309718"/>
                <a:gd name="connsiteX0" fmla="*/ 0 w 3492500"/>
                <a:gd name="connsiteY0" fmla="*/ 67496 h 309718"/>
                <a:gd name="connsiteX1" fmla="*/ 38921 w 3492500"/>
                <a:gd name="connsiteY1" fmla="*/ 0 h 309718"/>
                <a:gd name="connsiteX2" fmla="*/ 3444054 w 3492500"/>
                <a:gd name="connsiteY2" fmla="*/ 19050 h 309718"/>
                <a:gd name="connsiteX3" fmla="*/ 3492500 w 3492500"/>
                <a:gd name="connsiteY3" fmla="*/ 67496 h 309718"/>
                <a:gd name="connsiteX4" fmla="*/ 3492500 w 3492500"/>
                <a:gd name="connsiteY4" fmla="*/ 261272 h 309718"/>
                <a:gd name="connsiteX5" fmla="*/ 3444054 w 3492500"/>
                <a:gd name="connsiteY5" fmla="*/ 309718 h 309718"/>
                <a:gd name="connsiteX6" fmla="*/ 210371 w 3492500"/>
                <a:gd name="connsiteY6" fmla="*/ 281143 h 309718"/>
                <a:gd name="connsiteX7" fmla="*/ 85725 w 3492500"/>
                <a:gd name="connsiteY7" fmla="*/ 242222 h 309718"/>
                <a:gd name="connsiteX8" fmla="*/ 0 w 3492500"/>
                <a:gd name="connsiteY8" fmla="*/ 67496 h 309718"/>
                <a:gd name="connsiteX0" fmla="*/ 0 w 3702050"/>
                <a:gd name="connsiteY0" fmla="*/ 202760 h 444982"/>
                <a:gd name="connsiteX1" fmla="*/ 38921 w 3702050"/>
                <a:gd name="connsiteY1" fmla="*/ 135264 h 444982"/>
                <a:gd name="connsiteX2" fmla="*/ 3444054 w 3702050"/>
                <a:gd name="connsiteY2" fmla="*/ 154314 h 444982"/>
                <a:gd name="connsiteX3" fmla="*/ 3702050 w 3702050"/>
                <a:gd name="connsiteY3" fmla="*/ 2735 h 444982"/>
                <a:gd name="connsiteX4" fmla="*/ 3492500 w 3702050"/>
                <a:gd name="connsiteY4" fmla="*/ 396536 h 444982"/>
                <a:gd name="connsiteX5" fmla="*/ 3444054 w 3702050"/>
                <a:gd name="connsiteY5" fmla="*/ 444982 h 444982"/>
                <a:gd name="connsiteX6" fmla="*/ 210371 w 3702050"/>
                <a:gd name="connsiteY6" fmla="*/ 416407 h 444982"/>
                <a:gd name="connsiteX7" fmla="*/ 85725 w 3702050"/>
                <a:gd name="connsiteY7" fmla="*/ 377486 h 444982"/>
                <a:gd name="connsiteX8" fmla="*/ 0 w 3702050"/>
                <a:gd name="connsiteY8" fmla="*/ 202760 h 444982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492500 w 3702050"/>
                <a:gd name="connsiteY4" fmla="*/ 401190 h 449636"/>
                <a:gd name="connsiteX5" fmla="*/ 3444054 w 3702050"/>
                <a:gd name="connsiteY5" fmla="*/ 449636 h 449636"/>
                <a:gd name="connsiteX6" fmla="*/ 210371 w 3702050"/>
                <a:gd name="connsiteY6" fmla="*/ 421061 h 449636"/>
                <a:gd name="connsiteX7" fmla="*/ 85725 w 3702050"/>
                <a:gd name="connsiteY7" fmla="*/ 382140 h 449636"/>
                <a:gd name="connsiteX8" fmla="*/ 0 w 3702050"/>
                <a:gd name="connsiteY8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425825 w 3702050"/>
                <a:gd name="connsiteY4" fmla="*/ 382140 h 449636"/>
                <a:gd name="connsiteX5" fmla="*/ 3444054 w 3702050"/>
                <a:gd name="connsiteY5" fmla="*/ 449636 h 449636"/>
                <a:gd name="connsiteX6" fmla="*/ 210371 w 3702050"/>
                <a:gd name="connsiteY6" fmla="*/ 421061 h 449636"/>
                <a:gd name="connsiteX7" fmla="*/ 85725 w 3702050"/>
                <a:gd name="connsiteY7" fmla="*/ 382140 h 449636"/>
                <a:gd name="connsiteX8" fmla="*/ 0 w 3702050"/>
                <a:gd name="connsiteY8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44405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34880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34880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34880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34880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34880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34880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02050" h="449636">
                  <a:moveTo>
                    <a:pt x="0" y="207414"/>
                  </a:moveTo>
                  <a:cubicBezTo>
                    <a:pt x="0" y="180658"/>
                    <a:pt x="12165" y="139918"/>
                    <a:pt x="38921" y="139918"/>
                  </a:cubicBezTo>
                  <a:cubicBezTo>
                    <a:pt x="1173965" y="104993"/>
                    <a:pt x="2194710" y="241518"/>
                    <a:pt x="3444054" y="35143"/>
                  </a:cubicBezTo>
                  <a:cubicBezTo>
                    <a:pt x="3470810" y="35143"/>
                    <a:pt x="3702050" y="-19367"/>
                    <a:pt x="3702050" y="7389"/>
                  </a:cubicBezTo>
                  <a:cubicBezTo>
                    <a:pt x="3584301" y="154805"/>
                    <a:pt x="3399878" y="273645"/>
                    <a:pt x="3348804" y="449636"/>
                  </a:cubicBezTo>
                  <a:lnTo>
                    <a:pt x="210371" y="421061"/>
                  </a:lnTo>
                  <a:cubicBezTo>
                    <a:pt x="183615" y="421061"/>
                    <a:pt x="85725" y="408896"/>
                    <a:pt x="85725" y="382140"/>
                  </a:cubicBezTo>
                  <a:lnTo>
                    <a:pt x="0" y="207414"/>
                  </a:lnTo>
                  <a:close/>
                </a:path>
              </a:pathLst>
            </a:custGeom>
            <a:solidFill>
              <a:srgbClr val="ED7D31">
                <a:lumMod val="50000"/>
              </a:srgb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F14A55B-E87A-2D1C-3EA9-F4012FE8828C}"/>
              </a:ext>
            </a:extLst>
          </p:cNvPr>
          <p:cNvGrpSpPr/>
          <p:nvPr/>
        </p:nvGrpSpPr>
        <p:grpSpPr>
          <a:xfrm>
            <a:off x="6288289" y="-352264"/>
            <a:ext cx="7228789" cy="6720970"/>
            <a:chOff x="4069442" y="1231617"/>
            <a:chExt cx="3702050" cy="3441983"/>
          </a:xfrm>
        </p:grpSpPr>
        <p:sp>
          <p:nvSpPr>
            <p:cNvPr id="3" name="Isosceles Triangle 29">
              <a:extLst>
                <a:ext uri="{FF2B5EF4-FFF2-40B4-BE49-F238E27FC236}">
                  <a16:creationId xmlns:a16="http://schemas.microsoft.com/office/drawing/2014/main" id="{2D1DD546-5871-25EF-B675-C3B91A163999}"/>
                </a:ext>
              </a:extLst>
            </p:cNvPr>
            <p:cNvSpPr/>
            <p:nvPr/>
          </p:nvSpPr>
          <p:spPr>
            <a:xfrm rot="21082540">
              <a:off x="4901588" y="1231617"/>
              <a:ext cx="2744528" cy="3196119"/>
            </a:xfrm>
            <a:custGeom>
              <a:avLst/>
              <a:gdLst>
                <a:gd name="connsiteX0" fmla="*/ 0 w 1955800"/>
                <a:gd name="connsiteY0" fmla="*/ 2578100 h 2578100"/>
                <a:gd name="connsiteX1" fmla="*/ 977900 w 1955800"/>
                <a:gd name="connsiteY1" fmla="*/ 0 h 2578100"/>
                <a:gd name="connsiteX2" fmla="*/ 1955800 w 1955800"/>
                <a:gd name="connsiteY2" fmla="*/ 2578100 h 2578100"/>
                <a:gd name="connsiteX3" fmla="*/ 0 w 1955800"/>
                <a:gd name="connsiteY3" fmla="*/ 2578100 h 2578100"/>
                <a:gd name="connsiteX0" fmla="*/ 0 w 2142177"/>
                <a:gd name="connsiteY0" fmla="*/ 2578100 h 3043107"/>
                <a:gd name="connsiteX1" fmla="*/ 977900 w 2142177"/>
                <a:gd name="connsiteY1" fmla="*/ 0 h 3043107"/>
                <a:gd name="connsiteX2" fmla="*/ 2142177 w 2142177"/>
                <a:gd name="connsiteY2" fmla="*/ 3043107 h 3043107"/>
                <a:gd name="connsiteX3" fmla="*/ 0 w 2142177"/>
                <a:gd name="connsiteY3" fmla="*/ 2578100 h 3043107"/>
                <a:gd name="connsiteX0" fmla="*/ 0 w 2744528"/>
                <a:gd name="connsiteY0" fmla="*/ 2653730 h 3043107"/>
                <a:gd name="connsiteX1" fmla="*/ 1580251 w 2744528"/>
                <a:gd name="connsiteY1" fmla="*/ 0 h 3043107"/>
                <a:gd name="connsiteX2" fmla="*/ 2744528 w 2744528"/>
                <a:gd name="connsiteY2" fmla="*/ 3043107 h 3043107"/>
                <a:gd name="connsiteX3" fmla="*/ 0 w 2744528"/>
                <a:gd name="connsiteY3" fmla="*/ 2653730 h 3043107"/>
                <a:gd name="connsiteX0" fmla="*/ 0 w 2744528"/>
                <a:gd name="connsiteY0" fmla="*/ 2736686 h 3126063"/>
                <a:gd name="connsiteX1" fmla="*/ 1541452 w 2744528"/>
                <a:gd name="connsiteY1" fmla="*/ 0 h 3126063"/>
                <a:gd name="connsiteX2" fmla="*/ 2744528 w 2744528"/>
                <a:gd name="connsiteY2" fmla="*/ 3126063 h 3126063"/>
                <a:gd name="connsiteX3" fmla="*/ 0 w 2744528"/>
                <a:gd name="connsiteY3" fmla="*/ 2736686 h 3126063"/>
                <a:gd name="connsiteX0" fmla="*/ 0 w 2744528"/>
                <a:gd name="connsiteY0" fmla="*/ 2736686 h 3196119"/>
                <a:gd name="connsiteX1" fmla="*/ 1541452 w 2744528"/>
                <a:gd name="connsiteY1" fmla="*/ 0 h 3196119"/>
                <a:gd name="connsiteX2" fmla="*/ 2744528 w 2744528"/>
                <a:gd name="connsiteY2" fmla="*/ 3126063 h 3196119"/>
                <a:gd name="connsiteX3" fmla="*/ 0 w 2744528"/>
                <a:gd name="connsiteY3" fmla="*/ 2736686 h 3196119"/>
                <a:gd name="connsiteX0" fmla="*/ 0 w 2744528"/>
                <a:gd name="connsiteY0" fmla="*/ 2736686 h 3196119"/>
                <a:gd name="connsiteX1" fmla="*/ 1541452 w 2744528"/>
                <a:gd name="connsiteY1" fmla="*/ 0 h 3196119"/>
                <a:gd name="connsiteX2" fmla="*/ 2744528 w 2744528"/>
                <a:gd name="connsiteY2" fmla="*/ 3126063 h 3196119"/>
                <a:gd name="connsiteX3" fmla="*/ 0 w 2744528"/>
                <a:gd name="connsiteY3" fmla="*/ 2736686 h 3196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4528" h="3196119">
                  <a:moveTo>
                    <a:pt x="0" y="2736686"/>
                  </a:moveTo>
                  <a:lnTo>
                    <a:pt x="1541452" y="0"/>
                  </a:lnTo>
                  <a:lnTo>
                    <a:pt x="2744528" y="3126063"/>
                  </a:lnTo>
                  <a:cubicBezTo>
                    <a:pt x="1912577" y="3381355"/>
                    <a:pt x="914843" y="2866478"/>
                    <a:pt x="0" y="2736686"/>
                  </a:cubicBez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3B78073-A019-D497-C61B-4C230C2EB8DA}"/>
                </a:ext>
              </a:extLst>
            </p:cNvPr>
            <p:cNvCxnSpPr/>
            <p:nvPr/>
          </p:nvCxnSpPr>
          <p:spPr>
            <a:xfrm>
              <a:off x="6185004" y="1267853"/>
              <a:ext cx="88900" cy="3303432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9" name="Rectangle: Rounded Corners 1">
              <a:extLst>
                <a:ext uri="{FF2B5EF4-FFF2-40B4-BE49-F238E27FC236}">
                  <a16:creationId xmlns:a16="http://schemas.microsoft.com/office/drawing/2014/main" id="{2944D29F-75CF-DD09-77B8-3ABDC351C6BB}"/>
                </a:ext>
              </a:extLst>
            </p:cNvPr>
            <p:cNvSpPr/>
            <p:nvPr/>
          </p:nvSpPr>
          <p:spPr>
            <a:xfrm>
              <a:off x="4069442" y="4223964"/>
              <a:ext cx="3702050" cy="449636"/>
            </a:xfrm>
            <a:custGeom>
              <a:avLst/>
              <a:gdLst>
                <a:gd name="connsiteX0" fmla="*/ 0 w 3454400"/>
                <a:gd name="connsiteY0" fmla="*/ 48446 h 290668"/>
                <a:gd name="connsiteX1" fmla="*/ 48446 w 3454400"/>
                <a:gd name="connsiteY1" fmla="*/ 0 h 290668"/>
                <a:gd name="connsiteX2" fmla="*/ 3405954 w 3454400"/>
                <a:gd name="connsiteY2" fmla="*/ 0 h 290668"/>
                <a:gd name="connsiteX3" fmla="*/ 3454400 w 3454400"/>
                <a:gd name="connsiteY3" fmla="*/ 48446 h 290668"/>
                <a:gd name="connsiteX4" fmla="*/ 3454400 w 3454400"/>
                <a:gd name="connsiteY4" fmla="*/ 242222 h 290668"/>
                <a:gd name="connsiteX5" fmla="*/ 3405954 w 3454400"/>
                <a:gd name="connsiteY5" fmla="*/ 290668 h 290668"/>
                <a:gd name="connsiteX6" fmla="*/ 48446 w 3454400"/>
                <a:gd name="connsiteY6" fmla="*/ 290668 h 290668"/>
                <a:gd name="connsiteX7" fmla="*/ 0 w 3454400"/>
                <a:gd name="connsiteY7" fmla="*/ 242222 h 290668"/>
                <a:gd name="connsiteX8" fmla="*/ 0 w 3454400"/>
                <a:gd name="connsiteY8" fmla="*/ 48446 h 290668"/>
                <a:gd name="connsiteX0" fmla="*/ 11287 w 3465687"/>
                <a:gd name="connsiteY0" fmla="*/ 67496 h 309718"/>
                <a:gd name="connsiteX1" fmla="*/ 12108 w 3465687"/>
                <a:gd name="connsiteY1" fmla="*/ 0 h 309718"/>
                <a:gd name="connsiteX2" fmla="*/ 3417241 w 3465687"/>
                <a:gd name="connsiteY2" fmla="*/ 19050 h 309718"/>
                <a:gd name="connsiteX3" fmla="*/ 3465687 w 3465687"/>
                <a:gd name="connsiteY3" fmla="*/ 67496 h 309718"/>
                <a:gd name="connsiteX4" fmla="*/ 3465687 w 3465687"/>
                <a:gd name="connsiteY4" fmla="*/ 261272 h 309718"/>
                <a:gd name="connsiteX5" fmla="*/ 3417241 w 3465687"/>
                <a:gd name="connsiteY5" fmla="*/ 309718 h 309718"/>
                <a:gd name="connsiteX6" fmla="*/ 59733 w 3465687"/>
                <a:gd name="connsiteY6" fmla="*/ 309718 h 309718"/>
                <a:gd name="connsiteX7" fmla="*/ 11287 w 3465687"/>
                <a:gd name="connsiteY7" fmla="*/ 261272 h 309718"/>
                <a:gd name="connsiteX8" fmla="*/ 11287 w 3465687"/>
                <a:gd name="connsiteY8" fmla="*/ 67496 h 309718"/>
                <a:gd name="connsiteX0" fmla="*/ 0 w 3492500"/>
                <a:gd name="connsiteY0" fmla="*/ 67496 h 309718"/>
                <a:gd name="connsiteX1" fmla="*/ 38921 w 3492500"/>
                <a:gd name="connsiteY1" fmla="*/ 0 h 309718"/>
                <a:gd name="connsiteX2" fmla="*/ 3444054 w 3492500"/>
                <a:gd name="connsiteY2" fmla="*/ 19050 h 309718"/>
                <a:gd name="connsiteX3" fmla="*/ 3492500 w 3492500"/>
                <a:gd name="connsiteY3" fmla="*/ 67496 h 309718"/>
                <a:gd name="connsiteX4" fmla="*/ 3492500 w 3492500"/>
                <a:gd name="connsiteY4" fmla="*/ 261272 h 309718"/>
                <a:gd name="connsiteX5" fmla="*/ 3444054 w 3492500"/>
                <a:gd name="connsiteY5" fmla="*/ 309718 h 309718"/>
                <a:gd name="connsiteX6" fmla="*/ 86546 w 3492500"/>
                <a:gd name="connsiteY6" fmla="*/ 309718 h 309718"/>
                <a:gd name="connsiteX7" fmla="*/ 38100 w 3492500"/>
                <a:gd name="connsiteY7" fmla="*/ 261272 h 309718"/>
                <a:gd name="connsiteX8" fmla="*/ 0 w 3492500"/>
                <a:gd name="connsiteY8" fmla="*/ 67496 h 309718"/>
                <a:gd name="connsiteX0" fmla="*/ 0 w 3492500"/>
                <a:gd name="connsiteY0" fmla="*/ 67496 h 309718"/>
                <a:gd name="connsiteX1" fmla="*/ 38921 w 3492500"/>
                <a:gd name="connsiteY1" fmla="*/ 0 h 309718"/>
                <a:gd name="connsiteX2" fmla="*/ 3444054 w 3492500"/>
                <a:gd name="connsiteY2" fmla="*/ 19050 h 309718"/>
                <a:gd name="connsiteX3" fmla="*/ 3492500 w 3492500"/>
                <a:gd name="connsiteY3" fmla="*/ 67496 h 309718"/>
                <a:gd name="connsiteX4" fmla="*/ 3492500 w 3492500"/>
                <a:gd name="connsiteY4" fmla="*/ 261272 h 309718"/>
                <a:gd name="connsiteX5" fmla="*/ 3444054 w 3492500"/>
                <a:gd name="connsiteY5" fmla="*/ 309718 h 309718"/>
                <a:gd name="connsiteX6" fmla="*/ 86546 w 3492500"/>
                <a:gd name="connsiteY6" fmla="*/ 309718 h 309718"/>
                <a:gd name="connsiteX7" fmla="*/ 85725 w 3492500"/>
                <a:gd name="connsiteY7" fmla="*/ 242222 h 309718"/>
                <a:gd name="connsiteX8" fmla="*/ 0 w 3492500"/>
                <a:gd name="connsiteY8" fmla="*/ 67496 h 309718"/>
                <a:gd name="connsiteX0" fmla="*/ 0 w 3492500"/>
                <a:gd name="connsiteY0" fmla="*/ 67496 h 309718"/>
                <a:gd name="connsiteX1" fmla="*/ 38921 w 3492500"/>
                <a:gd name="connsiteY1" fmla="*/ 0 h 309718"/>
                <a:gd name="connsiteX2" fmla="*/ 3444054 w 3492500"/>
                <a:gd name="connsiteY2" fmla="*/ 19050 h 309718"/>
                <a:gd name="connsiteX3" fmla="*/ 3492500 w 3492500"/>
                <a:gd name="connsiteY3" fmla="*/ 67496 h 309718"/>
                <a:gd name="connsiteX4" fmla="*/ 3492500 w 3492500"/>
                <a:gd name="connsiteY4" fmla="*/ 261272 h 309718"/>
                <a:gd name="connsiteX5" fmla="*/ 3444054 w 3492500"/>
                <a:gd name="connsiteY5" fmla="*/ 309718 h 309718"/>
                <a:gd name="connsiteX6" fmla="*/ 210371 w 3492500"/>
                <a:gd name="connsiteY6" fmla="*/ 281143 h 309718"/>
                <a:gd name="connsiteX7" fmla="*/ 85725 w 3492500"/>
                <a:gd name="connsiteY7" fmla="*/ 242222 h 309718"/>
                <a:gd name="connsiteX8" fmla="*/ 0 w 3492500"/>
                <a:gd name="connsiteY8" fmla="*/ 67496 h 309718"/>
                <a:gd name="connsiteX0" fmla="*/ 0 w 3702050"/>
                <a:gd name="connsiteY0" fmla="*/ 202760 h 444982"/>
                <a:gd name="connsiteX1" fmla="*/ 38921 w 3702050"/>
                <a:gd name="connsiteY1" fmla="*/ 135264 h 444982"/>
                <a:gd name="connsiteX2" fmla="*/ 3444054 w 3702050"/>
                <a:gd name="connsiteY2" fmla="*/ 154314 h 444982"/>
                <a:gd name="connsiteX3" fmla="*/ 3702050 w 3702050"/>
                <a:gd name="connsiteY3" fmla="*/ 2735 h 444982"/>
                <a:gd name="connsiteX4" fmla="*/ 3492500 w 3702050"/>
                <a:gd name="connsiteY4" fmla="*/ 396536 h 444982"/>
                <a:gd name="connsiteX5" fmla="*/ 3444054 w 3702050"/>
                <a:gd name="connsiteY5" fmla="*/ 444982 h 444982"/>
                <a:gd name="connsiteX6" fmla="*/ 210371 w 3702050"/>
                <a:gd name="connsiteY6" fmla="*/ 416407 h 444982"/>
                <a:gd name="connsiteX7" fmla="*/ 85725 w 3702050"/>
                <a:gd name="connsiteY7" fmla="*/ 377486 h 444982"/>
                <a:gd name="connsiteX8" fmla="*/ 0 w 3702050"/>
                <a:gd name="connsiteY8" fmla="*/ 202760 h 444982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492500 w 3702050"/>
                <a:gd name="connsiteY4" fmla="*/ 401190 h 449636"/>
                <a:gd name="connsiteX5" fmla="*/ 3444054 w 3702050"/>
                <a:gd name="connsiteY5" fmla="*/ 449636 h 449636"/>
                <a:gd name="connsiteX6" fmla="*/ 210371 w 3702050"/>
                <a:gd name="connsiteY6" fmla="*/ 421061 h 449636"/>
                <a:gd name="connsiteX7" fmla="*/ 85725 w 3702050"/>
                <a:gd name="connsiteY7" fmla="*/ 382140 h 449636"/>
                <a:gd name="connsiteX8" fmla="*/ 0 w 3702050"/>
                <a:gd name="connsiteY8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425825 w 3702050"/>
                <a:gd name="connsiteY4" fmla="*/ 382140 h 449636"/>
                <a:gd name="connsiteX5" fmla="*/ 3444054 w 3702050"/>
                <a:gd name="connsiteY5" fmla="*/ 449636 h 449636"/>
                <a:gd name="connsiteX6" fmla="*/ 210371 w 3702050"/>
                <a:gd name="connsiteY6" fmla="*/ 421061 h 449636"/>
                <a:gd name="connsiteX7" fmla="*/ 85725 w 3702050"/>
                <a:gd name="connsiteY7" fmla="*/ 382140 h 449636"/>
                <a:gd name="connsiteX8" fmla="*/ 0 w 3702050"/>
                <a:gd name="connsiteY8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44405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34880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34880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34880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34880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34880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34880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02050" h="449636">
                  <a:moveTo>
                    <a:pt x="0" y="207414"/>
                  </a:moveTo>
                  <a:cubicBezTo>
                    <a:pt x="0" y="180658"/>
                    <a:pt x="12165" y="139918"/>
                    <a:pt x="38921" y="139918"/>
                  </a:cubicBezTo>
                  <a:cubicBezTo>
                    <a:pt x="1173965" y="104993"/>
                    <a:pt x="2194710" y="241518"/>
                    <a:pt x="3444054" y="35143"/>
                  </a:cubicBezTo>
                  <a:cubicBezTo>
                    <a:pt x="3470810" y="35143"/>
                    <a:pt x="3702050" y="-19367"/>
                    <a:pt x="3702050" y="7389"/>
                  </a:cubicBezTo>
                  <a:cubicBezTo>
                    <a:pt x="3584301" y="154805"/>
                    <a:pt x="3399878" y="273645"/>
                    <a:pt x="3348804" y="449636"/>
                  </a:cubicBezTo>
                  <a:lnTo>
                    <a:pt x="210371" y="421061"/>
                  </a:lnTo>
                  <a:cubicBezTo>
                    <a:pt x="183615" y="421061"/>
                    <a:pt x="85725" y="408896"/>
                    <a:pt x="85725" y="382140"/>
                  </a:cubicBezTo>
                  <a:lnTo>
                    <a:pt x="0" y="207414"/>
                  </a:lnTo>
                  <a:close/>
                </a:path>
              </a:pathLst>
            </a:custGeom>
            <a:solidFill>
              <a:srgbClr val="ED7D31">
                <a:lumMod val="50000"/>
              </a:srgb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51A3A8C-6576-FB27-DDB8-504CDC63EE3D}"/>
              </a:ext>
            </a:extLst>
          </p:cNvPr>
          <p:cNvGrpSpPr/>
          <p:nvPr/>
        </p:nvGrpSpPr>
        <p:grpSpPr>
          <a:xfrm>
            <a:off x="174940" y="525715"/>
            <a:ext cx="7228789" cy="6720970"/>
            <a:chOff x="4069442" y="1231617"/>
            <a:chExt cx="3702050" cy="3441983"/>
          </a:xfrm>
          <a:solidFill>
            <a:schemeClr val="bg1"/>
          </a:solidFill>
        </p:grpSpPr>
        <p:sp>
          <p:nvSpPr>
            <p:cNvPr id="11" name="Isosceles Triangle 29">
              <a:extLst>
                <a:ext uri="{FF2B5EF4-FFF2-40B4-BE49-F238E27FC236}">
                  <a16:creationId xmlns:a16="http://schemas.microsoft.com/office/drawing/2014/main" id="{26D14488-7CA0-5443-E78F-BB435D0DE87A}"/>
                </a:ext>
              </a:extLst>
            </p:cNvPr>
            <p:cNvSpPr/>
            <p:nvPr/>
          </p:nvSpPr>
          <p:spPr>
            <a:xfrm rot="21082540">
              <a:off x="4901588" y="1231617"/>
              <a:ext cx="2744528" cy="3196119"/>
            </a:xfrm>
            <a:custGeom>
              <a:avLst/>
              <a:gdLst>
                <a:gd name="connsiteX0" fmla="*/ 0 w 1955800"/>
                <a:gd name="connsiteY0" fmla="*/ 2578100 h 2578100"/>
                <a:gd name="connsiteX1" fmla="*/ 977900 w 1955800"/>
                <a:gd name="connsiteY1" fmla="*/ 0 h 2578100"/>
                <a:gd name="connsiteX2" fmla="*/ 1955800 w 1955800"/>
                <a:gd name="connsiteY2" fmla="*/ 2578100 h 2578100"/>
                <a:gd name="connsiteX3" fmla="*/ 0 w 1955800"/>
                <a:gd name="connsiteY3" fmla="*/ 2578100 h 2578100"/>
                <a:gd name="connsiteX0" fmla="*/ 0 w 2142177"/>
                <a:gd name="connsiteY0" fmla="*/ 2578100 h 3043107"/>
                <a:gd name="connsiteX1" fmla="*/ 977900 w 2142177"/>
                <a:gd name="connsiteY1" fmla="*/ 0 h 3043107"/>
                <a:gd name="connsiteX2" fmla="*/ 2142177 w 2142177"/>
                <a:gd name="connsiteY2" fmla="*/ 3043107 h 3043107"/>
                <a:gd name="connsiteX3" fmla="*/ 0 w 2142177"/>
                <a:gd name="connsiteY3" fmla="*/ 2578100 h 3043107"/>
                <a:gd name="connsiteX0" fmla="*/ 0 w 2744528"/>
                <a:gd name="connsiteY0" fmla="*/ 2653730 h 3043107"/>
                <a:gd name="connsiteX1" fmla="*/ 1580251 w 2744528"/>
                <a:gd name="connsiteY1" fmla="*/ 0 h 3043107"/>
                <a:gd name="connsiteX2" fmla="*/ 2744528 w 2744528"/>
                <a:gd name="connsiteY2" fmla="*/ 3043107 h 3043107"/>
                <a:gd name="connsiteX3" fmla="*/ 0 w 2744528"/>
                <a:gd name="connsiteY3" fmla="*/ 2653730 h 3043107"/>
                <a:gd name="connsiteX0" fmla="*/ 0 w 2744528"/>
                <a:gd name="connsiteY0" fmla="*/ 2736686 h 3126063"/>
                <a:gd name="connsiteX1" fmla="*/ 1541452 w 2744528"/>
                <a:gd name="connsiteY1" fmla="*/ 0 h 3126063"/>
                <a:gd name="connsiteX2" fmla="*/ 2744528 w 2744528"/>
                <a:gd name="connsiteY2" fmla="*/ 3126063 h 3126063"/>
                <a:gd name="connsiteX3" fmla="*/ 0 w 2744528"/>
                <a:gd name="connsiteY3" fmla="*/ 2736686 h 3126063"/>
                <a:gd name="connsiteX0" fmla="*/ 0 w 2744528"/>
                <a:gd name="connsiteY0" fmla="*/ 2736686 h 3196119"/>
                <a:gd name="connsiteX1" fmla="*/ 1541452 w 2744528"/>
                <a:gd name="connsiteY1" fmla="*/ 0 h 3196119"/>
                <a:gd name="connsiteX2" fmla="*/ 2744528 w 2744528"/>
                <a:gd name="connsiteY2" fmla="*/ 3126063 h 3196119"/>
                <a:gd name="connsiteX3" fmla="*/ 0 w 2744528"/>
                <a:gd name="connsiteY3" fmla="*/ 2736686 h 3196119"/>
                <a:gd name="connsiteX0" fmla="*/ 0 w 2744528"/>
                <a:gd name="connsiteY0" fmla="*/ 2736686 h 3196119"/>
                <a:gd name="connsiteX1" fmla="*/ 1541452 w 2744528"/>
                <a:gd name="connsiteY1" fmla="*/ 0 h 3196119"/>
                <a:gd name="connsiteX2" fmla="*/ 2744528 w 2744528"/>
                <a:gd name="connsiteY2" fmla="*/ 3126063 h 3196119"/>
                <a:gd name="connsiteX3" fmla="*/ 0 w 2744528"/>
                <a:gd name="connsiteY3" fmla="*/ 2736686 h 3196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4528" h="3196119">
                  <a:moveTo>
                    <a:pt x="0" y="2736686"/>
                  </a:moveTo>
                  <a:lnTo>
                    <a:pt x="1541452" y="0"/>
                  </a:lnTo>
                  <a:lnTo>
                    <a:pt x="2744528" y="3126063"/>
                  </a:lnTo>
                  <a:cubicBezTo>
                    <a:pt x="1912577" y="3381355"/>
                    <a:pt x="914843" y="2866478"/>
                    <a:pt x="0" y="2736686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501F8CD-B98E-209B-EC63-709B22649F4D}"/>
                </a:ext>
              </a:extLst>
            </p:cNvPr>
            <p:cNvCxnSpPr/>
            <p:nvPr/>
          </p:nvCxnSpPr>
          <p:spPr>
            <a:xfrm>
              <a:off x="6185004" y="1267853"/>
              <a:ext cx="88900" cy="3303432"/>
            </a:xfrm>
            <a:prstGeom prst="lin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3" name="Rectangle: Rounded Corners 1">
              <a:extLst>
                <a:ext uri="{FF2B5EF4-FFF2-40B4-BE49-F238E27FC236}">
                  <a16:creationId xmlns:a16="http://schemas.microsoft.com/office/drawing/2014/main" id="{E2EFFBD8-9EA8-5959-1787-DDE150AB543C}"/>
                </a:ext>
              </a:extLst>
            </p:cNvPr>
            <p:cNvSpPr/>
            <p:nvPr/>
          </p:nvSpPr>
          <p:spPr>
            <a:xfrm>
              <a:off x="4069442" y="4223964"/>
              <a:ext cx="3702050" cy="449636"/>
            </a:xfrm>
            <a:custGeom>
              <a:avLst/>
              <a:gdLst>
                <a:gd name="connsiteX0" fmla="*/ 0 w 3454400"/>
                <a:gd name="connsiteY0" fmla="*/ 48446 h 290668"/>
                <a:gd name="connsiteX1" fmla="*/ 48446 w 3454400"/>
                <a:gd name="connsiteY1" fmla="*/ 0 h 290668"/>
                <a:gd name="connsiteX2" fmla="*/ 3405954 w 3454400"/>
                <a:gd name="connsiteY2" fmla="*/ 0 h 290668"/>
                <a:gd name="connsiteX3" fmla="*/ 3454400 w 3454400"/>
                <a:gd name="connsiteY3" fmla="*/ 48446 h 290668"/>
                <a:gd name="connsiteX4" fmla="*/ 3454400 w 3454400"/>
                <a:gd name="connsiteY4" fmla="*/ 242222 h 290668"/>
                <a:gd name="connsiteX5" fmla="*/ 3405954 w 3454400"/>
                <a:gd name="connsiteY5" fmla="*/ 290668 h 290668"/>
                <a:gd name="connsiteX6" fmla="*/ 48446 w 3454400"/>
                <a:gd name="connsiteY6" fmla="*/ 290668 h 290668"/>
                <a:gd name="connsiteX7" fmla="*/ 0 w 3454400"/>
                <a:gd name="connsiteY7" fmla="*/ 242222 h 290668"/>
                <a:gd name="connsiteX8" fmla="*/ 0 w 3454400"/>
                <a:gd name="connsiteY8" fmla="*/ 48446 h 290668"/>
                <a:gd name="connsiteX0" fmla="*/ 11287 w 3465687"/>
                <a:gd name="connsiteY0" fmla="*/ 67496 h 309718"/>
                <a:gd name="connsiteX1" fmla="*/ 12108 w 3465687"/>
                <a:gd name="connsiteY1" fmla="*/ 0 h 309718"/>
                <a:gd name="connsiteX2" fmla="*/ 3417241 w 3465687"/>
                <a:gd name="connsiteY2" fmla="*/ 19050 h 309718"/>
                <a:gd name="connsiteX3" fmla="*/ 3465687 w 3465687"/>
                <a:gd name="connsiteY3" fmla="*/ 67496 h 309718"/>
                <a:gd name="connsiteX4" fmla="*/ 3465687 w 3465687"/>
                <a:gd name="connsiteY4" fmla="*/ 261272 h 309718"/>
                <a:gd name="connsiteX5" fmla="*/ 3417241 w 3465687"/>
                <a:gd name="connsiteY5" fmla="*/ 309718 h 309718"/>
                <a:gd name="connsiteX6" fmla="*/ 59733 w 3465687"/>
                <a:gd name="connsiteY6" fmla="*/ 309718 h 309718"/>
                <a:gd name="connsiteX7" fmla="*/ 11287 w 3465687"/>
                <a:gd name="connsiteY7" fmla="*/ 261272 h 309718"/>
                <a:gd name="connsiteX8" fmla="*/ 11287 w 3465687"/>
                <a:gd name="connsiteY8" fmla="*/ 67496 h 309718"/>
                <a:gd name="connsiteX0" fmla="*/ 0 w 3492500"/>
                <a:gd name="connsiteY0" fmla="*/ 67496 h 309718"/>
                <a:gd name="connsiteX1" fmla="*/ 38921 w 3492500"/>
                <a:gd name="connsiteY1" fmla="*/ 0 h 309718"/>
                <a:gd name="connsiteX2" fmla="*/ 3444054 w 3492500"/>
                <a:gd name="connsiteY2" fmla="*/ 19050 h 309718"/>
                <a:gd name="connsiteX3" fmla="*/ 3492500 w 3492500"/>
                <a:gd name="connsiteY3" fmla="*/ 67496 h 309718"/>
                <a:gd name="connsiteX4" fmla="*/ 3492500 w 3492500"/>
                <a:gd name="connsiteY4" fmla="*/ 261272 h 309718"/>
                <a:gd name="connsiteX5" fmla="*/ 3444054 w 3492500"/>
                <a:gd name="connsiteY5" fmla="*/ 309718 h 309718"/>
                <a:gd name="connsiteX6" fmla="*/ 86546 w 3492500"/>
                <a:gd name="connsiteY6" fmla="*/ 309718 h 309718"/>
                <a:gd name="connsiteX7" fmla="*/ 38100 w 3492500"/>
                <a:gd name="connsiteY7" fmla="*/ 261272 h 309718"/>
                <a:gd name="connsiteX8" fmla="*/ 0 w 3492500"/>
                <a:gd name="connsiteY8" fmla="*/ 67496 h 309718"/>
                <a:gd name="connsiteX0" fmla="*/ 0 w 3492500"/>
                <a:gd name="connsiteY0" fmla="*/ 67496 h 309718"/>
                <a:gd name="connsiteX1" fmla="*/ 38921 w 3492500"/>
                <a:gd name="connsiteY1" fmla="*/ 0 h 309718"/>
                <a:gd name="connsiteX2" fmla="*/ 3444054 w 3492500"/>
                <a:gd name="connsiteY2" fmla="*/ 19050 h 309718"/>
                <a:gd name="connsiteX3" fmla="*/ 3492500 w 3492500"/>
                <a:gd name="connsiteY3" fmla="*/ 67496 h 309718"/>
                <a:gd name="connsiteX4" fmla="*/ 3492500 w 3492500"/>
                <a:gd name="connsiteY4" fmla="*/ 261272 h 309718"/>
                <a:gd name="connsiteX5" fmla="*/ 3444054 w 3492500"/>
                <a:gd name="connsiteY5" fmla="*/ 309718 h 309718"/>
                <a:gd name="connsiteX6" fmla="*/ 86546 w 3492500"/>
                <a:gd name="connsiteY6" fmla="*/ 309718 h 309718"/>
                <a:gd name="connsiteX7" fmla="*/ 85725 w 3492500"/>
                <a:gd name="connsiteY7" fmla="*/ 242222 h 309718"/>
                <a:gd name="connsiteX8" fmla="*/ 0 w 3492500"/>
                <a:gd name="connsiteY8" fmla="*/ 67496 h 309718"/>
                <a:gd name="connsiteX0" fmla="*/ 0 w 3492500"/>
                <a:gd name="connsiteY0" fmla="*/ 67496 h 309718"/>
                <a:gd name="connsiteX1" fmla="*/ 38921 w 3492500"/>
                <a:gd name="connsiteY1" fmla="*/ 0 h 309718"/>
                <a:gd name="connsiteX2" fmla="*/ 3444054 w 3492500"/>
                <a:gd name="connsiteY2" fmla="*/ 19050 h 309718"/>
                <a:gd name="connsiteX3" fmla="*/ 3492500 w 3492500"/>
                <a:gd name="connsiteY3" fmla="*/ 67496 h 309718"/>
                <a:gd name="connsiteX4" fmla="*/ 3492500 w 3492500"/>
                <a:gd name="connsiteY4" fmla="*/ 261272 h 309718"/>
                <a:gd name="connsiteX5" fmla="*/ 3444054 w 3492500"/>
                <a:gd name="connsiteY5" fmla="*/ 309718 h 309718"/>
                <a:gd name="connsiteX6" fmla="*/ 210371 w 3492500"/>
                <a:gd name="connsiteY6" fmla="*/ 281143 h 309718"/>
                <a:gd name="connsiteX7" fmla="*/ 85725 w 3492500"/>
                <a:gd name="connsiteY7" fmla="*/ 242222 h 309718"/>
                <a:gd name="connsiteX8" fmla="*/ 0 w 3492500"/>
                <a:gd name="connsiteY8" fmla="*/ 67496 h 309718"/>
                <a:gd name="connsiteX0" fmla="*/ 0 w 3702050"/>
                <a:gd name="connsiteY0" fmla="*/ 202760 h 444982"/>
                <a:gd name="connsiteX1" fmla="*/ 38921 w 3702050"/>
                <a:gd name="connsiteY1" fmla="*/ 135264 h 444982"/>
                <a:gd name="connsiteX2" fmla="*/ 3444054 w 3702050"/>
                <a:gd name="connsiteY2" fmla="*/ 154314 h 444982"/>
                <a:gd name="connsiteX3" fmla="*/ 3702050 w 3702050"/>
                <a:gd name="connsiteY3" fmla="*/ 2735 h 444982"/>
                <a:gd name="connsiteX4" fmla="*/ 3492500 w 3702050"/>
                <a:gd name="connsiteY4" fmla="*/ 396536 h 444982"/>
                <a:gd name="connsiteX5" fmla="*/ 3444054 w 3702050"/>
                <a:gd name="connsiteY5" fmla="*/ 444982 h 444982"/>
                <a:gd name="connsiteX6" fmla="*/ 210371 w 3702050"/>
                <a:gd name="connsiteY6" fmla="*/ 416407 h 444982"/>
                <a:gd name="connsiteX7" fmla="*/ 85725 w 3702050"/>
                <a:gd name="connsiteY7" fmla="*/ 377486 h 444982"/>
                <a:gd name="connsiteX8" fmla="*/ 0 w 3702050"/>
                <a:gd name="connsiteY8" fmla="*/ 202760 h 444982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492500 w 3702050"/>
                <a:gd name="connsiteY4" fmla="*/ 401190 h 449636"/>
                <a:gd name="connsiteX5" fmla="*/ 3444054 w 3702050"/>
                <a:gd name="connsiteY5" fmla="*/ 449636 h 449636"/>
                <a:gd name="connsiteX6" fmla="*/ 210371 w 3702050"/>
                <a:gd name="connsiteY6" fmla="*/ 421061 h 449636"/>
                <a:gd name="connsiteX7" fmla="*/ 85725 w 3702050"/>
                <a:gd name="connsiteY7" fmla="*/ 382140 h 449636"/>
                <a:gd name="connsiteX8" fmla="*/ 0 w 3702050"/>
                <a:gd name="connsiteY8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425825 w 3702050"/>
                <a:gd name="connsiteY4" fmla="*/ 382140 h 449636"/>
                <a:gd name="connsiteX5" fmla="*/ 3444054 w 3702050"/>
                <a:gd name="connsiteY5" fmla="*/ 449636 h 449636"/>
                <a:gd name="connsiteX6" fmla="*/ 210371 w 3702050"/>
                <a:gd name="connsiteY6" fmla="*/ 421061 h 449636"/>
                <a:gd name="connsiteX7" fmla="*/ 85725 w 3702050"/>
                <a:gd name="connsiteY7" fmla="*/ 382140 h 449636"/>
                <a:gd name="connsiteX8" fmla="*/ 0 w 3702050"/>
                <a:gd name="connsiteY8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44405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34880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34880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34880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34880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34880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  <a:gd name="connsiteX0" fmla="*/ 0 w 3702050"/>
                <a:gd name="connsiteY0" fmla="*/ 207414 h 449636"/>
                <a:gd name="connsiteX1" fmla="*/ 38921 w 3702050"/>
                <a:gd name="connsiteY1" fmla="*/ 139918 h 449636"/>
                <a:gd name="connsiteX2" fmla="*/ 3444054 w 3702050"/>
                <a:gd name="connsiteY2" fmla="*/ 35143 h 449636"/>
                <a:gd name="connsiteX3" fmla="*/ 3702050 w 3702050"/>
                <a:gd name="connsiteY3" fmla="*/ 7389 h 449636"/>
                <a:gd name="connsiteX4" fmla="*/ 3348804 w 3702050"/>
                <a:gd name="connsiteY4" fmla="*/ 449636 h 449636"/>
                <a:gd name="connsiteX5" fmla="*/ 210371 w 3702050"/>
                <a:gd name="connsiteY5" fmla="*/ 421061 h 449636"/>
                <a:gd name="connsiteX6" fmla="*/ 85725 w 3702050"/>
                <a:gd name="connsiteY6" fmla="*/ 382140 h 449636"/>
                <a:gd name="connsiteX7" fmla="*/ 0 w 3702050"/>
                <a:gd name="connsiteY7" fmla="*/ 207414 h 449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02050" h="449636">
                  <a:moveTo>
                    <a:pt x="0" y="207414"/>
                  </a:moveTo>
                  <a:cubicBezTo>
                    <a:pt x="0" y="180658"/>
                    <a:pt x="12165" y="139918"/>
                    <a:pt x="38921" y="139918"/>
                  </a:cubicBezTo>
                  <a:cubicBezTo>
                    <a:pt x="1173965" y="104993"/>
                    <a:pt x="2194710" y="241518"/>
                    <a:pt x="3444054" y="35143"/>
                  </a:cubicBezTo>
                  <a:cubicBezTo>
                    <a:pt x="3470810" y="35143"/>
                    <a:pt x="3702050" y="-19367"/>
                    <a:pt x="3702050" y="7389"/>
                  </a:cubicBezTo>
                  <a:cubicBezTo>
                    <a:pt x="3584301" y="154805"/>
                    <a:pt x="3399878" y="273645"/>
                    <a:pt x="3348804" y="449636"/>
                  </a:cubicBezTo>
                  <a:lnTo>
                    <a:pt x="210371" y="421061"/>
                  </a:lnTo>
                  <a:cubicBezTo>
                    <a:pt x="183615" y="421061"/>
                    <a:pt x="85725" y="408896"/>
                    <a:pt x="85725" y="382140"/>
                  </a:cubicBezTo>
                  <a:lnTo>
                    <a:pt x="0" y="207414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6943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BACE36C-2044-C77F-B538-6733FB2FD332}"/>
              </a:ext>
            </a:extLst>
          </p:cNvPr>
          <p:cNvGrpSpPr/>
          <p:nvPr/>
        </p:nvGrpSpPr>
        <p:grpSpPr>
          <a:xfrm flipH="1">
            <a:off x="-2510662" y="2006142"/>
            <a:ext cx="9203238" cy="4567369"/>
            <a:chOff x="1921562" y="1368408"/>
            <a:chExt cx="8731994" cy="4333501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8762A5BB-6D05-EDE8-B20E-2009B5CDCB21}"/>
                </a:ext>
              </a:extLst>
            </p:cNvPr>
            <p:cNvSpPr/>
            <p:nvPr/>
          </p:nvSpPr>
          <p:spPr>
            <a:xfrm>
              <a:off x="1921563" y="1506593"/>
              <a:ext cx="8731992" cy="3441875"/>
            </a:xfrm>
            <a:custGeom>
              <a:avLst/>
              <a:gdLst>
                <a:gd name="connsiteX0" fmla="*/ 8201567 w 8645579"/>
                <a:gd name="connsiteY0" fmla="*/ 513 h 3667932"/>
                <a:gd name="connsiteX1" fmla="*/ 8600661 w 8645579"/>
                <a:gd name="connsiteY1" fmla="*/ 3667932 h 3667932"/>
                <a:gd name="connsiteX2" fmla="*/ 7975757 w 8645579"/>
                <a:gd name="connsiteY2" fmla="*/ 3667932 h 3667932"/>
                <a:gd name="connsiteX3" fmla="*/ 7976082 w 8645579"/>
                <a:gd name="connsiteY3" fmla="*/ 3665800 h 3667932"/>
                <a:gd name="connsiteX4" fmla="*/ 7980019 w 8645579"/>
                <a:gd name="connsiteY4" fmla="*/ 3587833 h 3667932"/>
                <a:gd name="connsiteX5" fmla="*/ 7217467 w 8645579"/>
                <a:gd name="connsiteY5" fmla="*/ 2825281 h 3667932"/>
                <a:gd name="connsiteX6" fmla="*/ 6454915 w 8645579"/>
                <a:gd name="connsiteY6" fmla="*/ 3587833 h 3667932"/>
                <a:gd name="connsiteX7" fmla="*/ 6458852 w 8645579"/>
                <a:gd name="connsiteY7" fmla="*/ 3665800 h 3667932"/>
                <a:gd name="connsiteX8" fmla="*/ 6459177 w 8645579"/>
                <a:gd name="connsiteY8" fmla="*/ 3667932 h 3667932"/>
                <a:gd name="connsiteX9" fmla="*/ 2806856 w 8645579"/>
                <a:gd name="connsiteY9" fmla="*/ 3667932 h 3667932"/>
                <a:gd name="connsiteX10" fmla="*/ 2807182 w 8645579"/>
                <a:gd name="connsiteY10" fmla="*/ 3665800 h 3667932"/>
                <a:gd name="connsiteX11" fmla="*/ 2811119 w 8645579"/>
                <a:gd name="connsiteY11" fmla="*/ 3587833 h 3667932"/>
                <a:gd name="connsiteX12" fmla="*/ 2048567 w 8645579"/>
                <a:gd name="connsiteY12" fmla="*/ 2825281 h 3667932"/>
                <a:gd name="connsiteX13" fmla="*/ 1286015 w 8645579"/>
                <a:gd name="connsiteY13" fmla="*/ 3587833 h 3667932"/>
                <a:gd name="connsiteX14" fmla="*/ 1289952 w 8645579"/>
                <a:gd name="connsiteY14" fmla="*/ 3665800 h 3667932"/>
                <a:gd name="connsiteX15" fmla="*/ 1290277 w 8645579"/>
                <a:gd name="connsiteY15" fmla="*/ 3667932 h 3667932"/>
                <a:gd name="connsiteX16" fmla="*/ 26505 w 8645579"/>
                <a:gd name="connsiteY16" fmla="*/ 3667932 h 3667932"/>
                <a:gd name="connsiteX17" fmla="*/ 0 w 8645579"/>
                <a:gd name="connsiteY17" fmla="*/ 2514992 h 3667932"/>
                <a:gd name="connsiteX18" fmla="*/ 1099932 w 8645579"/>
                <a:gd name="connsiteY18" fmla="*/ 1627096 h 3667932"/>
                <a:gd name="connsiteX19" fmla="*/ 2305879 w 8645579"/>
                <a:gd name="connsiteY19" fmla="*/ 36836 h 3667932"/>
                <a:gd name="connsiteX20" fmla="*/ 8123584 w 8645579"/>
                <a:gd name="connsiteY20" fmla="*/ 10331 h 3667932"/>
                <a:gd name="connsiteX21" fmla="*/ 8201567 w 8645579"/>
                <a:gd name="connsiteY21" fmla="*/ 513 h 3667932"/>
                <a:gd name="connsiteX22" fmla="*/ 3286541 w 8645579"/>
                <a:gd name="connsiteY22" fmla="*/ 310289 h 3667932"/>
                <a:gd name="connsiteX23" fmla="*/ 3286541 w 8645579"/>
                <a:gd name="connsiteY23" fmla="*/ 1633722 h 3667932"/>
                <a:gd name="connsiteX24" fmla="*/ 4850298 w 8645579"/>
                <a:gd name="connsiteY24" fmla="*/ 1633722 h 3667932"/>
                <a:gd name="connsiteX25" fmla="*/ 4850298 w 8645579"/>
                <a:gd name="connsiteY25" fmla="*/ 310289 h 3667932"/>
                <a:gd name="connsiteX26" fmla="*/ 3286541 w 8645579"/>
                <a:gd name="connsiteY26" fmla="*/ 310289 h 3667932"/>
                <a:gd name="connsiteX27" fmla="*/ 4996071 w 8645579"/>
                <a:gd name="connsiteY27" fmla="*/ 310289 h 3667932"/>
                <a:gd name="connsiteX28" fmla="*/ 4996071 w 8645579"/>
                <a:gd name="connsiteY28" fmla="*/ 1633722 h 3667932"/>
                <a:gd name="connsiteX29" fmla="*/ 6559828 w 8645579"/>
                <a:gd name="connsiteY29" fmla="*/ 1633722 h 3667932"/>
                <a:gd name="connsiteX30" fmla="*/ 6559828 w 8645579"/>
                <a:gd name="connsiteY30" fmla="*/ 310289 h 3667932"/>
                <a:gd name="connsiteX31" fmla="*/ 4996071 w 8645579"/>
                <a:gd name="connsiteY31" fmla="*/ 310289 h 3667932"/>
                <a:gd name="connsiteX32" fmla="*/ 6705601 w 8645579"/>
                <a:gd name="connsiteY32" fmla="*/ 310289 h 3667932"/>
                <a:gd name="connsiteX33" fmla="*/ 6705601 w 8645579"/>
                <a:gd name="connsiteY33" fmla="*/ 1633722 h 3667932"/>
                <a:gd name="connsiteX34" fmla="*/ 8269358 w 8645579"/>
                <a:gd name="connsiteY34" fmla="*/ 1633722 h 3667932"/>
                <a:gd name="connsiteX35" fmla="*/ 8269358 w 8645579"/>
                <a:gd name="connsiteY35" fmla="*/ 310289 h 3667932"/>
                <a:gd name="connsiteX36" fmla="*/ 6705601 w 8645579"/>
                <a:gd name="connsiteY36" fmla="*/ 310289 h 3667932"/>
                <a:gd name="connsiteX37" fmla="*/ 2542349 w 8645579"/>
                <a:gd name="connsiteY37" fmla="*/ 313396 h 3667932"/>
                <a:gd name="connsiteX38" fmla="*/ 1484246 w 8645579"/>
                <a:gd name="connsiteY38" fmla="*/ 1607218 h 3667932"/>
                <a:gd name="connsiteX39" fmla="*/ 2902228 w 8645579"/>
                <a:gd name="connsiteY39" fmla="*/ 1607218 h 3667932"/>
                <a:gd name="connsiteX40" fmla="*/ 2902228 w 8645579"/>
                <a:gd name="connsiteY40" fmla="*/ 341635 h 3667932"/>
                <a:gd name="connsiteX41" fmla="*/ 2542349 w 8645579"/>
                <a:gd name="connsiteY41" fmla="*/ 313396 h 3667932"/>
                <a:gd name="connsiteX0" fmla="*/ 8201567 w 8645579"/>
                <a:gd name="connsiteY0" fmla="*/ 513 h 3667932"/>
                <a:gd name="connsiteX1" fmla="*/ 8600661 w 8645579"/>
                <a:gd name="connsiteY1" fmla="*/ 3667932 h 3667932"/>
                <a:gd name="connsiteX2" fmla="*/ 7975757 w 8645579"/>
                <a:gd name="connsiteY2" fmla="*/ 3667932 h 3667932"/>
                <a:gd name="connsiteX3" fmla="*/ 7976082 w 8645579"/>
                <a:gd name="connsiteY3" fmla="*/ 3665800 h 3667932"/>
                <a:gd name="connsiteX4" fmla="*/ 7980019 w 8645579"/>
                <a:gd name="connsiteY4" fmla="*/ 3587833 h 3667932"/>
                <a:gd name="connsiteX5" fmla="*/ 7217467 w 8645579"/>
                <a:gd name="connsiteY5" fmla="*/ 2825281 h 3667932"/>
                <a:gd name="connsiteX6" fmla="*/ 6454915 w 8645579"/>
                <a:gd name="connsiteY6" fmla="*/ 3587833 h 3667932"/>
                <a:gd name="connsiteX7" fmla="*/ 6458852 w 8645579"/>
                <a:gd name="connsiteY7" fmla="*/ 3665800 h 3667932"/>
                <a:gd name="connsiteX8" fmla="*/ 6459177 w 8645579"/>
                <a:gd name="connsiteY8" fmla="*/ 3667932 h 3667932"/>
                <a:gd name="connsiteX9" fmla="*/ 2806856 w 8645579"/>
                <a:gd name="connsiteY9" fmla="*/ 3667932 h 3667932"/>
                <a:gd name="connsiteX10" fmla="*/ 2807182 w 8645579"/>
                <a:gd name="connsiteY10" fmla="*/ 3665800 h 3667932"/>
                <a:gd name="connsiteX11" fmla="*/ 2811119 w 8645579"/>
                <a:gd name="connsiteY11" fmla="*/ 3587833 h 3667932"/>
                <a:gd name="connsiteX12" fmla="*/ 2048567 w 8645579"/>
                <a:gd name="connsiteY12" fmla="*/ 2825281 h 3667932"/>
                <a:gd name="connsiteX13" fmla="*/ 1286015 w 8645579"/>
                <a:gd name="connsiteY13" fmla="*/ 3587833 h 3667932"/>
                <a:gd name="connsiteX14" fmla="*/ 1289952 w 8645579"/>
                <a:gd name="connsiteY14" fmla="*/ 3665800 h 3667932"/>
                <a:gd name="connsiteX15" fmla="*/ 1290277 w 8645579"/>
                <a:gd name="connsiteY15" fmla="*/ 3667932 h 3667932"/>
                <a:gd name="connsiteX16" fmla="*/ 26505 w 8645579"/>
                <a:gd name="connsiteY16" fmla="*/ 3667932 h 3667932"/>
                <a:gd name="connsiteX17" fmla="*/ 0 w 8645579"/>
                <a:gd name="connsiteY17" fmla="*/ 2514992 h 3667932"/>
                <a:gd name="connsiteX18" fmla="*/ 1099932 w 8645579"/>
                <a:gd name="connsiteY18" fmla="*/ 1627096 h 3667932"/>
                <a:gd name="connsiteX19" fmla="*/ 2305879 w 8645579"/>
                <a:gd name="connsiteY19" fmla="*/ 36836 h 3667932"/>
                <a:gd name="connsiteX20" fmla="*/ 8123584 w 8645579"/>
                <a:gd name="connsiteY20" fmla="*/ 10331 h 3667932"/>
                <a:gd name="connsiteX21" fmla="*/ 8201567 w 8645579"/>
                <a:gd name="connsiteY21" fmla="*/ 513 h 3667932"/>
                <a:gd name="connsiteX22" fmla="*/ 3286541 w 8645579"/>
                <a:gd name="connsiteY22" fmla="*/ 310289 h 3667932"/>
                <a:gd name="connsiteX23" fmla="*/ 3286541 w 8645579"/>
                <a:gd name="connsiteY23" fmla="*/ 1633722 h 3667932"/>
                <a:gd name="connsiteX24" fmla="*/ 4850298 w 8645579"/>
                <a:gd name="connsiteY24" fmla="*/ 1633722 h 3667932"/>
                <a:gd name="connsiteX25" fmla="*/ 4850298 w 8645579"/>
                <a:gd name="connsiteY25" fmla="*/ 310289 h 3667932"/>
                <a:gd name="connsiteX26" fmla="*/ 3286541 w 8645579"/>
                <a:gd name="connsiteY26" fmla="*/ 310289 h 3667932"/>
                <a:gd name="connsiteX27" fmla="*/ 4996071 w 8645579"/>
                <a:gd name="connsiteY27" fmla="*/ 310289 h 3667932"/>
                <a:gd name="connsiteX28" fmla="*/ 4996071 w 8645579"/>
                <a:gd name="connsiteY28" fmla="*/ 1633722 h 3667932"/>
                <a:gd name="connsiteX29" fmla="*/ 6559828 w 8645579"/>
                <a:gd name="connsiteY29" fmla="*/ 1633722 h 3667932"/>
                <a:gd name="connsiteX30" fmla="*/ 6559828 w 8645579"/>
                <a:gd name="connsiteY30" fmla="*/ 310289 h 3667932"/>
                <a:gd name="connsiteX31" fmla="*/ 4996071 w 8645579"/>
                <a:gd name="connsiteY31" fmla="*/ 310289 h 3667932"/>
                <a:gd name="connsiteX32" fmla="*/ 6705601 w 8645579"/>
                <a:gd name="connsiteY32" fmla="*/ 310289 h 3667932"/>
                <a:gd name="connsiteX33" fmla="*/ 6705601 w 8645579"/>
                <a:gd name="connsiteY33" fmla="*/ 1633722 h 3667932"/>
                <a:gd name="connsiteX34" fmla="*/ 8269358 w 8645579"/>
                <a:gd name="connsiteY34" fmla="*/ 1633722 h 3667932"/>
                <a:gd name="connsiteX35" fmla="*/ 8269358 w 8645579"/>
                <a:gd name="connsiteY35" fmla="*/ 310289 h 3667932"/>
                <a:gd name="connsiteX36" fmla="*/ 6705601 w 8645579"/>
                <a:gd name="connsiteY36" fmla="*/ 310289 h 3667932"/>
                <a:gd name="connsiteX37" fmla="*/ 2542349 w 8645579"/>
                <a:gd name="connsiteY37" fmla="*/ 313396 h 3667932"/>
                <a:gd name="connsiteX38" fmla="*/ 1484246 w 8645579"/>
                <a:gd name="connsiteY38" fmla="*/ 1607218 h 3667932"/>
                <a:gd name="connsiteX39" fmla="*/ 2902228 w 8645579"/>
                <a:gd name="connsiteY39" fmla="*/ 1607218 h 3667932"/>
                <a:gd name="connsiteX40" fmla="*/ 2902228 w 8645579"/>
                <a:gd name="connsiteY40" fmla="*/ 341635 h 3667932"/>
                <a:gd name="connsiteX41" fmla="*/ 2542349 w 8645579"/>
                <a:gd name="connsiteY41" fmla="*/ 313396 h 3667932"/>
                <a:gd name="connsiteX0" fmla="*/ 8201567 w 8645579"/>
                <a:gd name="connsiteY0" fmla="*/ 513 h 3667932"/>
                <a:gd name="connsiteX1" fmla="*/ 8600661 w 8645579"/>
                <a:gd name="connsiteY1" fmla="*/ 3667932 h 3667932"/>
                <a:gd name="connsiteX2" fmla="*/ 7975757 w 8645579"/>
                <a:gd name="connsiteY2" fmla="*/ 3667932 h 3667932"/>
                <a:gd name="connsiteX3" fmla="*/ 7976082 w 8645579"/>
                <a:gd name="connsiteY3" fmla="*/ 3665800 h 3667932"/>
                <a:gd name="connsiteX4" fmla="*/ 7980019 w 8645579"/>
                <a:gd name="connsiteY4" fmla="*/ 3587833 h 3667932"/>
                <a:gd name="connsiteX5" fmla="*/ 7217467 w 8645579"/>
                <a:gd name="connsiteY5" fmla="*/ 2825281 h 3667932"/>
                <a:gd name="connsiteX6" fmla="*/ 6454915 w 8645579"/>
                <a:gd name="connsiteY6" fmla="*/ 3587833 h 3667932"/>
                <a:gd name="connsiteX7" fmla="*/ 6458852 w 8645579"/>
                <a:gd name="connsiteY7" fmla="*/ 3665800 h 3667932"/>
                <a:gd name="connsiteX8" fmla="*/ 6459177 w 8645579"/>
                <a:gd name="connsiteY8" fmla="*/ 3667932 h 3667932"/>
                <a:gd name="connsiteX9" fmla="*/ 2806856 w 8645579"/>
                <a:gd name="connsiteY9" fmla="*/ 3667932 h 3667932"/>
                <a:gd name="connsiteX10" fmla="*/ 2807182 w 8645579"/>
                <a:gd name="connsiteY10" fmla="*/ 3665800 h 3667932"/>
                <a:gd name="connsiteX11" fmla="*/ 2811119 w 8645579"/>
                <a:gd name="connsiteY11" fmla="*/ 3587833 h 3667932"/>
                <a:gd name="connsiteX12" fmla="*/ 2048567 w 8645579"/>
                <a:gd name="connsiteY12" fmla="*/ 2825281 h 3667932"/>
                <a:gd name="connsiteX13" fmla="*/ 1286015 w 8645579"/>
                <a:gd name="connsiteY13" fmla="*/ 3587833 h 3667932"/>
                <a:gd name="connsiteX14" fmla="*/ 1289952 w 8645579"/>
                <a:gd name="connsiteY14" fmla="*/ 3665800 h 3667932"/>
                <a:gd name="connsiteX15" fmla="*/ 1290277 w 8645579"/>
                <a:gd name="connsiteY15" fmla="*/ 3667932 h 3667932"/>
                <a:gd name="connsiteX16" fmla="*/ 26505 w 8645579"/>
                <a:gd name="connsiteY16" fmla="*/ 3667932 h 3667932"/>
                <a:gd name="connsiteX17" fmla="*/ 0 w 8645579"/>
                <a:gd name="connsiteY17" fmla="*/ 2514992 h 3667932"/>
                <a:gd name="connsiteX18" fmla="*/ 1099932 w 8645579"/>
                <a:gd name="connsiteY18" fmla="*/ 1627096 h 3667932"/>
                <a:gd name="connsiteX19" fmla="*/ 2305879 w 8645579"/>
                <a:gd name="connsiteY19" fmla="*/ 36836 h 3667932"/>
                <a:gd name="connsiteX20" fmla="*/ 8123584 w 8645579"/>
                <a:gd name="connsiteY20" fmla="*/ 10331 h 3667932"/>
                <a:gd name="connsiteX21" fmla="*/ 8201567 w 8645579"/>
                <a:gd name="connsiteY21" fmla="*/ 513 h 3667932"/>
                <a:gd name="connsiteX22" fmla="*/ 3286541 w 8645579"/>
                <a:gd name="connsiteY22" fmla="*/ 310289 h 3667932"/>
                <a:gd name="connsiteX23" fmla="*/ 3286541 w 8645579"/>
                <a:gd name="connsiteY23" fmla="*/ 1633722 h 3667932"/>
                <a:gd name="connsiteX24" fmla="*/ 4850298 w 8645579"/>
                <a:gd name="connsiteY24" fmla="*/ 1633722 h 3667932"/>
                <a:gd name="connsiteX25" fmla="*/ 4850298 w 8645579"/>
                <a:gd name="connsiteY25" fmla="*/ 310289 h 3667932"/>
                <a:gd name="connsiteX26" fmla="*/ 3286541 w 8645579"/>
                <a:gd name="connsiteY26" fmla="*/ 310289 h 3667932"/>
                <a:gd name="connsiteX27" fmla="*/ 4996071 w 8645579"/>
                <a:gd name="connsiteY27" fmla="*/ 310289 h 3667932"/>
                <a:gd name="connsiteX28" fmla="*/ 4996071 w 8645579"/>
                <a:gd name="connsiteY28" fmla="*/ 1633722 h 3667932"/>
                <a:gd name="connsiteX29" fmla="*/ 6559828 w 8645579"/>
                <a:gd name="connsiteY29" fmla="*/ 1633722 h 3667932"/>
                <a:gd name="connsiteX30" fmla="*/ 6559828 w 8645579"/>
                <a:gd name="connsiteY30" fmla="*/ 310289 h 3667932"/>
                <a:gd name="connsiteX31" fmla="*/ 4996071 w 8645579"/>
                <a:gd name="connsiteY31" fmla="*/ 310289 h 3667932"/>
                <a:gd name="connsiteX32" fmla="*/ 6705601 w 8645579"/>
                <a:gd name="connsiteY32" fmla="*/ 310289 h 3667932"/>
                <a:gd name="connsiteX33" fmla="*/ 6705601 w 8645579"/>
                <a:gd name="connsiteY33" fmla="*/ 1633722 h 3667932"/>
                <a:gd name="connsiteX34" fmla="*/ 8269358 w 8645579"/>
                <a:gd name="connsiteY34" fmla="*/ 1633722 h 3667932"/>
                <a:gd name="connsiteX35" fmla="*/ 8269358 w 8645579"/>
                <a:gd name="connsiteY35" fmla="*/ 310289 h 3667932"/>
                <a:gd name="connsiteX36" fmla="*/ 6705601 w 8645579"/>
                <a:gd name="connsiteY36" fmla="*/ 310289 h 3667932"/>
                <a:gd name="connsiteX37" fmla="*/ 2542349 w 8645579"/>
                <a:gd name="connsiteY37" fmla="*/ 313396 h 3667932"/>
                <a:gd name="connsiteX38" fmla="*/ 1484246 w 8645579"/>
                <a:gd name="connsiteY38" fmla="*/ 1607218 h 3667932"/>
                <a:gd name="connsiteX39" fmla="*/ 2902228 w 8645579"/>
                <a:gd name="connsiteY39" fmla="*/ 1607218 h 3667932"/>
                <a:gd name="connsiteX40" fmla="*/ 2902228 w 8645579"/>
                <a:gd name="connsiteY40" fmla="*/ 341635 h 3667932"/>
                <a:gd name="connsiteX41" fmla="*/ 2542349 w 8645579"/>
                <a:gd name="connsiteY41" fmla="*/ 313396 h 3667932"/>
                <a:gd name="connsiteX0" fmla="*/ 8201567 w 8645579"/>
                <a:gd name="connsiteY0" fmla="*/ 513 h 3667932"/>
                <a:gd name="connsiteX1" fmla="*/ 8600661 w 8645579"/>
                <a:gd name="connsiteY1" fmla="*/ 3667932 h 3667932"/>
                <a:gd name="connsiteX2" fmla="*/ 7975757 w 8645579"/>
                <a:gd name="connsiteY2" fmla="*/ 3667932 h 3667932"/>
                <a:gd name="connsiteX3" fmla="*/ 7976082 w 8645579"/>
                <a:gd name="connsiteY3" fmla="*/ 3665800 h 3667932"/>
                <a:gd name="connsiteX4" fmla="*/ 7980019 w 8645579"/>
                <a:gd name="connsiteY4" fmla="*/ 3587833 h 3667932"/>
                <a:gd name="connsiteX5" fmla="*/ 7217467 w 8645579"/>
                <a:gd name="connsiteY5" fmla="*/ 2825281 h 3667932"/>
                <a:gd name="connsiteX6" fmla="*/ 6454915 w 8645579"/>
                <a:gd name="connsiteY6" fmla="*/ 3587833 h 3667932"/>
                <a:gd name="connsiteX7" fmla="*/ 6458852 w 8645579"/>
                <a:gd name="connsiteY7" fmla="*/ 3665800 h 3667932"/>
                <a:gd name="connsiteX8" fmla="*/ 6459177 w 8645579"/>
                <a:gd name="connsiteY8" fmla="*/ 3667932 h 3667932"/>
                <a:gd name="connsiteX9" fmla="*/ 2806856 w 8645579"/>
                <a:gd name="connsiteY9" fmla="*/ 3667932 h 3667932"/>
                <a:gd name="connsiteX10" fmla="*/ 2807182 w 8645579"/>
                <a:gd name="connsiteY10" fmla="*/ 3665800 h 3667932"/>
                <a:gd name="connsiteX11" fmla="*/ 2811119 w 8645579"/>
                <a:gd name="connsiteY11" fmla="*/ 3587833 h 3667932"/>
                <a:gd name="connsiteX12" fmla="*/ 2048567 w 8645579"/>
                <a:gd name="connsiteY12" fmla="*/ 2825281 h 3667932"/>
                <a:gd name="connsiteX13" fmla="*/ 1286015 w 8645579"/>
                <a:gd name="connsiteY13" fmla="*/ 3587833 h 3667932"/>
                <a:gd name="connsiteX14" fmla="*/ 1289952 w 8645579"/>
                <a:gd name="connsiteY14" fmla="*/ 3665800 h 3667932"/>
                <a:gd name="connsiteX15" fmla="*/ 1290277 w 8645579"/>
                <a:gd name="connsiteY15" fmla="*/ 3667932 h 3667932"/>
                <a:gd name="connsiteX16" fmla="*/ 26505 w 8645579"/>
                <a:gd name="connsiteY16" fmla="*/ 3667932 h 3667932"/>
                <a:gd name="connsiteX17" fmla="*/ 0 w 8645579"/>
                <a:gd name="connsiteY17" fmla="*/ 2514992 h 3667932"/>
                <a:gd name="connsiteX18" fmla="*/ 1099932 w 8645579"/>
                <a:gd name="connsiteY18" fmla="*/ 1627096 h 3667932"/>
                <a:gd name="connsiteX19" fmla="*/ 2305879 w 8645579"/>
                <a:gd name="connsiteY19" fmla="*/ 36836 h 3667932"/>
                <a:gd name="connsiteX20" fmla="*/ 8123584 w 8645579"/>
                <a:gd name="connsiteY20" fmla="*/ 10331 h 3667932"/>
                <a:gd name="connsiteX21" fmla="*/ 8201567 w 8645579"/>
                <a:gd name="connsiteY21" fmla="*/ 513 h 3667932"/>
                <a:gd name="connsiteX22" fmla="*/ 3286541 w 8645579"/>
                <a:gd name="connsiteY22" fmla="*/ 310289 h 3667932"/>
                <a:gd name="connsiteX23" fmla="*/ 3286541 w 8645579"/>
                <a:gd name="connsiteY23" fmla="*/ 1633722 h 3667932"/>
                <a:gd name="connsiteX24" fmla="*/ 4850298 w 8645579"/>
                <a:gd name="connsiteY24" fmla="*/ 1633722 h 3667932"/>
                <a:gd name="connsiteX25" fmla="*/ 4850298 w 8645579"/>
                <a:gd name="connsiteY25" fmla="*/ 310289 h 3667932"/>
                <a:gd name="connsiteX26" fmla="*/ 3286541 w 8645579"/>
                <a:gd name="connsiteY26" fmla="*/ 310289 h 3667932"/>
                <a:gd name="connsiteX27" fmla="*/ 4996071 w 8645579"/>
                <a:gd name="connsiteY27" fmla="*/ 310289 h 3667932"/>
                <a:gd name="connsiteX28" fmla="*/ 4996071 w 8645579"/>
                <a:gd name="connsiteY28" fmla="*/ 1633722 h 3667932"/>
                <a:gd name="connsiteX29" fmla="*/ 6559828 w 8645579"/>
                <a:gd name="connsiteY29" fmla="*/ 1633722 h 3667932"/>
                <a:gd name="connsiteX30" fmla="*/ 6559828 w 8645579"/>
                <a:gd name="connsiteY30" fmla="*/ 310289 h 3667932"/>
                <a:gd name="connsiteX31" fmla="*/ 4996071 w 8645579"/>
                <a:gd name="connsiteY31" fmla="*/ 310289 h 3667932"/>
                <a:gd name="connsiteX32" fmla="*/ 6705601 w 8645579"/>
                <a:gd name="connsiteY32" fmla="*/ 310289 h 3667932"/>
                <a:gd name="connsiteX33" fmla="*/ 6705601 w 8645579"/>
                <a:gd name="connsiteY33" fmla="*/ 1633722 h 3667932"/>
                <a:gd name="connsiteX34" fmla="*/ 8269358 w 8645579"/>
                <a:gd name="connsiteY34" fmla="*/ 1633722 h 3667932"/>
                <a:gd name="connsiteX35" fmla="*/ 8269358 w 8645579"/>
                <a:gd name="connsiteY35" fmla="*/ 310289 h 3667932"/>
                <a:gd name="connsiteX36" fmla="*/ 6705601 w 8645579"/>
                <a:gd name="connsiteY36" fmla="*/ 310289 h 3667932"/>
                <a:gd name="connsiteX37" fmla="*/ 2542349 w 8645579"/>
                <a:gd name="connsiteY37" fmla="*/ 313396 h 3667932"/>
                <a:gd name="connsiteX38" fmla="*/ 1484246 w 8645579"/>
                <a:gd name="connsiteY38" fmla="*/ 1607218 h 3667932"/>
                <a:gd name="connsiteX39" fmla="*/ 2902228 w 8645579"/>
                <a:gd name="connsiteY39" fmla="*/ 1607218 h 3667932"/>
                <a:gd name="connsiteX40" fmla="*/ 2902228 w 8645579"/>
                <a:gd name="connsiteY40" fmla="*/ 341635 h 3667932"/>
                <a:gd name="connsiteX41" fmla="*/ 2542349 w 8645579"/>
                <a:gd name="connsiteY41" fmla="*/ 313396 h 3667932"/>
                <a:gd name="connsiteX0" fmla="*/ 8201567 w 8650618"/>
                <a:gd name="connsiteY0" fmla="*/ 0 h 3667419"/>
                <a:gd name="connsiteX1" fmla="*/ 8600661 w 8650618"/>
                <a:gd name="connsiteY1" fmla="*/ 3667419 h 3667419"/>
                <a:gd name="connsiteX2" fmla="*/ 7975757 w 8650618"/>
                <a:gd name="connsiteY2" fmla="*/ 3667419 h 3667419"/>
                <a:gd name="connsiteX3" fmla="*/ 7976082 w 8650618"/>
                <a:gd name="connsiteY3" fmla="*/ 3665287 h 3667419"/>
                <a:gd name="connsiteX4" fmla="*/ 7980019 w 8650618"/>
                <a:gd name="connsiteY4" fmla="*/ 3587320 h 3667419"/>
                <a:gd name="connsiteX5" fmla="*/ 7217467 w 8650618"/>
                <a:gd name="connsiteY5" fmla="*/ 2824768 h 3667419"/>
                <a:gd name="connsiteX6" fmla="*/ 6454915 w 8650618"/>
                <a:gd name="connsiteY6" fmla="*/ 3587320 h 3667419"/>
                <a:gd name="connsiteX7" fmla="*/ 6458852 w 8650618"/>
                <a:gd name="connsiteY7" fmla="*/ 3665287 h 3667419"/>
                <a:gd name="connsiteX8" fmla="*/ 6459177 w 8650618"/>
                <a:gd name="connsiteY8" fmla="*/ 3667419 h 3667419"/>
                <a:gd name="connsiteX9" fmla="*/ 2806856 w 8650618"/>
                <a:gd name="connsiteY9" fmla="*/ 3667419 h 3667419"/>
                <a:gd name="connsiteX10" fmla="*/ 2807182 w 8650618"/>
                <a:gd name="connsiteY10" fmla="*/ 3665287 h 3667419"/>
                <a:gd name="connsiteX11" fmla="*/ 2811119 w 8650618"/>
                <a:gd name="connsiteY11" fmla="*/ 3587320 h 3667419"/>
                <a:gd name="connsiteX12" fmla="*/ 2048567 w 8650618"/>
                <a:gd name="connsiteY12" fmla="*/ 2824768 h 3667419"/>
                <a:gd name="connsiteX13" fmla="*/ 1286015 w 8650618"/>
                <a:gd name="connsiteY13" fmla="*/ 3587320 h 3667419"/>
                <a:gd name="connsiteX14" fmla="*/ 1289952 w 8650618"/>
                <a:gd name="connsiteY14" fmla="*/ 3665287 h 3667419"/>
                <a:gd name="connsiteX15" fmla="*/ 1290277 w 8650618"/>
                <a:gd name="connsiteY15" fmla="*/ 3667419 h 3667419"/>
                <a:gd name="connsiteX16" fmla="*/ 26505 w 8650618"/>
                <a:gd name="connsiteY16" fmla="*/ 3667419 h 3667419"/>
                <a:gd name="connsiteX17" fmla="*/ 0 w 8650618"/>
                <a:gd name="connsiteY17" fmla="*/ 2514479 h 3667419"/>
                <a:gd name="connsiteX18" fmla="*/ 1099932 w 8650618"/>
                <a:gd name="connsiteY18" fmla="*/ 1626583 h 3667419"/>
                <a:gd name="connsiteX19" fmla="*/ 2305879 w 8650618"/>
                <a:gd name="connsiteY19" fmla="*/ 36323 h 3667419"/>
                <a:gd name="connsiteX20" fmla="*/ 8123584 w 8650618"/>
                <a:gd name="connsiteY20" fmla="*/ 9818 h 3667419"/>
                <a:gd name="connsiteX21" fmla="*/ 8201567 w 8650618"/>
                <a:gd name="connsiteY21" fmla="*/ 0 h 3667419"/>
                <a:gd name="connsiteX22" fmla="*/ 3286541 w 8650618"/>
                <a:gd name="connsiteY22" fmla="*/ 309776 h 3667419"/>
                <a:gd name="connsiteX23" fmla="*/ 3286541 w 8650618"/>
                <a:gd name="connsiteY23" fmla="*/ 1633209 h 3667419"/>
                <a:gd name="connsiteX24" fmla="*/ 4850298 w 8650618"/>
                <a:gd name="connsiteY24" fmla="*/ 1633209 h 3667419"/>
                <a:gd name="connsiteX25" fmla="*/ 4850298 w 8650618"/>
                <a:gd name="connsiteY25" fmla="*/ 309776 h 3667419"/>
                <a:gd name="connsiteX26" fmla="*/ 3286541 w 8650618"/>
                <a:gd name="connsiteY26" fmla="*/ 309776 h 3667419"/>
                <a:gd name="connsiteX27" fmla="*/ 4996071 w 8650618"/>
                <a:gd name="connsiteY27" fmla="*/ 309776 h 3667419"/>
                <a:gd name="connsiteX28" fmla="*/ 4996071 w 8650618"/>
                <a:gd name="connsiteY28" fmla="*/ 1633209 h 3667419"/>
                <a:gd name="connsiteX29" fmla="*/ 6559828 w 8650618"/>
                <a:gd name="connsiteY29" fmla="*/ 1633209 h 3667419"/>
                <a:gd name="connsiteX30" fmla="*/ 6559828 w 8650618"/>
                <a:gd name="connsiteY30" fmla="*/ 309776 h 3667419"/>
                <a:gd name="connsiteX31" fmla="*/ 4996071 w 8650618"/>
                <a:gd name="connsiteY31" fmla="*/ 309776 h 3667419"/>
                <a:gd name="connsiteX32" fmla="*/ 6705601 w 8650618"/>
                <a:gd name="connsiteY32" fmla="*/ 309776 h 3667419"/>
                <a:gd name="connsiteX33" fmla="*/ 6705601 w 8650618"/>
                <a:gd name="connsiteY33" fmla="*/ 1633209 h 3667419"/>
                <a:gd name="connsiteX34" fmla="*/ 8269358 w 8650618"/>
                <a:gd name="connsiteY34" fmla="*/ 1633209 h 3667419"/>
                <a:gd name="connsiteX35" fmla="*/ 8269358 w 8650618"/>
                <a:gd name="connsiteY35" fmla="*/ 309776 h 3667419"/>
                <a:gd name="connsiteX36" fmla="*/ 6705601 w 8650618"/>
                <a:gd name="connsiteY36" fmla="*/ 309776 h 3667419"/>
                <a:gd name="connsiteX37" fmla="*/ 2542349 w 8650618"/>
                <a:gd name="connsiteY37" fmla="*/ 312883 h 3667419"/>
                <a:gd name="connsiteX38" fmla="*/ 1484246 w 8650618"/>
                <a:gd name="connsiteY38" fmla="*/ 1606705 h 3667419"/>
                <a:gd name="connsiteX39" fmla="*/ 2902228 w 8650618"/>
                <a:gd name="connsiteY39" fmla="*/ 1606705 h 3667419"/>
                <a:gd name="connsiteX40" fmla="*/ 2902228 w 8650618"/>
                <a:gd name="connsiteY40" fmla="*/ 341122 h 3667419"/>
                <a:gd name="connsiteX41" fmla="*/ 2542349 w 8650618"/>
                <a:gd name="connsiteY41" fmla="*/ 312883 h 3667419"/>
                <a:gd name="connsiteX0" fmla="*/ 8201567 w 8731992"/>
                <a:gd name="connsiteY0" fmla="*/ 0 h 3667419"/>
                <a:gd name="connsiteX1" fmla="*/ 8600661 w 8731992"/>
                <a:gd name="connsiteY1" fmla="*/ 3667419 h 3667419"/>
                <a:gd name="connsiteX2" fmla="*/ 7975757 w 8731992"/>
                <a:gd name="connsiteY2" fmla="*/ 3667419 h 3667419"/>
                <a:gd name="connsiteX3" fmla="*/ 7976082 w 8731992"/>
                <a:gd name="connsiteY3" fmla="*/ 3665287 h 3667419"/>
                <a:gd name="connsiteX4" fmla="*/ 7980019 w 8731992"/>
                <a:gd name="connsiteY4" fmla="*/ 3587320 h 3667419"/>
                <a:gd name="connsiteX5" fmla="*/ 7217467 w 8731992"/>
                <a:gd name="connsiteY5" fmla="*/ 2824768 h 3667419"/>
                <a:gd name="connsiteX6" fmla="*/ 6454915 w 8731992"/>
                <a:gd name="connsiteY6" fmla="*/ 3587320 h 3667419"/>
                <a:gd name="connsiteX7" fmla="*/ 6458852 w 8731992"/>
                <a:gd name="connsiteY7" fmla="*/ 3665287 h 3667419"/>
                <a:gd name="connsiteX8" fmla="*/ 6459177 w 8731992"/>
                <a:gd name="connsiteY8" fmla="*/ 3667419 h 3667419"/>
                <a:gd name="connsiteX9" fmla="*/ 2806856 w 8731992"/>
                <a:gd name="connsiteY9" fmla="*/ 3667419 h 3667419"/>
                <a:gd name="connsiteX10" fmla="*/ 2807182 w 8731992"/>
                <a:gd name="connsiteY10" fmla="*/ 3665287 h 3667419"/>
                <a:gd name="connsiteX11" fmla="*/ 2811119 w 8731992"/>
                <a:gd name="connsiteY11" fmla="*/ 3587320 h 3667419"/>
                <a:gd name="connsiteX12" fmla="*/ 2048567 w 8731992"/>
                <a:gd name="connsiteY12" fmla="*/ 2824768 h 3667419"/>
                <a:gd name="connsiteX13" fmla="*/ 1286015 w 8731992"/>
                <a:gd name="connsiteY13" fmla="*/ 3587320 h 3667419"/>
                <a:gd name="connsiteX14" fmla="*/ 1289952 w 8731992"/>
                <a:gd name="connsiteY14" fmla="*/ 3665287 h 3667419"/>
                <a:gd name="connsiteX15" fmla="*/ 1290277 w 8731992"/>
                <a:gd name="connsiteY15" fmla="*/ 3667419 h 3667419"/>
                <a:gd name="connsiteX16" fmla="*/ 26505 w 8731992"/>
                <a:gd name="connsiteY16" fmla="*/ 3667419 h 3667419"/>
                <a:gd name="connsiteX17" fmla="*/ 0 w 8731992"/>
                <a:gd name="connsiteY17" fmla="*/ 2514479 h 3667419"/>
                <a:gd name="connsiteX18" fmla="*/ 1099932 w 8731992"/>
                <a:gd name="connsiteY18" fmla="*/ 1626583 h 3667419"/>
                <a:gd name="connsiteX19" fmla="*/ 2305879 w 8731992"/>
                <a:gd name="connsiteY19" fmla="*/ 36323 h 3667419"/>
                <a:gd name="connsiteX20" fmla="*/ 8123584 w 8731992"/>
                <a:gd name="connsiteY20" fmla="*/ 9818 h 3667419"/>
                <a:gd name="connsiteX21" fmla="*/ 8201567 w 8731992"/>
                <a:gd name="connsiteY21" fmla="*/ 0 h 3667419"/>
                <a:gd name="connsiteX22" fmla="*/ 3286541 w 8731992"/>
                <a:gd name="connsiteY22" fmla="*/ 309776 h 3667419"/>
                <a:gd name="connsiteX23" fmla="*/ 3286541 w 8731992"/>
                <a:gd name="connsiteY23" fmla="*/ 1633209 h 3667419"/>
                <a:gd name="connsiteX24" fmla="*/ 4850298 w 8731992"/>
                <a:gd name="connsiteY24" fmla="*/ 1633209 h 3667419"/>
                <a:gd name="connsiteX25" fmla="*/ 4850298 w 8731992"/>
                <a:gd name="connsiteY25" fmla="*/ 309776 h 3667419"/>
                <a:gd name="connsiteX26" fmla="*/ 3286541 w 8731992"/>
                <a:gd name="connsiteY26" fmla="*/ 309776 h 3667419"/>
                <a:gd name="connsiteX27" fmla="*/ 4996071 w 8731992"/>
                <a:gd name="connsiteY27" fmla="*/ 309776 h 3667419"/>
                <a:gd name="connsiteX28" fmla="*/ 4996071 w 8731992"/>
                <a:gd name="connsiteY28" fmla="*/ 1633209 h 3667419"/>
                <a:gd name="connsiteX29" fmla="*/ 6559828 w 8731992"/>
                <a:gd name="connsiteY29" fmla="*/ 1633209 h 3667419"/>
                <a:gd name="connsiteX30" fmla="*/ 6559828 w 8731992"/>
                <a:gd name="connsiteY30" fmla="*/ 309776 h 3667419"/>
                <a:gd name="connsiteX31" fmla="*/ 4996071 w 8731992"/>
                <a:gd name="connsiteY31" fmla="*/ 309776 h 3667419"/>
                <a:gd name="connsiteX32" fmla="*/ 6705601 w 8731992"/>
                <a:gd name="connsiteY32" fmla="*/ 309776 h 3667419"/>
                <a:gd name="connsiteX33" fmla="*/ 6705601 w 8731992"/>
                <a:gd name="connsiteY33" fmla="*/ 1633209 h 3667419"/>
                <a:gd name="connsiteX34" fmla="*/ 8269358 w 8731992"/>
                <a:gd name="connsiteY34" fmla="*/ 1633209 h 3667419"/>
                <a:gd name="connsiteX35" fmla="*/ 8269358 w 8731992"/>
                <a:gd name="connsiteY35" fmla="*/ 309776 h 3667419"/>
                <a:gd name="connsiteX36" fmla="*/ 6705601 w 8731992"/>
                <a:gd name="connsiteY36" fmla="*/ 309776 h 3667419"/>
                <a:gd name="connsiteX37" fmla="*/ 2542349 w 8731992"/>
                <a:gd name="connsiteY37" fmla="*/ 312883 h 3667419"/>
                <a:gd name="connsiteX38" fmla="*/ 1484246 w 8731992"/>
                <a:gd name="connsiteY38" fmla="*/ 1606705 h 3667419"/>
                <a:gd name="connsiteX39" fmla="*/ 2902228 w 8731992"/>
                <a:gd name="connsiteY39" fmla="*/ 1606705 h 3667419"/>
                <a:gd name="connsiteX40" fmla="*/ 2902228 w 8731992"/>
                <a:gd name="connsiteY40" fmla="*/ 341122 h 3667419"/>
                <a:gd name="connsiteX41" fmla="*/ 2542349 w 8731992"/>
                <a:gd name="connsiteY41" fmla="*/ 312883 h 3667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8731992" h="3667419">
                  <a:moveTo>
                    <a:pt x="8201567" y="0"/>
                  </a:moveTo>
                  <a:cubicBezTo>
                    <a:pt x="8979247" y="153741"/>
                    <a:pt x="8701019" y="3559608"/>
                    <a:pt x="8600661" y="3667419"/>
                  </a:cubicBezTo>
                  <a:lnTo>
                    <a:pt x="7975757" y="3667419"/>
                  </a:lnTo>
                  <a:cubicBezTo>
                    <a:pt x="7975865" y="3666708"/>
                    <a:pt x="7975974" y="3665998"/>
                    <a:pt x="7976082" y="3665287"/>
                  </a:cubicBezTo>
                  <a:cubicBezTo>
                    <a:pt x="7978685" y="3639652"/>
                    <a:pt x="7980019" y="3613642"/>
                    <a:pt x="7980019" y="3587320"/>
                  </a:cubicBezTo>
                  <a:cubicBezTo>
                    <a:pt x="7980019" y="3166174"/>
                    <a:pt x="7638613" y="2824768"/>
                    <a:pt x="7217467" y="2824768"/>
                  </a:cubicBezTo>
                  <a:cubicBezTo>
                    <a:pt x="6796321" y="2824768"/>
                    <a:pt x="6454915" y="3166174"/>
                    <a:pt x="6454915" y="3587320"/>
                  </a:cubicBezTo>
                  <a:cubicBezTo>
                    <a:pt x="6454915" y="3613642"/>
                    <a:pt x="6456248" y="3639652"/>
                    <a:pt x="6458852" y="3665287"/>
                  </a:cubicBezTo>
                  <a:cubicBezTo>
                    <a:pt x="6458960" y="3665998"/>
                    <a:pt x="6459069" y="3666708"/>
                    <a:pt x="6459177" y="3667419"/>
                  </a:cubicBezTo>
                  <a:lnTo>
                    <a:pt x="2806856" y="3667419"/>
                  </a:lnTo>
                  <a:cubicBezTo>
                    <a:pt x="2806965" y="3666708"/>
                    <a:pt x="2807073" y="3665998"/>
                    <a:pt x="2807182" y="3665287"/>
                  </a:cubicBezTo>
                  <a:cubicBezTo>
                    <a:pt x="2809785" y="3639652"/>
                    <a:pt x="2811119" y="3613642"/>
                    <a:pt x="2811119" y="3587320"/>
                  </a:cubicBezTo>
                  <a:cubicBezTo>
                    <a:pt x="2811119" y="3166174"/>
                    <a:pt x="2469713" y="2824768"/>
                    <a:pt x="2048567" y="2824768"/>
                  </a:cubicBezTo>
                  <a:cubicBezTo>
                    <a:pt x="1627421" y="2824768"/>
                    <a:pt x="1286015" y="3166174"/>
                    <a:pt x="1286015" y="3587320"/>
                  </a:cubicBezTo>
                  <a:cubicBezTo>
                    <a:pt x="1286015" y="3613642"/>
                    <a:pt x="1287348" y="3639652"/>
                    <a:pt x="1289952" y="3665287"/>
                  </a:cubicBezTo>
                  <a:cubicBezTo>
                    <a:pt x="1290060" y="3665998"/>
                    <a:pt x="1290169" y="3666708"/>
                    <a:pt x="1290277" y="3667419"/>
                  </a:cubicBezTo>
                  <a:lnTo>
                    <a:pt x="26505" y="3667419"/>
                  </a:lnTo>
                  <a:cubicBezTo>
                    <a:pt x="22087" y="3283106"/>
                    <a:pt x="4418" y="2898792"/>
                    <a:pt x="0" y="2514479"/>
                  </a:cubicBezTo>
                  <a:cubicBezTo>
                    <a:pt x="13252" y="2280358"/>
                    <a:pt x="542237" y="1695052"/>
                    <a:pt x="1099932" y="1626583"/>
                  </a:cubicBezTo>
                  <a:cubicBezTo>
                    <a:pt x="1342888" y="1162757"/>
                    <a:pt x="1745423" y="93749"/>
                    <a:pt x="2305879" y="36323"/>
                  </a:cubicBezTo>
                  <a:cubicBezTo>
                    <a:pt x="4245114" y="-10612"/>
                    <a:pt x="6184349" y="18653"/>
                    <a:pt x="8123584" y="9818"/>
                  </a:cubicBezTo>
                  <a:cubicBezTo>
                    <a:pt x="8150917" y="4434"/>
                    <a:pt x="8176890" y="1186"/>
                    <a:pt x="8201567" y="0"/>
                  </a:cubicBezTo>
                  <a:close/>
                  <a:moveTo>
                    <a:pt x="3286541" y="309776"/>
                  </a:moveTo>
                  <a:lnTo>
                    <a:pt x="3286541" y="1633209"/>
                  </a:lnTo>
                  <a:lnTo>
                    <a:pt x="4850298" y="1633209"/>
                  </a:lnTo>
                  <a:lnTo>
                    <a:pt x="4850298" y="309776"/>
                  </a:lnTo>
                  <a:lnTo>
                    <a:pt x="3286541" y="309776"/>
                  </a:lnTo>
                  <a:close/>
                  <a:moveTo>
                    <a:pt x="4996071" y="309776"/>
                  </a:moveTo>
                  <a:lnTo>
                    <a:pt x="4996071" y="1633209"/>
                  </a:lnTo>
                  <a:lnTo>
                    <a:pt x="6559828" y="1633209"/>
                  </a:lnTo>
                  <a:lnTo>
                    <a:pt x="6559828" y="309776"/>
                  </a:lnTo>
                  <a:lnTo>
                    <a:pt x="4996071" y="309776"/>
                  </a:lnTo>
                  <a:close/>
                  <a:moveTo>
                    <a:pt x="6705601" y="309776"/>
                  </a:moveTo>
                  <a:lnTo>
                    <a:pt x="6705601" y="1633209"/>
                  </a:lnTo>
                  <a:lnTo>
                    <a:pt x="8269358" y="1633209"/>
                  </a:lnTo>
                  <a:lnTo>
                    <a:pt x="8269358" y="309776"/>
                  </a:lnTo>
                  <a:lnTo>
                    <a:pt x="6705601" y="309776"/>
                  </a:lnTo>
                  <a:close/>
                  <a:moveTo>
                    <a:pt x="2542349" y="312883"/>
                  </a:moveTo>
                  <a:cubicBezTo>
                    <a:pt x="1824385" y="371284"/>
                    <a:pt x="1897824" y="1237576"/>
                    <a:pt x="1484246" y="1606705"/>
                  </a:cubicBezTo>
                  <a:lnTo>
                    <a:pt x="2902228" y="1606705"/>
                  </a:lnTo>
                  <a:lnTo>
                    <a:pt x="2902228" y="341122"/>
                  </a:lnTo>
                  <a:cubicBezTo>
                    <a:pt x="2763632" y="312685"/>
                    <a:pt x="2644915" y="304540"/>
                    <a:pt x="2542349" y="312883"/>
                  </a:cubicBezTo>
                  <a:close/>
                </a:path>
              </a:pathLst>
            </a:custGeom>
            <a:solidFill>
              <a:srgbClr val="70AD47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42C4513-8D4F-C8B8-EF24-F27E09085FD3}"/>
                </a:ext>
              </a:extLst>
            </p:cNvPr>
            <p:cNvSpPr/>
            <p:nvPr/>
          </p:nvSpPr>
          <p:spPr>
            <a:xfrm rot="2694441">
              <a:off x="3363171" y="2747825"/>
              <a:ext cx="84597" cy="762552"/>
            </a:xfrm>
            <a:prstGeom prst="roundRect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8FA48F9-66AD-D0BF-3365-0BDA015B4096}"/>
                </a:ext>
              </a:extLst>
            </p:cNvPr>
            <p:cNvSpPr/>
            <p:nvPr/>
          </p:nvSpPr>
          <p:spPr>
            <a:xfrm>
              <a:off x="3632750" y="2420843"/>
              <a:ext cx="215900" cy="641627"/>
            </a:xfrm>
            <a:custGeom>
              <a:avLst/>
              <a:gdLst>
                <a:gd name="connsiteX0" fmla="*/ 762552 w 1525104"/>
                <a:gd name="connsiteY0" fmla="*/ 0 h 1525104"/>
                <a:gd name="connsiteX1" fmla="*/ 1525104 w 1525104"/>
                <a:gd name="connsiteY1" fmla="*/ 762552 h 1525104"/>
                <a:gd name="connsiteX2" fmla="*/ 762552 w 1525104"/>
                <a:gd name="connsiteY2" fmla="*/ 1525104 h 1525104"/>
                <a:gd name="connsiteX3" fmla="*/ 0 w 1525104"/>
                <a:gd name="connsiteY3" fmla="*/ 762552 h 1525104"/>
                <a:gd name="connsiteX4" fmla="*/ 762552 w 1525104"/>
                <a:gd name="connsiteY4" fmla="*/ 0 h 1525104"/>
                <a:gd name="connsiteX5" fmla="*/ 757307 w 1525104"/>
                <a:gd name="connsiteY5" fmla="*/ 390388 h 1525104"/>
                <a:gd name="connsiteX6" fmla="*/ 376031 w 1525104"/>
                <a:gd name="connsiteY6" fmla="*/ 771664 h 1525104"/>
                <a:gd name="connsiteX7" fmla="*/ 757307 w 1525104"/>
                <a:gd name="connsiteY7" fmla="*/ 1152940 h 1525104"/>
                <a:gd name="connsiteX8" fmla="*/ 1138583 w 1525104"/>
                <a:gd name="connsiteY8" fmla="*/ 771664 h 1525104"/>
                <a:gd name="connsiteX9" fmla="*/ 757307 w 1525104"/>
                <a:gd name="connsiteY9" fmla="*/ 390388 h 152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25104" h="1525104">
                  <a:moveTo>
                    <a:pt x="762552" y="0"/>
                  </a:moveTo>
                  <a:cubicBezTo>
                    <a:pt x="1183698" y="0"/>
                    <a:pt x="1525104" y="341406"/>
                    <a:pt x="1525104" y="762552"/>
                  </a:cubicBezTo>
                  <a:cubicBezTo>
                    <a:pt x="1525104" y="1183698"/>
                    <a:pt x="1183698" y="1525104"/>
                    <a:pt x="762552" y="1525104"/>
                  </a:cubicBezTo>
                  <a:cubicBezTo>
                    <a:pt x="341406" y="1525104"/>
                    <a:pt x="0" y="1183698"/>
                    <a:pt x="0" y="762552"/>
                  </a:cubicBezTo>
                  <a:cubicBezTo>
                    <a:pt x="0" y="341406"/>
                    <a:pt x="341406" y="0"/>
                    <a:pt x="762552" y="0"/>
                  </a:cubicBezTo>
                  <a:close/>
                  <a:moveTo>
                    <a:pt x="757307" y="390388"/>
                  </a:moveTo>
                  <a:cubicBezTo>
                    <a:pt x="546734" y="390388"/>
                    <a:pt x="376031" y="561091"/>
                    <a:pt x="376031" y="771664"/>
                  </a:cubicBezTo>
                  <a:cubicBezTo>
                    <a:pt x="376031" y="982237"/>
                    <a:pt x="546734" y="1152940"/>
                    <a:pt x="757307" y="1152940"/>
                  </a:cubicBezTo>
                  <a:cubicBezTo>
                    <a:pt x="967880" y="1152940"/>
                    <a:pt x="1138583" y="982237"/>
                    <a:pt x="1138583" y="771664"/>
                  </a:cubicBezTo>
                  <a:cubicBezTo>
                    <a:pt x="1138583" y="561091"/>
                    <a:pt x="967880" y="390388"/>
                    <a:pt x="757307" y="390388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C50EC8D-D024-3CE3-3A42-EBB8D3D5E0AC}"/>
                </a:ext>
              </a:extLst>
            </p:cNvPr>
            <p:cNvSpPr/>
            <p:nvPr/>
          </p:nvSpPr>
          <p:spPr>
            <a:xfrm>
              <a:off x="4584284" y="2360380"/>
              <a:ext cx="269185" cy="762552"/>
            </a:xfrm>
            <a:custGeom>
              <a:avLst/>
              <a:gdLst>
                <a:gd name="connsiteX0" fmla="*/ 381276 w 762552"/>
                <a:gd name="connsiteY0" fmla="*/ 0 h 762552"/>
                <a:gd name="connsiteX1" fmla="*/ 762552 w 762552"/>
                <a:gd name="connsiteY1" fmla="*/ 381276 h 762552"/>
                <a:gd name="connsiteX2" fmla="*/ 381276 w 762552"/>
                <a:gd name="connsiteY2" fmla="*/ 762552 h 762552"/>
                <a:gd name="connsiteX3" fmla="*/ 0 w 762552"/>
                <a:gd name="connsiteY3" fmla="*/ 381276 h 762552"/>
                <a:gd name="connsiteX4" fmla="*/ 381276 w 762552"/>
                <a:gd name="connsiteY4" fmla="*/ 0 h 762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552" h="762552">
                  <a:moveTo>
                    <a:pt x="381276" y="0"/>
                  </a:moveTo>
                  <a:cubicBezTo>
                    <a:pt x="591849" y="0"/>
                    <a:pt x="762552" y="170703"/>
                    <a:pt x="762552" y="381276"/>
                  </a:cubicBezTo>
                  <a:cubicBezTo>
                    <a:pt x="762552" y="591849"/>
                    <a:pt x="591849" y="762552"/>
                    <a:pt x="381276" y="762552"/>
                  </a:cubicBezTo>
                  <a:cubicBezTo>
                    <a:pt x="170703" y="762552"/>
                    <a:pt x="0" y="591849"/>
                    <a:pt x="0" y="381276"/>
                  </a:cubicBezTo>
                  <a:cubicBezTo>
                    <a:pt x="0" y="170703"/>
                    <a:pt x="170703" y="0"/>
                    <a:pt x="381276" y="0"/>
                  </a:cubicBezTo>
                  <a:close/>
                </a:path>
              </a:pathLst>
            </a:custGeom>
            <a:solidFill>
              <a:srgbClr val="5B9BD5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5D5B28C-347A-8E85-D28E-5B1625760074}"/>
                </a:ext>
              </a:extLst>
            </p:cNvPr>
            <p:cNvSpPr/>
            <p:nvPr/>
          </p:nvSpPr>
          <p:spPr>
            <a:xfrm>
              <a:off x="3193773" y="4176805"/>
              <a:ext cx="1525104" cy="1525104"/>
            </a:xfrm>
            <a:custGeom>
              <a:avLst/>
              <a:gdLst>
                <a:gd name="connsiteX0" fmla="*/ 762552 w 1525104"/>
                <a:gd name="connsiteY0" fmla="*/ 0 h 1525104"/>
                <a:gd name="connsiteX1" fmla="*/ 1525104 w 1525104"/>
                <a:gd name="connsiteY1" fmla="*/ 762552 h 1525104"/>
                <a:gd name="connsiteX2" fmla="*/ 762552 w 1525104"/>
                <a:gd name="connsiteY2" fmla="*/ 1525104 h 1525104"/>
                <a:gd name="connsiteX3" fmla="*/ 0 w 1525104"/>
                <a:gd name="connsiteY3" fmla="*/ 762552 h 1525104"/>
                <a:gd name="connsiteX4" fmla="*/ 762552 w 1525104"/>
                <a:gd name="connsiteY4" fmla="*/ 0 h 1525104"/>
                <a:gd name="connsiteX5" fmla="*/ 757307 w 1525104"/>
                <a:gd name="connsiteY5" fmla="*/ 390388 h 1525104"/>
                <a:gd name="connsiteX6" fmla="*/ 376031 w 1525104"/>
                <a:gd name="connsiteY6" fmla="*/ 771664 h 1525104"/>
                <a:gd name="connsiteX7" fmla="*/ 757307 w 1525104"/>
                <a:gd name="connsiteY7" fmla="*/ 1152940 h 1525104"/>
                <a:gd name="connsiteX8" fmla="*/ 1138583 w 1525104"/>
                <a:gd name="connsiteY8" fmla="*/ 771664 h 1525104"/>
                <a:gd name="connsiteX9" fmla="*/ 757307 w 1525104"/>
                <a:gd name="connsiteY9" fmla="*/ 390388 h 152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25104" h="1525104">
                  <a:moveTo>
                    <a:pt x="762552" y="0"/>
                  </a:moveTo>
                  <a:cubicBezTo>
                    <a:pt x="1183698" y="0"/>
                    <a:pt x="1525104" y="341406"/>
                    <a:pt x="1525104" y="762552"/>
                  </a:cubicBezTo>
                  <a:cubicBezTo>
                    <a:pt x="1525104" y="1183698"/>
                    <a:pt x="1183698" y="1525104"/>
                    <a:pt x="762552" y="1525104"/>
                  </a:cubicBezTo>
                  <a:cubicBezTo>
                    <a:pt x="341406" y="1525104"/>
                    <a:pt x="0" y="1183698"/>
                    <a:pt x="0" y="762552"/>
                  </a:cubicBezTo>
                  <a:cubicBezTo>
                    <a:pt x="0" y="341406"/>
                    <a:pt x="341406" y="0"/>
                    <a:pt x="762552" y="0"/>
                  </a:cubicBezTo>
                  <a:close/>
                  <a:moveTo>
                    <a:pt x="757307" y="390388"/>
                  </a:moveTo>
                  <a:cubicBezTo>
                    <a:pt x="546734" y="390388"/>
                    <a:pt x="376031" y="561091"/>
                    <a:pt x="376031" y="771664"/>
                  </a:cubicBezTo>
                  <a:cubicBezTo>
                    <a:pt x="376031" y="982237"/>
                    <a:pt x="546734" y="1152940"/>
                    <a:pt x="757307" y="1152940"/>
                  </a:cubicBezTo>
                  <a:cubicBezTo>
                    <a:pt x="967880" y="1152940"/>
                    <a:pt x="1138583" y="982237"/>
                    <a:pt x="1138583" y="771664"/>
                  </a:cubicBezTo>
                  <a:cubicBezTo>
                    <a:pt x="1138583" y="561091"/>
                    <a:pt x="967880" y="390388"/>
                    <a:pt x="757307" y="390388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F7A8667-BDEA-BC33-C9CD-7F8DF0270BE4}"/>
                </a:ext>
              </a:extLst>
            </p:cNvPr>
            <p:cNvSpPr/>
            <p:nvPr/>
          </p:nvSpPr>
          <p:spPr>
            <a:xfrm>
              <a:off x="1921564" y="1368408"/>
              <a:ext cx="8731992" cy="3667419"/>
            </a:xfrm>
            <a:custGeom>
              <a:avLst/>
              <a:gdLst>
                <a:gd name="connsiteX0" fmla="*/ 8201567 w 8645579"/>
                <a:gd name="connsiteY0" fmla="*/ 513 h 3667932"/>
                <a:gd name="connsiteX1" fmla="*/ 8600661 w 8645579"/>
                <a:gd name="connsiteY1" fmla="*/ 3667932 h 3667932"/>
                <a:gd name="connsiteX2" fmla="*/ 7975757 w 8645579"/>
                <a:gd name="connsiteY2" fmla="*/ 3667932 h 3667932"/>
                <a:gd name="connsiteX3" fmla="*/ 7976082 w 8645579"/>
                <a:gd name="connsiteY3" fmla="*/ 3665800 h 3667932"/>
                <a:gd name="connsiteX4" fmla="*/ 7980019 w 8645579"/>
                <a:gd name="connsiteY4" fmla="*/ 3587833 h 3667932"/>
                <a:gd name="connsiteX5" fmla="*/ 7217467 w 8645579"/>
                <a:gd name="connsiteY5" fmla="*/ 2825281 h 3667932"/>
                <a:gd name="connsiteX6" fmla="*/ 6454915 w 8645579"/>
                <a:gd name="connsiteY6" fmla="*/ 3587833 h 3667932"/>
                <a:gd name="connsiteX7" fmla="*/ 6458852 w 8645579"/>
                <a:gd name="connsiteY7" fmla="*/ 3665800 h 3667932"/>
                <a:gd name="connsiteX8" fmla="*/ 6459177 w 8645579"/>
                <a:gd name="connsiteY8" fmla="*/ 3667932 h 3667932"/>
                <a:gd name="connsiteX9" fmla="*/ 2806856 w 8645579"/>
                <a:gd name="connsiteY9" fmla="*/ 3667932 h 3667932"/>
                <a:gd name="connsiteX10" fmla="*/ 2807182 w 8645579"/>
                <a:gd name="connsiteY10" fmla="*/ 3665800 h 3667932"/>
                <a:gd name="connsiteX11" fmla="*/ 2811119 w 8645579"/>
                <a:gd name="connsiteY11" fmla="*/ 3587833 h 3667932"/>
                <a:gd name="connsiteX12" fmla="*/ 2048567 w 8645579"/>
                <a:gd name="connsiteY12" fmla="*/ 2825281 h 3667932"/>
                <a:gd name="connsiteX13" fmla="*/ 1286015 w 8645579"/>
                <a:gd name="connsiteY13" fmla="*/ 3587833 h 3667932"/>
                <a:gd name="connsiteX14" fmla="*/ 1289952 w 8645579"/>
                <a:gd name="connsiteY14" fmla="*/ 3665800 h 3667932"/>
                <a:gd name="connsiteX15" fmla="*/ 1290277 w 8645579"/>
                <a:gd name="connsiteY15" fmla="*/ 3667932 h 3667932"/>
                <a:gd name="connsiteX16" fmla="*/ 26505 w 8645579"/>
                <a:gd name="connsiteY16" fmla="*/ 3667932 h 3667932"/>
                <a:gd name="connsiteX17" fmla="*/ 0 w 8645579"/>
                <a:gd name="connsiteY17" fmla="*/ 2514992 h 3667932"/>
                <a:gd name="connsiteX18" fmla="*/ 1099932 w 8645579"/>
                <a:gd name="connsiteY18" fmla="*/ 1627096 h 3667932"/>
                <a:gd name="connsiteX19" fmla="*/ 2305879 w 8645579"/>
                <a:gd name="connsiteY19" fmla="*/ 36836 h 3667932"/>
                <a:gd name="connsiteX20" fmla="*/ 8123584 w 8645579"/>
                <a:gd name="connsiteY20" fmla="*/ 10331 h 3667932"/>
                <a:gd name="connsiteX21" fmla="*/ 8201567 w 8645579"/>
                <a:gd name="connsiteY21" fmla="*/ 513 h 3667932"/>
                <a:gd name="connsiteX22" fmla="*/ 3286541 w 8645579"/>
                <a:gd name="connsiteY22" fmla="*/ 310289 h 3667932"/>
                <a:gd name="connsiteX23" fmla="*/ 3286541 w 8645579"/>
                <a:gd name="connsiteY23" fmla="*/ 1633722 h 3667932"/>
                <a:gd name="connsiteX24" fmla="*/ 4850298 w 8645579"/>
                <a:gd name="connsiteY24" fmla="*/ 1633722 h 3667932"/>
                <a:gd name="connsiteX25" fmla="*/ 4850298 w 8645579"/>
                <a:gd name="connsiteY25" fmla="*/ 310289 h 3667932"/>
                <a:gd name="connsiteX26" fmla="*/ 3286541 w 8645579"/>
                <a:gd name="connsiteY26" fmla="*/ 310289 h 3667932"/>
                <a:gd name="connsiteX27" fmla="*/ 4996071 w 8645579"/>
                <a:gd name="connsiteY27" fmla="*/ 310289 h 3667932"/>
                <a:gd name="connsiteX28" fmla="*/ 4996071 w 8645579"/>
                <a:gd name="connsiteY28" fmla="*/ 1633722 h 3667932"/>
                <a:gd name="connsiteX29" fmla="*/ 6559828 w 8645579"/>
                <a:gd name="connsiteY29" fmla="*/ 1633722 h 3667932"/>
                <a:gd name="connsiteX30" fmla="*/ 6559828 w 8645579"/>
                <a:gd name="connsiteY30" fmla="*/ 310289 h 3667932"/>
                <a:gd name="connsiteX31" fmla="*/ 4996071 w 8645579"/>
                <a:gd name="connsiteY31" fmla="*/ 310289 h 3667932"/>
                <a:gd name="connsiteX32" fmla="*/ 6705601 w 8645579"/>
                <a:gd name="connsiteY32" fmla="*/ 310289 h 3667932"/>
                <a:gd name="connsiteX33" fmla="*/ 6705601 w 8645579"/>
                <a:gd name="connsiteY33" fmla="*/ 1633722 h 3667932"/>
                <a:gd name="connsiteX34" fmla="*/ 8269358 w 8645579"/>
                <a:gd name="connsiteY34" fmla="*/ 1633722 h 3667932"/>
                <a:gd name="connsiteX35" fmla="*/ 8269358 w 8645579"/>
                <a:gd name="connsiteY35" fmla="*/ 310289 h 3667932"/>
                <a:gd name="connsiteX36" fmla="*/ 6705601 w 8645579"/>
                <a:gd name="connsiteY36" fmla="*/ 310289 h 3667932"/>
                <a:gd name="connsiteX37" fmla="*/ 2542349 w 8645579"/>
                <a:gd name="connsiteY37" fmla="*/ 313396 h 3667932"/>
                <a:gd name="connsiteX38" fmla="*/ 1484246 w 8645579"/>
                <a:gd name="connsiteY38" fmla="*/ 1607218 h 3667932"/>
                <a:gd name="connsiteX39" fmla="*/ 2902228 w 8645579"/>
                <a:gd name="connsiteY39" fmla="*/ 1607218 h 3667932"/>
                <a:gd name="connsiteX40" fmla="*/ 2902228 w 8645579"/>
                <a:gd name="connsiteY40" fmla="*/ 341635 h 3667932"/>
                <a:gd name="connsiteX41" fmla="*/ 2542349 w 8645579"/>
                <a:gd name="connsiteY41" fmla="*/ 313396 h 3667932"/>
                <a:gd name="connsiteX0" fmla="*/ 8201567 w 8645579"/>
                <a:gd name="connsiteY0" fmla="*/ 513 h 3667932"/>
                <a:gd name="connsiteX1" fmla="*/ 8600661 w 8645579"/>
                <a:gd name="connsiteY1" fmla="*/ 3667932 h 3667932"/>
                <a:gd name="connsiteX2" fmla="*/ 7975757 w 8645579"/>
                <a:gd name="connsiteY2" fmla="*/ 3667932 h 3667932"/>
                <a:gd name="connsiteX3" fmla="*/ 7976082 w 8645579"/>
                <a:gd name="connsiteY3" fmla="*/ 3665800 h 3667932"/>
                <a:gd name="connsiteX4" fmla="*/ 7980019 w 8645579"/>
                <a:gd name="connsiteY4" fmla="*/ 3587833 h 3667932"/>
                <a:gd name="connsiteX5" fmla="*/ 7217467 w 8645579"/>
                <a:gd name="connsiteY5" fmla="*/ 2825281 h 3667932"/>
                <a:gd name="connsiteX6" fmla="*/ 6454915 w 8645579"/>
                <a:gd name="connsiteY6" fmla="*/ 3587833 h 3667932"/>
                <a:gd name="connsiteX7" fmla="*/ 6458852 w 8645579"/>
                <a:gd name="connsiteY7" fmla="*/ 3665800 h 3667932"/>
                <a:gd name="connsiteX8" fmla="*/ 6459177 w 8645579"/>
                <a:gd name="connsiteY8" fmla="*/ 3667932 h 3667932"/>
                <a:gd name="connsiteX9" fmla="*/ 2806856 w 8645579"/>
                <a:gd name="connsiteY9" fmla="*/ 3667932 h 3667932"/>
                <a:gd name="connsiteX10" fmla="*/ 2807182 w 8645579"/>
                <a:gd name="connsiteY10" fmla="*/ 3665800 h 3667932"/>
                <a:gd name="connsiteX11" fmla="*/ 2811119 w 8645579"/>
                <a:gd name="connsiteY11" fmla="*/ 3587833 h 3667932"/>
                <a:gd name="connsiteX12" fmla="*/ 2048567 w 8645579"/>
                <a:gd name="connsiteY12" fmla="*/ 2825281 h 3667932"/>
                <a:gd name="connsiteX13" fmla="*/ 1286015 w 8645579"/>
                <a:gd name="connsiteY13" fmla="*/ 3587833 h 3667932"/>
                <a:gd name="connsiteX14" fmla="*/ 1289952 w 8645579"/>
                <a:gd name="connsiteY14" fmla="*/ 3665800 h 3667932"/>
                <a:gd name="connsiteX15" fmla="*/ 1290277 w 8645579"/>
                <a:gd name="connsiteY15" fmla="*/ 3667932 h 3667932"/>
                <a:gd name="connsiteX16" fmla="*/ 26505 w 8645579"/>
                <a:gd name="connsiteY16" fmla="*/ 3667932 h 3667932"/>
                <a:gd name="connsiteX17" fmla="*/ 0 w 8645579"/>
                <a:gd name="connsiteY17" fmla="*/ 2514992 h 3667932"/>
                <a:gd name="connsiteX18" fmla="*/ 1099932 w 8645579"/>
                <a:gd name="connsiteY18" fmla="*/ 1627096 h 3667932"/>
                <a:gd name="connsiteX19" fmla="*/ 2305879 w 8645579"/>
                <a:gd name="connsiteY19" fmla="*/ 36836 h 3667932"/>
                <a:gd name="connsiteX20" fmla="*/ 8123584 w 8645579"/>
                <a:gd name="connsiteY20" fmla="*/ 10331 h 3667932"/>
                <a:gd name="connsiteX21" fmla="*/ 8201567 w 8645579"/>
                <a:gd name="connsiteY21" fmla="*/ 513 h 3667932"/>
                <a:gd name="connsiteX22" fmla="*/ 3286541 w 8645579"/>
                <a:gd name="connsiteY22" fmla="*/ 310289 h 3667932"/>
                <a:gd name="connsiteX23" fmla="*/ 3286541 w 8645579"/>
                <a:gd name="connsiteY23" fmla="*/ 1633722 h 3667932"/>
                <a:gd name="connsiteX24" fmla="*/ 4850298 w 8645579"/>
                <a:gd name="connsiteY24" fmla="*/ 1633722 h 3667932"/>
                <a:gd name="connsiteX25" fmla="*/ 4850298 w 8645579"/>
                <a:gd name="connsiteY25" fmla="*/ 310289 h 3667932"/>
                <a:gd name="connsiteX26" fmla="*/ 3286541 w 8645579"/>
                <a:gd name="connsiteY26" fmla="*/ 310289 h 3667932"/>
                <a:gd name="connsiteX27" fmla="*/ 4996071 w 8645579"/>
                <a:gd name="connsiteY27" fmla="*/ 310289 h 3667932"/>
                <a:gd name="connsiteX28" fmla="*/ 4996071 w 8645579"/>
                <a:gd name="connsiteY28" fmla="*/ 1633722 h 3667932"/>
                <a:gd name="connsiteX29" fmla="*/ 6559828 w 8645579"/>
                <a:gd name="connsiteY29" fmla="*/ 1633722 h 3667932"/>
                <a:gd name="connsiteX30" fmla="*/ 6559828 w 8645579"/>
                <a:gd name="connsiteY30" fmla="*/ 310289 h 3667932"/>
                <a:gd name="connsiteX31" fmla="*/ 4996071 w 8645579"/>
                <a:gd name="connsiteY31" fmla="*/ 310289 h 3667932"/>
                <a:gd name="connsiteX32" fmla="*/ 6705601 w 8645579"/>
                <a:gd name="connsiteY32" fmla="*/ 310289 h 3667932"/>
                <a:gd name="connsiteX33" fmla="*/ 6705601 w 8645579"/>
                <a:gd name="connsiteY33" fmla="*/ 1633722 h 3667932"/>
                <a:gd name="connsiteX34" fmla="*/ 8269358 w 8645579"/>
                <a:gd name="connsiteY34" fmla="*/ 1633722 h 3667932"/>
                <a:gd name="connsiteX35" fmla="*/ 8269358 w 8645579"/>
                <a:gd name="connsiteY35" fmla="*/ 310289 h 3667932"/>
                <a:gd name="connsiteX36" fmla="*/ 6705601 w 8645579"/>
                <a:gd name="connsiteY36" fmla="*/ 310289 h 3667932"/>
                <a:gd name="connsiteX37" fmla="*/ 2542349 w 8645579"/>
                <a:gd name="connsiteY37" fmla="*/ 313396 h 3667932"/>
                <a:gd name="connsiteX38" fmla="*/ 1484246 w 8645579"/>
                <a:gd name="connsiteY38" fmla="*/ 1607218 h 3667932"/>
                <a:gd name="connsiteX39" fmla="*/ 2902228 w 8645579"/>
                <a:gd name="connsiteY39" fmla="*/ 1607218 h 3667932"/>
                <a:gd name="connsiteX40" fmla="*/ 2902228 w 8645579"/>
                <a:gd name="connsiteY40" fmla="*/ 341635 h 3667932"/>
                <a:gd name="connsiteX41" fmla="*/ 2542349 w 8645579"/>
                <a:gd name="connsiteY41" fmla="*/ 313396 h 3667932"/>
                <a:gd name="connsiteX0" fmla="*/ 8201567 w 8645579"/>
                <a:gd name="connsiteY0" fmla="*/ 513 h 3667932"/>
                <a:gd name="connsiteX1" fmla="*/ 8600661 w 8645579"/>
                <a:gd name="connsiteY1" fmla="*/ 3667932 h 3667932"/>
                <a:gd name="connsiteX2" fmla="*/ 7975757 w 8645579"/>
                <a:gd name="connsiteY2" fmla="*/ 3667932 h 3667932"/>
                <a:gd name="connsiteX3" fmla="*/ 7976082 w 8645579"/>
                <a:gd name="connsiteY3" fmla="*/ 3665800 h 3667932"/>
                <a:gd name="connsiteX4" fmla="*/ 7980019 w 8645579"/>
                <a:gd name="connsiteY4" fmla="*/ 3587833 h 3667932"/>
                <a:gd name="connsiteX5" fmla="*/ 7217467 w 8645579"/>
                <a:gd name="connsiteY5" fmla="*/ 2825281 h 3667932"/>
                <a:gd name="connsiteX6" fmla="*/ 6454915 w 8645579"/>
                <a:gd name="connsiteY6" fmla="*/ 3587833 h 3667932"/>
                <a:gd name="connsiteX7" fmla="*/ 6458852 w 8645579"/>
                <a:gd name="connsiteY7" fmla="*/ 3665800 h 3667932"/>
                <a:gd name="connsiteX8" fmla="*/ 6459177 w 8645579"/>
                <a:gd name="connsiteY8" fmla="*/ 3667932 h 3667932"/>
                <a:gd name="connsiteX9" fmla="*/ 2806856 w 8645579"/>
                <a:gd name="connsiteY9" fmla="*/ 3667932 h 3667932"/>
                <a:gd name="connsiteX10" fmla="*/ 2807182 w 8645579"/>
                <a:gd name="connsiteY10" fmla="*/ 3665800 h 3667932"/>
                <a:gd name="connsiteX11" fmla="*/ 2811119 w 8645579"/>
                <a:gd name="connsiteY11" fmla="*/ 3587833 h 3667932"/>
                <a:gd name="connsiteX12" fmla="*/ 2048567 w 8645579"/>
                <a:gd name="connsiteY12" fmla="*/ 2825281 h 3667932"/>
                <a:gd name="connsiteX13" fmla="*/ 1286015 w 8645579"/>
                <a:gd name="connsiteY13" fmla="*/ 3587833 h 3667932"/>
                <a:gd name="connsiteX14" fmla="*/ 1289952 w 8645579"/>
                <a:gd name="connsiteY14" fmla="*/ 3665800 h 3667932"/>
                <a:gd name="connsiteX15" fmla="*/ 1290277 w 8645579"/>
                <a:gd name="connsiteY15" fmla="*/ 3667932 h 3667932"/>
                <a:gd name="connsiteX16" fmla="*/ 26505 w 8645579"/>
                <a:gd name="connsiteY16" fmla="*/ 3667932 h 3667932"/>
                <a:gd name="connsiteX17" fmla="*/ 0 w 8645579"/>
                <a:gd name="connsiteY17" fmla="*/ 2514992 h 3667932"/>
                <a:gd name="connsiteX18" fmla="*/ 1099932 w 8645579"/>
                <a:gd name="connsiteY18" fmla="*/ 1627096 h 3667932"/>
                <a:gd name="connsiteX19" fmla="*/ 2305879 w 8645579"/>
                <a:gd name="connsiteY19" fmla="*/ 36836 h 3667932"/>
                <a:gd name="connsiteX20" fmla="*/ 8123584 w 8645579"/>
                <a:gd name="connsiteY20" fmla="*/ 10331 h 3667932"/>
                <a:gd name="connsiteX21" fmla="*/ 8201567 w 8645579"/>
                <a:gd name="connsiteY21" fmla="*/ 513 h 3667932"/>
                <a:gd name="connsiteX22" fmla="*/ 3286541 w 8645579"/>
                <a:gd name="connsiteY22" fmla="*/ 310289 h 3667932"/>
                <a:gd name="connsiteX23" fmla="*/ 3286541 w 8645579"/>
                <a:gd name="connsiteY23" fmla="*/ 1633722 h 3667932"/>
                <a:gd name="connsiteX24" fmla="*/ 4850298 w 8645579"/>
                <a:gd name="connsiteY24" fmla="*/ 1633722 h 3667932"/>
                <a:gd name="connsiteX25" fmla="*/ 4850298 w 8645579"/>
                <a:gd name="connsiteY25" fmla="*/ 310289 h 3667932"/>
                <a:gd name="connsiteX26" fmla="*/ 3286541 w 8645579"/>
                <a:gd name="connsiteY26" fmla="*/ 310289 h 3667932"/>
                <a:gd name="connsiteX27" fmla="*/ 4996071 w 8645579"/>
                <a:gd name="connsiteY27" fmla="*/ 310289 h 3667932"/>
                <a:gd name="connsiteX28" fmla="*/ 4996071 w 8645579"/>
                <a:gd name="connsiteY28" fmla="*/ 1633722 h 3667932"/>
                <a:gd name="connsiteX29" fmla="*/ 6559828 w 8645579"/>
                <a:gd name="connsiteY29" fmla="*/ 1633722 h 3667932"/>
                <a:gd name="connsiteX30" fmla="*/ 6559828 w 8645579"/>
                <a:gd name="connsiteY30" fmla="*/ 310289 h 3667932"/>
                <a:gd name="connsiteX31" fmla="*/ 4996071 w 8645579"/>
                <a:gd name="connsiteY31" fmla="*/ 310289 h 3667932"/>
                <a:gd name="connsiteX32" fmla="*/ 6705601 w 8645579"/>
                <a:gd name="connsiteY32" fmla="*/ 310289 h 3667932"/>
                <a:gd name="connsiteX33" fmla="*/ 6705601 w 8645579"/>
                <a:gd name="connsiteY33" fmla="*/ 1633722 h 3667932"/>
                <a:gd name="connsiteX34" fmla="*/ 8269358 w 8645579"/>
                <a:gd name="connsiteY34" fmla="*/ 1633722 h 3667932"/>
                <a:gd name="connsiteX35" fmla="*/ 8269358 w 8645579"/>
                <a:gd name="connsiteY35" fmla="*/ 310289 h 3667932"/>
                <a:gd name="connsiteX36" fmla="*/ 6705601 w 8645579"/>
                <a:gd name="connsiteY36" fmla="*/ 310289 h 3667932"/>
                <a:gd name="connsiteX37" fmla="*/ 2542349 w 8645579"/>
                <a:gd name="connsiteY37" fmla="*/ 313396 h 3667932"/>
                <a:gd name="connsiteX38" fmla="*/ 1484246 w 8645579"/>
                <a:gd name="connsiteY38" fmla="*/ 1607218 h 3667932"/>
                <a:gd name="connsiteX39" fmla="*/ 2902228 w 8645579"/>
                <a:gd name="connsiteY39" fmla="*/ 1607218 h 3667932"/>
                <a:gd name="connsiteX40" fmla="*/ 2902228 w 8645579"/>
                <a:gd name="connsiteY40" fmla="*/ 341635 h 3667932"/>
                <a:gd name="connsiteX41" fmla="*/ 2542349 w 8645579"/>
                <a:gd name="connsiteY41" fmla="*/ 313396 h 3667932"/>
                <a:gd name="connsiteX0" fmla="*/ 8201567 w 8645579"/>
                <a:gd name="connsiteY0" fmla="*/ 513 h 3667932"/>
                <a:gd name="connsiteX1" fmla="*/ 8600661 w 8645579"/>
                <a:gd name="connsiteY1" fmla="*/ 3667932 h 3667932"/>
                <a:gd name="connsiteX2" fmla="*/ 7975757 w 8645579"/>
                <a:gd name="connsiteY2" fmla="*/ 3667932 h 3667932"/>
                <a:gd name="connsiteX3" fmla="*/ 7976082 w 8645579"/>
                <a:gd name="connsiteY3" fmla="*/ 3665800 h 3667932"/>
                <a:gd name="connsiteX4" fmla="*/ 7980019 w 8645579"/>
                <a:gd name="connsiteY4" fmla="*/ 3587833 h 3667932"/>
                <a:gd name="connsiteX5" fmla="*/ 7217467 w 8645579"/>
                <a:gd name="connsiteY5" fmla="*/ 2825281 h 3667932"/>
                <a:gd name="connsiteX6" fmla="*/ 6454915 w 8645579"/>
                <a:gd name="connsiteY6" fmla="*/ 3587833 h 3667932"/>
                <a:gd name="connsiteX7" fmla="*/ 6458852 w 8645579"/>
                <a:gd name="connsiteY7" fmla="*/ 3665800 h 3667932"/>
                <a:gd name="connsiteX8" fmla="*/ 6459177 w 8645579"/>
                <a:gd name="connsiteY8" fmla="*/ 3667932 h 3667932"/>
                <a:gd name="connsiteX9" fmla="*/ 2806856 w 8645579"/>
                <a:gd name="connsiteY9" fmla="*/ 3667932 h 3667932"/>
                <a:gd name="connsiteX10" fmla="*/ 2807182 w 8645579"/>
                <a:gd name="connsiteY10" fmla="*/ 3665800 h 3667932"/>
                <a:gd name="connsiteX11" fmla="*/ 2811119 w 8645579"/>
                <a:gd name="connsiteY11" fmla="*/ 3587833 h 3667932"/>
                <a:gd name="connsiteX12" fmla="*/ 2048567 w 8645579"/>
                <a:gd name="connsiteY12" fmla="*/ 2825281 h 3667932"/>
                <a:gd name="connsiteX13" fmla="*/ 1286015 w 8645579"/>
                <a:gd name="connsiteY13" fmla="*/ 3587833 h 3667932"/>
                <a:gd name="connsiteX14" fmla="*/ 1289952 w 8645579"/>
                <a:gd name="connsiteY14" fmla="*/ 3665800 h 3667932"/>
                <a:gd name="connsiteX15" fmla="*/ 1290277 w 8645579"/>
                <a:gd name="connsiteY15" fmla="*/ 3667932 h 3667932"/>
                <a:gd name="connsiteX16" fmla="*/ 26505 w 8645579"/>
                <a:gd name="connsiteY16" fmla="*/ 3667932 h 3667932"/>
                <a:gd name="connsiteX17" fmla="*/ 0 w 8645579"/>
                <a:gd name="connsiteY17" fmla="*/ 2514992 h 3667932"/>
                <a:gd name="connsiteX18" fmla="*/ 1099932 w 8645579"/>
                <a:gd name="connsiteY18" fmla="*/ 1627096 h 3667932"/>
                <a:gd name="connsiteX19" fmla="*/ 2305879 w 8645579"/>
                <a:gd name="connsiteY19" fmla="*/ 36836 h 3667932"/>
                <a:gd name="connsiteX20" fmla="*/ 8123584 w 8645579"/>
                <a:gd name="connsiteY20" fmla="*/ 10331 h 3667932"/>
                <a:gd name="connsiteX21" fmla="*/ 8201567 w 8645579"/>
                <a:gd name="connsiteY21" fmla="*/ 513 h 3667932"/>
                <a:gd name="connsiteX22" fmla="*/ 3286541 w 8645579"/>
                <a:gd name="connsiteY22" fmla="*/ 310289 h 3667932"/>
                <a:gd name="connsiteX23" fmla="*/ 3286541 w 8645579"/>
                <a:gd name="connsiteY23" fmla="*/ 1633722 h 3667932"/>
                <a:gd name="connsiteX24" fmla="*/ 4850298 w 8645579"/>
                <a:gd name="connsiteY24" fmla="*/ 1633722 h 3667932"/>
                <a:gd name="connsiteX25" fmla="*/ 4850298 w 8645579"/>
                <a:gd name="connsiteY25" fmla="*/ 310289 h 3667932"/>
                <a:gd name="connsiteX26" fmla="*/ 3286541 w 8645579"/>
                <a:gd name="connsiteY26" fmla="*/ 310289 h 3667932"/>
                <a:gd name="connsiteX27" fmla="*/ 4996071 w 8645579"/>
                <a:gd name="connsiteY27" fmla="*/ 310289 h 3667932"/>
                <a:gd name="connsiteX28" fmla="*/ 4996071 w 8645579"/>
                <a:gd name="connsiteY28" fmla="*/ 1633722 h 3667932"/>
                <a:gd name="connsiteX29" fmla="*/ 6559828 w 8645579"/>
                <a:gd name="connsiteY29" fmla="*/ 1633722 h 3667932"/>
                <a:gd name="connsiteX30" fmla="*/ 6559828 w 8645579"/>
                <a:gd name="connsiteY30" fmla="*/ 310289 h 3667932"/>
                <a:gd name="connsiteX31" fmla="*/ 4996071 w 8645579"/>
                <a:gd name="connsiteY31" fmla="*/ 310289 h 3667932"/>
                <a:gd name="connsiteX32" fmla="*/ 6705601 w 8645579"/>
                <a:gd name="connsiteY32" fmla="*/ 310289 h 3667932"/>
                <a:gd name="connsiteX33" fmla="*/ 6705601 w 8645579"/>
                <a:gd name="connsiteY33" fmla="*/ 1633722 h 3667932"/>
                <a:gd name="connsiteX34" fmla="*/ 8269358 w 8645579"/>
                <a:gd name="connsiteY34" fmla="*/ 1633722 h 3667932"/>
                <a:gd name="connsiteX35" fmla="*/ 8269358 w 8645579"/>
                <a:gd name="connsiteY35" fmla="*/ 310289 h 3667932"/>
                <a:gd name="connsiteX36" fmla="*/ 6705601 w 8645579"/>
                <a:gd name="connsiteY36" fmla="*/ 310289 h 3667932"/>
                <a:gd name="connsiteX37" fmla="*/ 2542349 w 8645579"/>
                <a:gd name="connsiteY37" fmla="*/ 313396 h 3667932"/>
                <a:gd name="connsiteX38" fmla="*/ 1484246 w 8645579"/>
                <a:gd name="connsiteY38" fmla="*/ 1607218 h 3667932"/>
                <a:gd name="connsiteX39" fmla="*/ 2902228 w 8645579"/>
                <a:gd name="connsiteY39" fmla="*/ 1607218 h 3667932"/>
                <a:gd name="connsiteX40" fmla="*/ 2902228 w 8645579"/>
                <a:gd name="connsiteY40" fmla="*/ 341635 h 3667932"/>
                <a:gd name="connsiteX41" fmla="*/ 2542349 w 8645579"/>
                <a:gd name="connsiteY41" fmla="*/ 313396 h 3667932"/>
                <a:gd name="connsiteX0" fmla="*/ 8201567 w 8650618"/>
                <a:gd name="connsiteY0" fmla="*/ 0 h 3667419"/>
                <a:gd name="connsiteX1" fmla="*/ 8600661 w 8650618"/>
                <a:gd name="connsiteY1" fmla="*/ 3667419 h 3667419"/>
                <a:gd name="connsiteX2" fmla="*/ 7975757 w 8650618"/>
                <a:gd name="connsiteY2" fmla="*/ 3667419 h 3667419"/>
                <a:gd name="connsiteX3" fmla="*/ 7976082 w 8650618"/>
                <a:gd name="connsiteY3" fmla="*/ 3665287 h 3667419"/>
                <a:gd name="connsiteX4" fmla="*/ 7980019 w 8650618"/>
                <a:gd name="connsiteY4" fmla="*/ 3587320 h 3667419"/>
                <a:gd name="connsiteX5" fmla="*/ 7217467 w 8650618"/>
                <a:gd name="connsiteY5" fmla="*/ 2824768 h 3667419"/>
                <a:gd name="connsiteX6" fmla="*/ 6454915 w 8650618"/>
                <a:gd name="connsiteY6" fmla="*/ 3587320 h 3667419"/>
                <a:gd name="connsiteX7" fmla="*/ 6458852 w 8650618"/>
                <a:gd name="connsiteY7" fmla="*/ 3665287 h 3667419"/>
                <a:gd name="connsiteX8" fmla="*/ 6459177 w 8650618"/>
                <a:gd name="connsiteY8" fmla="*/ 3667419 h 3667419"/>
                <a:gd name="connsiteX9" fmla="*/ 2806856 w 8650618"/>
                <a:gd name="connsiteY9" fmla="*/ 3667419 h 3667419"/>
                <a:gd name="connsiteX10" fmla="*/ 2807182 w 8650618"/>
                <a:gd name="connsiteY10" fmla="*/ 3665287 h 3667419"/>
                <a:gd name="connsiteX11" fmla="*/ 2811119 w 8650618"/>
                <a:gd name="connsiteY11" fmla="*/ 3587320 h 3667419"/>
                <a:gd name="connsiteX12" fmla="*/ 2048567 w 8650618"/>
                <a:gd name="connsiteY12" fmla="*/ 2824768 h 3667419"/>
                <a:gd name="connsiteX13" fmla="*/ 1286015 w 8650618"/>
                <a:gd name="connsiteY13" fmla="*/ 3587320 h 3667419"/>
                <a:gd name="connsiteX14" fmla="*/ 1289952 w 8650618"/>
                <a:gd name="connsiteY14" fmla="*/ 3665287 h 3667419"/>
                <a:gd name="connsiteX15" fmla="*/ 1290277 w 8650618"/>
                <a:gd name="connsiteY15" fmla="*/ 3667419 h 3667419"/>
                <a:gd name="connsiteX16" fmla="*/ 26505 w 8650618"/>
                <a:gd name="connsiteY16" fmla="*/ 3667419 h 3667419"/>
                <a:gd name="connsiteX17" fmla="*/ 0 w 8650618"/>
                <a:gd name="connsiteY17" fmla="*/ 2514479 h 3667419"/>
                <a:gd name="connsiteX18" fmla="*/ 1099932 w 8650618"/>
                <a:gd name="connsiteY18" fmla="*/ 1626583 h 3667419"/>
                <a:gd name="connsiteX19" fmla="*/ 2305879 w 8650618"/>
                <a:gd name="connsiteY19" fmla="*/ 36323 h 3667419"/>
                <a:gd name="connsiteX20" fmla="*/ 8123584 w 8650618"/>
                <a:gd name="connsiteY20" fmla="*/ 9818 h 3667419"/>
                <a:gd name="connsiteX21" fmla="*/ 8201567 w 8650618"/>
                <a:gd name="connsiteY21" fmla="*/ 0 h 3667419"/>
                <a:gd name="connsiteX22" fmla="*/ 3286541 w 8650618"/>
                <a:gd name="connsiteY22" fmla="*/ 309776 h 3667419"/>
                <a:gd name="connsiteX23" fmla="*/ 3286541 w 8650618"/>
                <a:gd name="connsiteY23" fmla="*/ 1633209 h 3667419"/>
                <a:gd name="connsiteX24" fmla="*/ 4850298 w 8650618"/>
                <a:gd name="connsiteY24" fmla="*/ 1633209 h 3667419"/>
                <a:gd name="connsiteX25" fmla="*/ 4850298 w 8650618"/>
                <a:gd name="connsiteY25" fmla="*/ 309776 h 3667419"/>
                <a:gd name="connsiteX26" fmla="*/ 3286541 w 8650618"/>
                <a:gd name="connsiteY26" fmla="*/ 309776 h 3667419"/>
                <a:gd name="connsiteX27" fmla="*/ 4996071 w 8650618"/>
                <a:gd name="connsiteY27" fmla="*/ 309776 h 3667419"/>
                <a:gd name="connsiteX28" fmla="*/ 4996071 w 8650618"/>
                <a:gd name="connsiteY28" fmla="*/ 1633209 h 3667419"/>
                <a:gd name="connsiteX29" fmla="*/ 6559828 w 8650618"/>
                <a:gd name="connsiteY29" fmla="*/ 1633209 h 3667419"/>
                <a:gd name="connsiteX30" fmla="*/ 6559828 w 8650618"/>
                <a:gd name="connsiteY30" fmla="*/ 309776 h 3667419"/>
                <a:gd name="connsiteX31" fmla="*/ 4996071 w 8650618"/>
                <a:gd name="connsiteY31" fmla="*/ 309776 h 3667419"/>
                <a:gd name="connsiteX32" fmla="*/ 6705601 w 8650618"/>
                <a:gd name="connsiteY32" fmla="*/ 309776 h 3667419"/>
                <a:gd name="connsiteX33" fmla="*/ 6705601 w 8650618"/>
                <a:gd name="connsiteY33" fmla="*/ 1633209 h 3667419"/>
                <a:gd name="connsiteX34" fmla="*/ 8269358 w 8650618"/>
                <a:gd name="connsiteY34" fmla="*/ 1633209 h 3667419"/>
                <a:gd name="connsiteX35" fmla="*/ 8269358 w 8650618"/>
                <a:gd name="connsiteY35" fmla="*/ 309776 h 3667419"/>
                <a:gd name="connsiteX36" fmla="*/ 6705601 w 8650618"/>
                <a:gd name="connsiteY36" fmla="*/ 309776 h 3667419"/>
                <a:gd name="connsiteX37" fmla="*/ 2542349 w 8650618"/>
                <a:gd name="connsiteY37" fmla="*/ 312883 h 3667419"/>
                <a:gd name="connsiteX38" fmla="*/ 1484246 w 8650618"/>
                <a:gd name="connsiteY38" fmla="*/ 1606705 h 3667419"/>
                <a:gd name="connsiteX39" fmla="*/ 2902228 w 8650618"/>
                <a:gd name="connsiteY39" fmla="*/ 1606705 h 3667419"/>
                <a:gd name="connsiteX40" fmla="*/ 2902228 w 8650618"/>
                <a:gd name="connsiteY40" fmla="*/ 341122 h 3667419"/>
                <a:gd name="connsiteX41" fmla="*/ 2542349 w 8650618"/>
                <a:gd name="connsiteY41" fmla="*/ 312883 h 3667419"/>
                <a:gd name="connsiteX0" fmla="*/ 8201567 w 8731992"/>
                <a:gd name="connsiteY0" fmla="*/ 0 h 3667419"/>
                <a:gd name="connsiteX1" fmla="*/ 8600661 w 8731992"/>
                <a:gd name="connsiteY1" fmla="*/ 3667419 h 3667419"/>
                <a:gd name="connsiteX2" fmla="*/ 7975757 w 8731992"/>
                <a:gd name="connsiteY2" fmla="*/ 3667419 h 3667419"/>
                <a:gd name="connsiteX3" fmla="*/ 7976082 w 8731992"/>
                <a:gd name="connsiteY3" fmla="*/ 3665287 h 3667419"/>
                <a:gd name="connsiteX4" fmla="*/ 7980019 w 8731992"/>
                <a:gd name="connsiteY4" fmla="*/ 3587320 h 3667419"/>
                <a:gd name="connsiteX5" fmla="*/ 7217467 w 8731992"/>
                <a:gd name="connsiteY5" fmla="*/ 2824768 h 3667419"/>
                <a:gd name="connsiteX6" fmla="*/ 6454915 w 8731992"/>
                <a:gd name="connsiteY6" fmla="*/ 3587320 h 3667419"/>
                <a:gd name="connsiteX7" fmla="*/ 6458852 w 8731992"/>
                <a:gd name="connsiteY7" fmla="*/ 3665287 h 3667419"/>
                <a:gd name="connsiteX8" fmla="*/ 6459177 w 8731992"/>
                <a:gd name="connsiteY8" fmla="*/ 3667419 h 3667419"/>
                <a:gd name="connsiteX9" fmla="*/ 2806856 w 8731992"/>
                <a:gd name="connsiteY9" fmla="*/ 3667419 h 3667419"/>
                <a:gd name="connsiteX10" fmla="*/ 2807182 w 8731992"/>
                <a:gd name="connsiteY10" fmla="*/ 3665287 h 3667419"/>
                <a:gd name="connsiteX11" fmla="*/ 2811119 w 8731992"/>
                <a:gd name="connsiteY11" fmla="*/ 3587320 h 3667419"/>
                <a:gd name="connsiteX12" fmla="*/ 2048567 w 8731992"/>
                <a:gd name="connsiteY12" fmla="*/ 2824768 h 3667419"/>
                <a:gd name="connsiteX13" fmla="*/ 1286015 w 8731992"/>
                <a:gd name="connsiteY13" fmla="*/ 3587320 h 3667419"/>
                <a:gd name="connsiteX14" fmla="*/ 1289952 w 8731992"/>
                <a:gd name="connsiteY14" fmla="*/ 3665287 h 3667419"/>
                <a:gd name="connsiteX15" fmla="*/ 1290277 w 8731992"/>
                <a:gd name="connsiteY15" fmla="*/ 3667419 h 3667419"/>
                <a:gd name="connsiteX16" fmla="*/ 26505 w 8731992"/>
                <a:gd name="connsiteY16" fmla="*/ 3667419 h 3667419"/>
                <a:gd name="connsiteX17" fmla="*/ 0 w 8731992"/>
                <a:gd name="connsiteY17" fmla="*/ 2514479 h 3667419"/>
                <a:gd name="connsiteX18" fmla="*/ 1099932 w 8731992"/>
                <a:gd name="connsiteY18" fmla="*/ 1626583 h 3667419"/>
                <a:gd name="connsiteX19" fmla="*/ 2305879 w 8731992"/>
                <a:gd name="connsiteY19" fmla="*/ 36323 h 3667419"/>
                <a:gd name="connsiteX20" fmla="*/ 8123584 w 8731992"/>
                <a:gd name="connsiteY20" fmla="*/ 9818 h 3667419"/>
                <a:gd name="connsiteX21" fmla="*/ 8201567 w 8731992"/>
                <a:gd name="connsiteY21" fmla="*/ 0 h 3667419"/>
                <a:gd name="connsiteX22" fmla="*/ 3286541 w 8731992"/>
                <a:gd name="connsiteY22" fmla="*/ 309776 h 3667419"/>
                <a:gd name="connsiteX23" fmla="*/ 3286541 w 8731992"/>
                <a:gd name="connsiteY23" fmla="*/ 1633209 h 3667419"/>
                <a:gd name="connsiteX24" fmla="*/ 4850298 w 8731992"/>
                <a:gd name="connsiteY24" fmla="*/ 1633209 h 3667419"/>
                <a:gd name="connsiteX25" fmla="*/ 4850298 w 8731992"/>
                <a:gd name="connsiteY25" fmla="*/ 309776 h 3667419"/>
                <a:gd name="connsiteX26" fmla="*/ 3286541 w 8731992"/>
                <a:gd name="connsiteY26" fmla="*/ 309776 h 3667419"/>
                <a:gd name="connsiteX27" fmla="*/ 4996071 w 8731992"/>
                <a:gd name="connsiteY27" fmla="*/ 309776 h 3667419"/>
                <a:gd name="connsiteX28" fmla="*/ 4996071 w 8731992"/>
                <a:gd name="connsiteY28" fmla="*/ 1633209 h 3667419"/>
                <a:gd name="connsiteX29" fmla="*/ 6559828 w 8731992"/>
                <a:gd name="connsiteY29" fmla="*/ 1633209 h 3667419"/>
                <a:gd name="connsiteX30" fmla="*/ 6559828 w 8731992"/>
                <a:gd name="connsiteY30" fmla="*/ 309776 h 3667419"/>
                <a:gd name="connsiteX31" fmla="*/ 4996071 w 8731992"/>
                <a:gd name="connsiteY31" fmla="*/ 309776 h 3667419"/>
                <a:gd name="connsiteX32" fmla="*/ 6705601 w 8731992"/>
                <a:gd name="connsiteY32" fmla="*/ 309776 h 3667419"/>
                <a:gd name="connsiteX33" fmla="*/ 6705601 w 8731992"/>
                <a:gd name="connsiteY33" fmla="*/ 1633209 h 3667419"/>
                <a:gd name="connsiteX34" fmla="*/ 8269358 w 8731992"/>
                <a:gd name="connsiteY34" fmla="*/ 1633209 h 3667419"/>
                <a:gd name="connsiteX35" fmla="*/ 8269358 w 8731992"/>
                <a:gd name="connsiteY35" fmla="*/ 309776 h 3667419"/>
                <a:gd name="connsiteX36" fmla="*/ 6705601 w 8731992"/>
                <a:gd name="connsiteY36" fmla="*/ 309776 h 3667419"/>
                <a:gd name="connsiteX37" fmla="*/ 2542349 w 8731992"/>
                <a:gd name="connsiteY37" fmla="*/ 312883 h 3667419"/>
                <a:gd name="connsiteX38" fmla="*/ 1484246 w 8731992"/>
                <a:gd name="connsiteY38" fmla="*/ 1606705 h 3667419"/>
                <a:gd name="connsiteX39" fmla="*/ 2902228 w 8731992"/>
                <a:gd name="connsiteY39" fmla="*/ 1606705 h 3667419"/>
                <a:gd name="connsiteX40" fmla="*/ 2902228 w 8731992"/>
                <a:gd name="connsiteY40" fmla="*/ 341122 h 3667419"/>
                <a:gd name="connsiteX41" fmla="*/ 2542349 w 8731992"/>
                <a:gd name="connsiteY41" fmla="*/ 312883 h 3667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8731992" h="3667419">
                  <a:moveTo>
                    <a:pt x="8201567" y="0"/>
                  </a:moveTo>
                  <a:cubicBezTo>
                    <a:pt x="8979247" y="153741"/>
                    <a:pt x="8701019" y="3559608"/>
                    <a:pt x="8600661" y="3667419"/>
                  </a:cubicBezTo>
                  <a:lnTo>
                    <a:pt x="7975757" y="3667419"/>
                  </a:lnTo>
                  <a:cubicBezTo>
                    <a:pt x="7975865" y="3666708"/>
                    <a:pt x="7975974" y="3665998"/>
                    <a:pt x="7976082" y="3665287"/>
                  </a:cubicBezTo>
                  <a:cubicBezTo>
                    <a:pt x="7978685" y="3639652"/>
                    <a:pt x="7980019" y="3613642"/>
                    <a:pt x="7980019" y="3587320"/>
                  </a:cubicBezTo>
                  <a:cubicBezTo>
                    <a:pt x="7980019" y="3166174"/>
                    <a:pt x="7638613" y="2824768"/>
                    <a:pt x="7217467" y="2824768"/>
                  </a:cubicBezTo>
                  <a:cubicBezTo>
                    <a:pt x="6796321" y="2824768"/>
                    <a:pt x="6454915" y="3166174"/>
                    <a:pt x="6454915" y="3587320"/>
                  </a:cubicBezTo>
                  <a:cubicBezTo>
                    <a:pt x="6454915" y="3613642"/>
                    <a:pt x="6456248" y="3639652"/>
                    <a:pt x="6458852" y="3665287"/>
                  </a:cubicBezTo>
                  <a:cubicBezTo>
                    <a:pt x="6458960" y="3665998"/>
                    <a:pt x="6459069" y="3666708"/>
                    <a:pt x="6459177" y="3667419"/>
                  </a:cubicBezTo>
                  <a:lnTo>
                    <a:pt x="2806856" y="3667419"/>
                  </a:lnTo>
                  <a:cubicBezTo>
                    <a:pt x="2806965" y="3666708"/>
                    <a:pt x="2807073" y="3665998"/>
                    <a:pt x="2807182" y="3665287"/>
                  </a:cubicBezTo>
                  <a:cubicBezTo>
                    <a:pt x="2809785" y="3639652"/>
                    <a:pt x="2811119" y="3613642"/>
                    <a:pt x="2811119" y="3587320"/>
                  </a:cubicBezTo>
                  <a:cubicBezTo>
                    <a:pt x="2811119" y="3166174"/>
                    <a:pt x="2469713" y="2824768"/>
                    <a:pt x="2048567" y="2824768"/>
                  </a:cubicBezTo>
                  <a:cubicBezTo>
                    <a:pt x="1627421" y="2824768"/>
                    <a:pt x="1286015" y="3166174"/>
                    <a:pt x="1286015" y="3587320"/>
                  </a:cubicBezTo>
                  <a:cubicBezTo>
                    <a:pt x="1286015" y="3613642"/>
                    <a:pt x="1287348" y="3639652"/>
                    <a:pt x="1289952" y="3665287"/>
                  </a:cubicBezTo>
                  <a:cubicBezTo>
                    <a:pt x="1290060" y="3665998"/>
                    <a:pt x="1290169" y="3666708"/>
                    <a:pt x="1290277" y="3667419"/>
                  </a:cubicBezTo>
                  <a:lnTo>
                    <a:pt x="26505" y="3667419"/>
                  </a:lnTo>
                  <a:cubicBezTo>
                    <a:pt x="22087" y="3283106"/>
                    <a:pt x="4418" y="2898792"/>
                    <a:pt x="0" y="2514479"/>
                  </a:cubicBezTo>
                  <a:cubicBezTo>
                    <a:pt x="13252" y="2280358"/>
                    <a:pt x="542237" y="1695052"/>
                    <a:pt x="1099932" y="1626583"/>
                  </a:cubicBezTo>
                  <a:cubicBezTo>
                    <a:pt x="1342888" y="1162757"/>
                    <a:pt x="1745423" y="93749"/>
                    <a:pt x="2305879" y="36323"/>
                  </a:cubicBezTo>
                  <a:cubicBezTo>
                    <a:pt x="4245114" y="-10612"/>
                    <a:pt x="6184349" y="18653"/>
                    <a:pt x="8123584" y="9818"/>
                  </a:cubicBezTo>
                  <a:cubicBezTo>
                    <a:pt x="8150917" y="4434"/>
                    <a:pt x="8176890" y="1186"/>
                    <a:pt x="8201567" y="0"/>
                  </a:cubicBezTo>
                  <a:close/>
                  <a:moveTo>
                    <a:pt x="3286541" y="309776"/>
                  </a:moveTo>
                  <a:lnTo>
                    <a:pt x="3286541" y="1633209"/>
                  </a:lnTo>
                  <a:lnTo>
                    <a:pt x="4850298" y="1633209"/>
                  </a:lnTo>
                  <a:lnTo>
                    <a:pt x="4850298" y="309776"/>
                  </a:lnTo>
                  <a:lnTo>
                    <a:pt x="3286541" y="309776"/>
                  </a:lnTo>
                  <a:close/>
                  <a:moveTo>
                    <a:pt x="4996071" y="309776"/>
                  </a:moveTo>
                  <a:lnTo>
                    <a:pt x="4996071" y="1633209"/>
                  </a:lnTo>
                  <a:lnTo>
                    <a:pt x="6559828" y="1633209"/>
                  </a:lnTo>
                  <a:lnTo>
                    <a:pt x="6559828" y="309776"/>
                  </a:lnTo>
                  <a:lnTo>
                    <a:pt x="4996071" y="309776"/>
                  </a:lnTo>
                  <a:close/>
                  <a:moveTo>
                    <a:pt x="6705601" y="309776"/>
                  </a:moveTo>
                  <a:lnTo>
                    <a:pt x="6705601" y="1633209"/>
                  </a:lnTo>
                  <a:lnTo>
                    <a:pt x="8269358" y="1633209"/>
                  </a:lnTo>
                  <a:lnTo>
                    <a:pt x="8269358" y="309776"/>
                  </a:lnTo>
                  <a:lnTo>
                    <a:pt x="6705601" y="309776"/>
                  </a:lnTo>
                  <a:close/>
                  <a:moveTo>
                    <a:pt x="2542349" y="312883"/>
                  </a:moveTo>
                  <a:cubicBezTo>
                    <a:pt x="1824385" y="371284"/>
                    <a:pt x="1897824" y="1237576"/>
                    <a:pt x="1484246" y="1606705"/>
                  </a:cubicBezTo>
                  <a:lnTo>
                    <a:pt x="2902228" y="1606705"/>
                  </a:lnTo>
                  <a:lnTo>
                    <a:pt x="2902228" y="341122"/>
                  </a:lnTo>
                  <a:cubicBezTo>
                    <a:pt x="2763632" y="312685"/>
                    <a:pt x="2644915" y="304540"/>
                    <a:pt x="2542349" y="312883"/>
                  </a:cubicBezTo>
                  <a:close/>
                </a:path>
              </a:pathLst>
            </a:custGeom>
            <a:solidFill>
              <a:srgbClr val="FFC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EF9647C-30A2-E17F-DD7E-EF73323AEE94}"/>
                </a:ext>
              </a:extLst>
            </p:cNvPr>
            <p:cNvSpPr/>
            <p:nvPr/>
          </p:nvSpPr>
          <p:spPr>
            <a:xfrm>
              <a:off x="8375373" y="4176805"/>
              <a:ext cx="1525104" cy="1525104"/>
            </a:xfrm>
            <a:custGeom>
              <a:avLst/>
              <a:gdLst>
                <a:gd name="connsiteX0" fmla="*/ 762552 w 1525104"/>
                <a:gd name="connsiteY0" fmla="*/ 0 h 1525104"/>
                <a:gd name="connsiteX1" fmla="*/ 1525104 w 1525104"/>
                <a:gd name="connsiteY1" fmla="*/ 762552 h 1525104"/>
                <a:gd name="connsiteX2" fmla="*/ 762552 w 1525104"/>
                <a:gd name="connsiteY2" fmla="*/ 1525104 h 1525104"/>
                <a:gd name="connsiteX3" fmla="*/ 0 w 1525104"/>
                <a:gd name="connsiteY3" fmla="*/ 762552 h 1525104"/>
                <a:gd name="connsiteX4" fmla="*/ 762552 w 1525104"/>
                <a:gd name="connsiteY4" fmla="*/ 0 h 1525104"/>
                <a:gd name="connsiteX5" fmla="*/ 757307 w 1525104"/>
                <a:gd name="connsiteY5" fmla="*/ 390388 h 1525104"/>
                <a:gd name="connsiteX6" fmla="*/ 376031 w 1525104"/>
                <a:gd name="connsiteY6" fmla="*/ 771664 h 1525104"/>
                <a:gd name="connsiteX7" fmla="*/ 757307 w 1525104"/>
                <a:gd name="connsiteY7" fmla="*/ 1152940 h 1525104"/>
                <a:gd name="connsiteX8" fmla="*/ 1138583 w 1525104"/>
                <a:gd name="connsiteY8" fmla="*/ 771664 h 1525104"/>
                <a:gd name="connsiteX9" fmla="*/ 757307 w 1525104"/>
                <a:gd name="connsiteY9" fmla="*/ 390388 h 152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25104" h="1525104">
                  <a:moveTo>
                    <a:pt x="762552" y="0"/>
                  </a:moveTo>
                  <a:cubicBezTo>
                    <a:pt x="1183698" y="0"/>
                    <a:pt x="1525104" y="341406"/>
                    <a:pt x="1525104" y="762552"/>
                  </a:cubicBezTo>
                  <a:cubicBezTo>
                    <a:pt x="1525104" y="1183698"/>
                    <a:pt x="1183698" y="1525104"/>
                    <a:pt x="762552" y="1525104"/>
                  </a:cubicBezTo>
                  <a:cubicBezTo>
                    <a:pt x="341406" y="1525104"/>
                    <a:pt x="0" y="1183698"/>
                    <a:pt x="0" y="762552"/>
                  </a:cubicBezTo>
                  <a:cubicBezTo>
                    <a:pt x="0" y="341406"/>
                    <a:pt x="341406" y="0"/>
                    <a:pt x="762552" y="0"/>
                  </a:cubicBezTo>
                  <a:close/>
                  <a:moveTo>
                    <a:pt x="757307" y="390388"/>
                  </a:moveTo>
                  <a:cubicBezTo>
                    <a:pt x="546734" y="390388"/>
                    <a:pt x="376031" y="561091"/>
                    <a:pt x="376031" y="771664"/>
                  </a:cubicBezTo>
                  <a:cubicBezTo>
                    <a:pt x="376031" y="982237"/>
                    <a:pt x="546734" y="1152940"/>
                    <a:pt x="757307" y="1152940"/>
                  </a:cubicBezTo>
                  <a:cubicBezTo>
                    <a:pt x="967880" y="1152940"/>
                    <a:pt x="1138583" y="982237"/>
                    <a:pt x="1138583" y="771664"/>
                  </a:cubicBezTo>
                  <a:cubicBezTo>
                    <a:pt x="1138583" y="561091"/>
                    <a:pt x="967880" y="390388"/>
                    <a:pt x="757307" y="390388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FD7A135-E637-5A2D-EE5A-0D5AA41D5770}"/>
                </a:ext>
              </a:extLst>
            </p:cNvPr>
            <p:cNvCxnSpPr>
              <a:cxnSpLocks/>
              <a:stCxn id="7" idx="6"/>
              <a:endCxn id="7" idx="8"/>
            </p:cNvCxnSpPr>
            <p:nvPr/>
          </p:nvCxnSpPr>
          <p:spPr>
            <a:xfrm>
              <a:off x="3569804" y="4948469"/>
              <a:ext cx="762552" cy="0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10E2973-02BD-56AC-0FFD-1AC150FEF867}"/>
                </a:ext>
              </a:extLst>
            </p:cNvPr>
            <p:cNvCxnSpPr>
              <a:cxnSpLocks/>
              <a:stCxn id="7" idx="5"/>
              <a:endCxn id="7" idx="7"/>
            </p:cNvCxnSpPr>
            <p:nvPr/>
          </p:nvCxnSpPr>
          <p:spPr>
            <a:xfrm>
              <a:off x="3951080" y="4567193"/>
              <a:ext cx="0" cy="762552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4046DB2-B93E-942A-3BAF-996F04599207}"/>
                </a:ext>
              </a:extLst>
            </p:cNvPr>
            <p:cNvCxnSpPr>
              <a:stCxn id="9" idx="6"/>
              <a:endCxn id="9" idx="8"/>
            </p:cNvCxnSpPr>
            <p:nvPr/>
          </p:nvCxnSpPr>
          <p:spPr>
            <a:xfrm>
              <a:off x="8751404" y="4948469"/>
              <a:ext cx="762552" cy="0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A24A5C9-ADC7-8139-1AE7-DCAAA86196BA}"/>
                </a:ext>
              </a:extLst>
            </p:cNvPr>
            <p:cNvCxnSpPr>
              <a:stCxn id="9" idx="5"/>
              <a:endCxn id="9" idx="7"/>
            </p:cNvCxnSpPr>
            <p:nvPr/>
          </p:nvCxnSpPr>
          <p:spPr>
            <a:xfrm>
              <a:off x="9132680" y="4567193"/>
              <a:ext cx="0" cy="762552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CC55324-D668-1762-EA13-08DB6A2B71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1562" y="3806574"/>
              <a:ext cx="8731993" cy="30785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7CEF6C0-29B5-326D-9294-A5F72B8529BE}"/>
                </a:ext>
              </a:extLst>
            </p:cNvPr>
            <p:cNvSpPr/>
            <p:nvPr/>
          </p:nvSpPr>
          <p:spPr>
            <a:xfrm>
              <a:off x="1921562" y="3843531"/>
              <a:ext cx="491437" cy="267805"/>
            </a:xfrm>
            <a:prstGeom prst="rect">
              <a:avLst/>
            </a:prstGeom>
            <a:solidFill>
              <a:srgbClr val="FFC000">
                <a:lumMod val="20000"/>
                <a:lumOff val="80000"/>
              </a:srgb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8B3C267-FF75-A4C5-CE46-73CE54AF82CF}"/>
                </a:ext>
              </a:extLst>
            </p:cNvPr>
            <p:cNvCxnSpPr>
              <a:stCxn id="5" idx="6"/>
              <a:endCxn id="5" idx="8"/>
            </p:cNvCxnSpPr>
            <p:nvPr/>
          </p:nvCxnSpPr>
          <p:spPr>
            <a:xfrm>
              <a:off x="3685982" y="2745490"/>
              <a:ext cx="107950" cy="0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2FCEC82-968F-EA40-FF2A-30D23201E7B3}"/>
                </a:ext>
              </a:extLst>
            </p:cNvPr>
            <p:cNvCxnSpPr>
              <a:stCxn id="5" idx="5"/>
              <a:endCxn id="5" idx="7"/>
            </p:cNvCxnSpPr>
            <p:nvPr/>
          </p:nvCxnSpPr>
          <p:spPr>
            <a:xfrm>
              <a:off x="3739957" y="2585083"/>
              <a:ext cx="0" cy="320814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C4D9D81-24BB-F8BD-942F-A321E071EFE9}"/>
              </a:ext>
            </a:extLst>
          </p:cNvPr>
          <p:cNvGrpSpPr/>
          <p:nvPr/>
        </p:nvGrpSpPr>
        <p:grpSpPr>
          <a:xfrm flipH="1">
            <a:off x="4489890" y="46688"/>
            <a:ext cx="9203238" cy="4567369"/>
            <a:chOff x="1921562" y="1368408"/>
            <a:chExt cx="8731994" cy="4333501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2F4EE34-9F54-2865-F26F-730B07E769C9}"/>
                </a:ext>
              </a:extLst>
            </p:cNvPr>
            <p:cNvSpPr/>
            <p:nvPr/>
          </p:nvSpPr>
          <p:spPr>
            <a:xfrm>
              <a:off x="1921563" y="1506593"/>
              <a:ext cx="8731992" cy="3441875"/>
            </a:xfrm>
            <a:custGeom>
              <a:avLst/>
              <a:gdLst>
                <a:gd name="connsiteX0" fmla="*/ 8201567 w 8645579"/>
                <a:gd name="connsiteY0" fmla="*/ 513 h 3667932"/>
                <a:gd name="connsiteX1" fmla="*/ 8600661 w 8645579"/>
                <a:gd name="connsiteY1" fmla="*/ 3667932 h 3667932"/>
                <a:gd name="connsiteX2" fmla="*/ 7975757 w 8645579"/>
                <a:gd name="connsiteY2" fmla="*/ 3667932 h 3667932"/>
                <a:gd name="connsiteX3" fmla="*/ 7976082 w 8645579"/>
                <a:gd name="connsiteY3" fmla="*/ 3665800 h 3667932"/>
                <a:gd name="connsiteX4" fmla="*/ 7980019 w 8645579"/>
                <a:gd name="connsiteY4" fmla="*/ 3587833 h 3667932"/>
                <a:gd name="connsiteX5" fmla="*/ 7217467 w 8645579"/>
                <a:gd name="connsiteY5" fmla="*/ 2825281 h 3667932"/>
                <a:gd name="connsiteX6" fmla="*/ 6454915 w 8645579"/>
                <a:gd name="connsiteY6" fmla="*/ 3587833 h 3667932"/>
                <a:gd name="connsiteX7" fmla="*/ 6458852 w 8645579"/>
                <a:gd name="connsiteY7" fmla="*/ 3665800 h 3667932"/>
                <a:gd name="connsiteX8" fmla="*/ 6459177 w 8645579"/>
                <a:gd name="connsiteY8" fmla="*/ 3667932 h 3667932"/>
                <a:gd name="connsiteX9" fmla="*/ 2806856 w 8645579"/>
                <a:gd name="connsiteY9" fmla="*/ 3667932 h 3667932"/>
                <a:gd name="connsiteX10" fmla="*/ 2807182 w 8645579"/>
                <a:gd name="connsiteY10" fmla="*/ 3665800 h 3667932"/>
                <a:gd name="connsiteX11" fmla="*/ 2811119 w 8645579"/>
                <a:gd name="connsiteY11" fmla="*/ 3587833 h 3667932"/>
                <a:gd name="connsiteX12" fmla="*/ 2048567 w 8645579"/>
                <a:gd name="connsiteY12" fmla="*/ 2825281 h 3667932"/>
                <a:gd name="connsiteX13" fmla="*/ 1286015 w 8645579"/>
                <a:gd name="connsiteY13" fmla="*/ 3587833 h 3667932"/>
                <a:gd name="connsiteX14" fmla="*/ 1289952 w 8645579"/>
                <a:gd name="connsiteY14" fmla="*/ 3665800 h 3667932"/>
                <a:gd name="connsiteX15" fmla="*/ 1290277 w 8645579"/>
                <a:gd name="connsiteY15" fmla="*/ 3667932 h 3667932"/>
                <a:gd name="connsiteX16" fmla="*/ 26505 w 8645579"/>
                <a:gd name="connsiteY16" fmla="*/ 3667932 h 3667932"/>
                <a:gd name="connsiteX17" fmla="*/ 0 w 8645579"/>
                <a:gd name="connsiteY17" fmla="*/ 2514992 h 3667932"/>
                <a:gd name="connsiteX18" fmla="*/ 1099932 w 8645579"/>
                <a:gd name="connsiteY18" fmla="*/ 1627096 h 3667932"/>
                <a:gd name="connsiteX19" fmla="*/ 2305879 w 8645579"/>
                <a:gd name="connsiteY19" fmla="*/ 36836 h 3667932"/>
                <a:gd name="connsiteX20" fmla="*/ 8123584 w 8645579"/>
                <a:gd name="connsiteY20" fmla="*/ 10331 h 3667932"/>
                <a:gd name="connsiteX21" fmla="*/ 8201567 w 8645579"/>
                <a:gd name="connsiteY21" fmla="*/ 513 h 3667932"/>
                <a:gd name="connsiteX22" fmla="*/ 3286541 w 8645579"/>
                <a:gd name="connsiteY22" fmla="*/ 310289 h 3667932"/>
                <a:gd name="connsiteX23" fmla="*/ 3286541 w 8645579"/>
                <a:gd name="connsiteY23" fmla="*/ 1633722 h 3667932"/>
                <a:gd name="connsiteX24" fmla="*/ 4850298 w 8645579"/>
                <a:gd name="connsiteY24" fmla="*/ 1633722 h 3667932"/>
                <a:gd name="connsiteX25" fmla="*/ 4850298 w 8645579"/>
                <a:gd name="connsiteY25" fmla="*/ 310289 h 3667932"/>
                <a:gd name="connsiteX26" fmla="*/ 3286541 w 8645579"/>
                <a:gd name="connsiteY26" fmla="*/ 310289 h 3667932"/>
                <a:gd name="connsiteX27" fmla="*/ 4996071 w 8645579"/>
                <a:gd name="connsiteY27" fmla="*/ 310289 h 3667932"/>
                <a:gd name="connsiteX28" fmla="*/ 4996071 w 8645579"/>
                <a:gd name="connsiteY28" fmla="*/ 1633722 h 3667932"/>
                <a:gd name="connsiteX29" fmla="*/ 6559828 w 8645579"/>
                <a:gd name="connsiteY29" fmla="*/ 1633722 h 3667932"/>
                <a:gd name="connsiteX30" fmla="*/ 6559828 w 8645579"/>
                <a:gd name="connsiteY30" fmla="*/ 310289 h 3667932"/>
                <a:gd name="connsiteX31" fmla="*/ 4996071 w 8645579"/>
                <a:gd name="connsiteY31" fmla="*/ 310289 h 3667932"/>
                <a:gd name="connsiteX32" fmla="*/ 6705601 w 8645579"/>
                <a:gd name="connsiteY32" fmla="*/ 310289 h 3667932"/>
                <a:gd name="connsiteX33" fmla="*/ 6705601 w 8645579"/>
                <a:gd name="connsiteY33" fmla="*/ 1633722 h 3667932"/>
                <a:gd name="connsiteX34" fmla="*/ 8269358 w 8645579"/>
                <a:gd name="connsiteY34" fmla="*/ 1633722 h 3667932"/>
                <a:gd name="connsiteX35" fmla="*/ 8269358 w 8645579"/>
                <a:gd name="connsiteY35" fmla="*/ 310289 h 3667932"/>
                <a:gd name="connsiteX36" fmla="*/ 6705601 w 8645579"/>
                <a:gd name="connsiteY36" fmla="*/ 310289 h 3667932"/>
                <a:gd name="connsiteX37" fmla="*/ 2542349 w 8645579"/>
                <a:gd name="connsiteY37" fmla="*/ 313396 h 3667932"/>
                <a:gd name="connsiteX38" fmla="*/ 1484246 w 8645579"/>
                <a:gd name="connsiteY38" fmla="*/ 1607218 h 3667932"/>
                <a:gd name="connsiteX39" fmla="*/ 2902228 w 8645579"/>
                <a:gd name="connsiteY39" fmla="*/ 1607218 h 3667932"/>
                <a:gd name="connsiteX40" fmla="*/ 2902228 w 8645579"/>
                <a:gd name="connsiteY40" fmla="*/ 341635 h 3667932"/>
                <a:gd name="connsiteX41" fmla="*/ 2542349 w 8645579"/>
                <a:gd name="connsiteY41" fmla="*/ 313396 h 3667932"/>
                <a:gd name="connsiteX0" fmla="*/ 8201567 w 8645579"/>
                <a:gd name="connsiteY0" fmla="*/ 513 h 3667932"/>
                <a:gd name="connsiteX1" fmla="*/ 8600661 w 8645579"/>
                <a:gd name="connsiteY1" fmla="*/ 3667932 h 3667932"/>
                <a:gd name="connsiteX2" fmla="*/ 7975757 w 8645579"/>
                <a:gd name="connsiteY2" fmla="*/ 3667932 h 3667932"/>
                <a:gd name="connsiteX3" fmla="*/ 7976082 w 8645579"/>
                <a:gd name="connsiteY3" fmla="*/ 3665800 h 3667932"/>
                <a:gd name="connsiteX4" fmla="*/ 7980019 w 8645579"/>
                <a:gd name="connsiteY4" fmla="*/ 3587833 h 3667932"/>
                <a:gd name="connsiteX5" fmla="*/ 7217467 w 8645579"/>
                <a:gd name="connsiteY5" fmla="*/ 2825281 h 3667932"/>
                <a:gd name="connsiteX6" fmla="*/ 6454915 w 8645579"/>
                <a:gd name="connsiteY6" fmla="*/ 3587833 h 3667932"/>
                <a:gd name="connsiteX7" fmla="*/ 6458852 w 8645579"/>
                <a:gd name="connsiteY7" fmla="*/ 3665800 h 3667932"/>
                <a:gd name="connsiteX8" fmla="*/ 6459177 w 8645579"/>
                <a:gd name="connsiteY8" fmla="*/ 3667932 h 3667932"/>
                <a:gd name="connsiteX9" fmla="*/ 2806856 w 8645579"/>
                <a:gd name="connsiteY9" fmla="*/ 3667932 h 3667932"/>
                <a:gd name="connsiteX10" fmla="*/ 2807182 w 8645579"/>
                <a:gd name="connsiteY10" fmla="*/ 3665800 h 3667932"/>
                <a:gd name="connsiteX11" fmla="*/ 2811119 w 8645579"/>
                <a:gd name="connsiteY11" fmla="*/ 3587833 h 3667932"/>
                <a:gd name="connsiteX12" fmla="*/ 2048567 w 8645579"/>
                <a:gd name="connsiteY12" fmla="*/ 2825281 h 3667932"/>
                <a:gd name="connsiteX13" fmla="*/ 1286015 w 8645579"/>
                <a:gd name="connsiteY13" fmla="*/ 3587833 h 3667932"/>
                <a:gd name="connsiteX14" fmla="*/ 1289952 w 8645579"/>
                <a:gd name="connsiteY14" fmla="*/ 3665800 h 3667932"/>
                <a:gd name="connsiteX15" fmla="*/ 1290277 w 8645579"/>
                <a:gd name="connsiteY15" fmla="*/ 3667932 h 3667932"/>
                <a:gd name="connsiteX16" fmla="*/ 26505 w 8645579"/>
                <a:gd name="connsiteY16" fmla="*/ 3667932 h 3667932"/>
                <a:gd name="connsiteX17" fmla="*/ 0 w 8645579"/>
                <a:gd name="connsiteY17" fmla="*/ 2514992 h 3667932"/>
                <a:gd name="connsiteX18" fmla="*/ 1099932 w 8645579"/>
                <a:gd name="connsiteY18" fmla="*/ 1627096 h 3667932"/>
                <a:gd name="connsiteX19" fmla="*/ 2305879 w 8645579"/>
                <a:gd name="connsiteY19" fmla="*/ 36836 h 3667932"/>
                <a:gd name="connsiteX20" fmla="*/ 8123584 w 8645579"/>
                <a:gd name="connsiteY20" fmla="*/ 10331 h 3667932"/>
                <a:gd name="connsiteX21" fmla="*/ 8201567 w 8645579"/>
                <a:gd name="connsiteY21" fmla="*/ 513 h 3667932"/>
                <a:gd name="connsiteX22" fmla="*/ 3286541 w 8645579"/>
                <a:gd name="connsiteY22" fmla="*/ 310289 h 3667932"/>
                <a:gd name="connsiteX23" fmla="*/ 3286541 w 8645579"/>
                <a:gd name="connsiteY23" fmla="*/ 1633722 h 3667932"/>
                <a:gd name="connsiteX24" fmla="*/ 4850298 w 8645579"/>
                <a:gd name="connsiteY24" fmla="*/ 1633722 h 3667932"/>
                <a:gd name="connsiteX25" fmla="*/ 4850298 w 8645579"/>
                <a:gd name="connsiteY25" fmla="*/ 310289 h 3667932"/>
                <a:gd name="connsiteX26" fmla="*/ 3286541 w 8645579"/>
                <a:gd name="connsiteY26" fmla="*/ 310289 h 3667932"/>
                <a:gd name="connsiteX27" fmla="*/ 4996071 w 8645579"/>
                <a:gd name="connsiteY27" fmla="*/ 310289 h 3667932"/>
                <a:gd name="connsiteX28" fmla="*/ 4996071 w 8645579"/>
                <a:gd name="connsiteY28" fmla="*/ 1633722 h 3667932"/>
                <a:gd name="connsiteX29" fmla="*/ 6559828 w 8645579"/>
                <a:gd name="connsiteY29" fmla="*/ 1633722 h 3667932"/>
                <a:gd name="connsiteX30" fmla="*/ 6559828 w 8645579"/>
                <a:gd name="connsiteY30" fmla="*/ 310289 h 3667932"/>
                <a:gd name="connsiteX31" fmla="*/ 4996071 w 8645579"/>
                <a:gd name="connsiteY31" fmla="*/ 310289 h 3667932"/>
                <a:gd name="connsiteX32" fmla="*/ 6705601 w 8645579"/>
                <a:gd name="connsiteY32" fmla="*/ 310289 h 3667932"/>
                <a:gd name="connsiteX33" fmla="*/ 6705601 w 8645579"/>
                <a:gd name="connsiteY33" fmla="*/ 1633722 h 3667932"/>
                <a:gd name="connsiteX34" fmla="*/ 8269358 w 8645579"/>
                <a:gd name="connsiteY34" fmla="*/ 1633722 h 3667932"/>
                <a:gd name="connsiteX35" fmla="*/ 8269358 w 8645579"/>
                <a:gd name="connsiteY35" fmla="*/ 310289 h 3667932"/>
                <a:gd name="connsiteX36" fmla="*/ 6705601 w 8645579"/>
                <a:gd name="connsiteY36" fmla="*/ 310289 h 3667932"/>
                <a:gd name="connsiteX37" fmla="*/ 2542349 w 8645579"/>
                <a:gd name="connsiteY37" fmla="*/ 313396 h 3667932"/>
                <a:gd name="connsiteX38" fmla="*/ 1484246 w 8645579"/>
                <a:gd name="connsiteY38" fmla="*/ 1607218 h 3667932"/>
                <a:gd name="connsiteX39" fmla="*/ 2902228 w 8645579"/>
                <a:gd name="connsiteY39" fmla="*/ 1607218 h 3667932"/>
                <a:gd name="connsiteX40" fmla="*/ 2902228 w 8645579"/>
                <a:gd name="connsiteY40" fmla="*/ 341635 h 3667932"/>
                <a:gd name="connsiteX41" fmla="*/ 2542349 w 8645579"/>
                <a:gd name="connsiteY41" fmla="*/ 313396 h 3667932"/>
                <a:gd name="connsiteX0" fmla="*/ 8201567 w 8645579"/>
                <a:gd name="connsiteY0" fmla="*/ 513 h 3667932"/>
                <a:gd name="connsiteX1" fmla="*/ 8600661 w 8645579"/>
                <a:gd name="connsiteY1" fmla="*/ 3667932 h 3667932"/>
                <a:gd name="connsiteX2" fmla="*/ 7975757 w 8645579"/>
                <a:gd name="connsiteY2" fmla="*/ 3667932 h 3667932"/>
                <a:gd name="connsiteX3" fmla="*/ 7976082 w 8645579"/>
                <a:gd name="connsiteY3" fmla="*/ 3665800 h 3667932"/>
                <a:gd name="connsiteX4" fmla="*/ 7980019 w 8645579"/>
                <a:gd name="connsiteY4" fmla="*/ 3587833 h 3667932"/>
                <a:gd name="connsiteX5" fmla="*/ 7217467 w 8645579"/>
                <a:gd name="connsiteY5" fmla="*/ 2825281 h 3667932"/>
                <a:gd name="connsiteX6" fmla="*/ 6454915 w 8645579"/>
                <a:gd name="connsiteY6" fmla="*/ 3587833 h 3667932"/>
                <a:gd name="connsiteX7" fmla="*/ 6458852 w 8645579"/>
                <a:gd name="connsiteY7" fmla="*/ 3665800 h 3667932"/>
                <a:gd name="connsiteX8" fmla="*/ 6459177 w 8645579"/>
                <a:gd name="connsiteY8" fmla="*/ 3667932 h 3667932"/>
                <a:gd name="connsiteX9" fmla="*/ 2806856 w 8645579"/>
                <a:gd name="connsiteY9" fmla="*/ 3667932 h 3667932"/>
                <a:gd name="connsiteX10" fmla="*/ 2807182 w 8645579"/>
                <a:gd name="connsiteY10" fmla="*/ 3665800 h 3667932"/>
                <a:gd name="connsiteX11" fmla="*/ 2811119 w 8645579"/>
                <a:gd name="connsiteY11" fmla="*/ 3587833 h 3667932"/>
                <a:gd name="connsiteX12" fmla="*/ 2048567 w 8645579"/>
                <a:gd name="connsiteY12" fmla="*/ 2825281 h 3667932"/>
                <a:gd name="connsiteX13" fmla="*/ 1286015 w 8645579"/>
                <a:gd name="connsiteY13" fmla="*/ 3587833 h 3667932"/>
                <a:gd name="connsiteX14" fmla="*/ 1289952 w 8645579"/>
                <a:gd name="connsiteY14" fmla="*/ 3665800 h 3667932"/>
                <a:gd name="connsiteX15" fmla="*/ 1290277 w 8645579"/>
                <a:gd name="connsiteY15" fmla="*/ 3667932 h 3667932"/>
                <a:gd name="connsiteX16" fmla="*/ 26505 w 8645579"/>
                <a:gd name="connsiteY16" fmla="*/ 3667932 h 3667932"/>
                <a:gd name="connsiteX17" fmla="*/ 0 w 8645579"/>
                <a:gd name="connsiteY17" fmla="*/ 2514992 h 3667932"/>
                <a:gd name="connsiteX18" fmla="*/ 1099932 w 8645579"/>
                <a:gd name="connsiteY18" fmla="*/ 1627096 h 3667932"/>
                <a:gd name="connsiteX19" fmla="*/ 2305879 w 8645579"/>
                <a:gd name="connsiteY19" fmla="*/ 36836 h 3667932"/>
                <a:gd name="connsiteX20" fmla="*/ 8123584 w 8645579"/>
                <a:gd name="connsiteY20" fmla="*/ 10331 h 3667932"/>
                <a:gd name="connsiteX21" fmla="*/ 8201567 w 8645579"/>
                <a:gd name="connsiteY21" fmla="*/ 513 h 3667932"/>
                <a:gd name="connsiteX22" fmla="*/ 3286541 w 8645579"/>
                <a:gd name="connsiteY22" fmla="*/ 310289 h 3667932"/>
                <a:gd name="connsiteX23" fmla="*/ 3286541 w 8645579"/>
                <a:gd name="connsiteY23" fmla="*/ 1633722 h 3667932"/>
                <a:gd name="connsiteX24" fmla="*/ 4850298 w 8645579"/>
                <a:gd name="connsiteY24" fmla="*/ 1633722 h 3667932"/>
                <a:gd name="connsiteX25" fmla="*/ 4850298 w 8645579"/>
                <a:gd name="connsiteY25" fmla="*/ 310289 h 3667932"/>
                <a:gd name="connsiteX26" fmla="*/ 3286541 w 8645579"/>
                <a:gd name="connsiteY26" fmla="*/ 310289 h 3667932"/>
                <a:gd name="connsiteX27" fmla="*/ 4996071 w 8645579"/>
                <a:gd name="connsiteY27" fmla="*/ 310289 h 3667932"/>
                <a:gd name="connsiteX28" fmla="*/ 4996071 w 8645579"/>
                <a:gd name="connsiteY28" fmla="*/ 1633722 h 3667932"/>
                <a:gd name="connsiteX29" fmla="*/ 6559828 w 8645579"/>
                <a:gd name="connsiteY29" fmla="*/ 1633722 h 3667932"/>
                <a:gd name="connsiteX30" fmla="*/ 6559828 w 8645579"/>
                <a:gd name="connsiteY30" fmla="*/ 310289 h 3667932"/>
                <a:gd name="connsiteX31" fmla="*/ 4996071 w 8645579"/>
                <a:gd name="connsiteY31" fmla="*/ 310289 h 3667932"/>
                <a:gd name="connsiteX32" fmla="*/ 6705601 w 8645579"/>
                <a:gd name="connsiteY32" fmla="*/ 310289 h 3667932"/>
                <a:gd name="connsiteX33" fmla="*/ 6705601 w 8645579"/>
                <a:gd name="connsiteY33" fmla="*/ 1633722 h 3667932"/>
                <a:gd name="connsiteX34" fmla="*/ 8269358 w 8645579"/>
                <a:gd name="connsiteY34" fmla="*/ 1633722 h 3667932"/>
                <a:gd name="connsiteX35" fmla="*/ 8269358 w 8645579"/>
                <a:gd name="connsiteY35" fmla="*/ 310289 h 3667932"/>
                <a:gd name="connsiteX36" fmla="*/ 6705601 w 8645579"/>
                <a:gd name="connsiteY36" fmla="*/ 310289 h 3667932"/>
                <a:gd name="connsiteX37" fmla="*/ 2542349 w 8645579"/>
                <a:gd name="connsiteY37" fmla="*/ 313396 h 3667932"/>
                <a:gd name="connsiteX38" fmla="*/ 1484246 w 8645579"/>
                <a:gd name="connsiteY38" fmla="*/ 1607218 h 3667932"/>
                <a:gd name="connsiteX39" fmla="*/ 2902228 w 8645579"/>
                <a:gd name="connsiteY39" fmla="*/ 1607218 h 3667932"/>
                <a:gd name="connsiteX40" fmla="*/ 2902228 w 8645579"/>
                <a:gd name="connsiteY40" fmla="*/ 341635 h 3667932"/>
                <a:gd name="connsiteX41" fmla="*/ 2542349 w 8645579"/>
                <a:gd name="connsiteY41" fmla="*/ 313396 h 3667932"/>
                <a:gd name="connsiteX0" fmla="*/ 8201567 w 8645579"/>
                <a:gd name="connsiteY0" fmla="*/ 513 h 3667932"/>
                <a:gd name="connsiteX1" fmla="*/ 8600661 w 8645579"/>
                <a:gd name="connsiteY1" fmla="*/ 3667932 h 3667932"/>
                <a:gd name="connsiteX2" fmla="*/ 7975757 w 8645579"/>
                <a:gd name="connsiteY2" fmla="*/ 3667932 h 3667932"/>
                <a:gd name="connsiteX3" fmla="*/ 7976082 w 8645579"/>
                <a:gd name="connsiteY3" fmla="*/ 3665800 h 3667932"/>
                <a:gd name="connsiteX4" fmla="*/ 7980019 w 8645579"/>
                <a:gd name="connsiteY4" fmla="*/ 3587833 h 3667932"/>
                <a:gd name="connsiteX5" fmla="*/ 7217467 w 8645579"/>
                <a:gd name="connsiteY5" fmla="*/ 2825281 h 3667932"/>
                <a:gd name="connsiteX6" fmla="*/ 6454915 w 8645579"/>
                <a:gd name="connsiteY6" fmla="*/ 3587833 h 3667932"/>
                <a:gd name="connsiteX7" fmla="*/ 6458852 w 8645579"/>
                <a:gd name="connsiteY7" fmla="*/ 3665800 h 3667932"/>
                <a:gd name="connsiteX8" fmla="*/ 6459177 w 8645579"/>
                <a:gd name="connsiteY8" fmla="*/ 3667932 h 3667932"/>
                <a:gd name="connsiteX9" fmla="*/ 2806856 w 8645579"/>
                <a:gd name="connsiteY9" fmla="*/ 3667932 h 3667932"/>
                <a:gd name="connsiteX10" fmla="*/ 2807182 w 8645579"/>
                <a:gd name="connsiteY10" fmla="*/ 3665800 h 3667932"/>
                <a:gd name="connsiteX11" fmla="*/ 2811119 w 8645579"/>
                <a:gd name="connsiteY11" fmla="*/ 3587833 h 3667932"/>
                <a:gd name="connsiteX12" fmla="*/ 2048567 w 8645579"/>
                <a:gd name="connsiteY12" fmla="*/ 2825281 h 3667932"/>
                <a:gd name="connsiteX13" fmla="*/ 1286015 w 8645579"/>
                <a:gd name="connsiteY13" fmla="*/ 3587833 h 3667932"/>
                <a:gd name="connsiteX14" fmla="*/ 1289952 w 8645579"/>
                <a:gd name="connsiteY14" fmla="*/ 3665800 h 3667932"/>
                <a:gd name="connsiteX15" fmla="*/ 1290277 w 8645579"/>
                <a:gd name="connsiteY15" fmla="*/ 3667932 h 3667932"/>
                <a:gd name="connsiteX16" fmla="*/ 26505 w 8645579"/>
                <a:gd name="connsiteY16" fmla="*/ 3667932 h 3667932"/>
                <a:gd name="connsiteX17" fmla="*/ 0 w 8645579"/>
                <a:gd name="connsiteY17" fmla="*/ 2514992 h 3667932"/>
                <a:gd name="connsiteX18" fmla="*/ 1099932 w 8645579"/>
                <a:gd name="connsiteY18" fmla="*/ 1627096 h 3667932"/>
                <a:gd name="connsiteX19" fmla="*/ 2305879 w 8645579"/>
                <a:gd name="connsiteY19" fmla="*/ 36836 h 3667932"/>
                <a:gd name="connsiteX20" fmla="*/ 8123584 w 8645579"/>
                <a:gd name="connsiteY20" fmla="*/ 10331 h 3667932"/>
                <a:gd name="connsiteX21" fmla="*/ 8201567 w 8645579"/>
                <a:gd name="connsiteY21" fmla="*/ 513 h 3667932"/>
                <a:gd name="connsiteX22" fmla="*/ 3286541 w 8645579"/>
                <a:gd name="connsiteY22" fmla="*/ 310289 h 3667932"/>
                <a:gd name="connsiteX23" fmla="*/ 3286541 w 8645579"/>
                <a:gd name="connsiteY23" fmla="*/ 1633722 h 3667932"/>
                <a:gd name="connsiteX24" fmla="*/ 4850298 w 8645579"/>
                <a:gd name="connsiteY24" fmla="*/ 1633722 h 3667932"/>
                <a:gd name="connsiteX25" fmla="*/ 4850298 w 8645579"/>
                <a:gd name="connsiteY25" fmla="*/ 310289 h 3667932"/>
                <a:gd name="connsiteX26" fmla="*/ 3286541 w 8645579"/>
                <a:gd name="connsiteY26" fmla="*/ 310289 h 3667932"/>
                <a:gd name="connsiteX27" fmla="*/ 4996071 w 8645579"/>
                <a:gd name="connsiteY27" fmla="*/ 310289 h 3667932"/>
                <a:gd name="connsiteX28" fmla="*/ 4996071 w 8645579"/>
                <a:gd name="connsiteY28" fmla="*/ 1633722 h 3667932"/>
                <a:gd name="connsiteX29" fmla="*/ 6559828 w 8645579"/>
                <a:gd name="connsiteY29" fmla="*/ 1633722 h 3667932"/>
                <a:gd name="connsiteX30" fmla="*/ 6559828 w 8645579"/>
                <a:gd name="connsiteY30" fmla="*/ 310289 h 3667932"/>
                <a:gd name="connsiteX31" fmla="*/ 4996071 w 8645579"/>
                <a:gd name="connsiteY31" fmla="*/ 310289 h 3667932"/>
                <a:gd name="connsiteX32" fmla="*/ 6705601 w 8645579"/>
                <a:gd name="connsiteY32" fmla="*/ 310289 h 3667932"/>
                <a:gd name="connsiteX33" fmla="*/ 6705601 w 8645579"/>
                <a:gd name="connsiteY33" fmla="*/ 1633722 h 3667932"/>
                <a:gd name="connsiteX34" fmla="*/ 8269358 w 8645579"/>
                <a:gd name="connsiteY34" fmla="*/ 1633722 h 3667932"/>
                <a:gd name="connsiteX35" fmla="*/ 8269358 w 8645579"/>
                <a:gd name="connsiteY35" fmla="*/ 310289 h 3667932"/>
                <a:gd name="connsiteX36" fmla="*/ 6705601 w 8645579"/>
                <a:gd name="connsiteY36" fmla="*/ 310289 h 3667932"/>
                <a:gd name="connsiteX37" fmla="*/ 2542349 w 8645579"/>
                <a:gd name="connsiteY37" fmla="*/ 313396 h 3667932"/>
                <a:gd name="connsiteX38" fmla="*/ 1484246 w 8645579"/>
                <a:gd name="connsiteY38" fmla="*/ 1607218 h 3667932"/>
                <a:gd name="connsiteX39" fmla="*/ 2902228 w 8645579"/>
                <a:gd name="connsiteY39" fmla="*/ 1607218 h 3667932"/>
                <a:gd name="connsiteX40" fmla="*/ 2902228 w 8645579"/>
                <a:gd name="connsiteY40" fmla="*/ 341635 h 3667932"/>
                <a:gd name="connsiteX41" fmla="*/ 2542349 w 8645579"/>
                <a:gd name="connsiteY41" fmla="*/ 313396 h 3667932"/>
                <a:gd name="connsiteX0" fmla="*/ 8201567 w 8650618"/>
                <a:gd name="connsiteY0" fmla="*/ 0 h 3667419"/>
                <a:gd name="connsiteX1" fmla="*/ 8600661 w 8650618"/>
                <a:gd name="connsiteY1" fmla="*/ 3667419 h 3667419"/>
                <a:gd name="connsiteX2" fmla="*/ 7975757 w 8650618"/>
                <a:gd name="connsiteY2" fmla="*/ 3667419 h 3667419"/>
                <a:gd name="connsiteX3" fmla="*/ 7976082 w 8650618"/>
                <a:gd name="connsiteY3" fmla="*/ 3665287 h 3667419"/>
                <a:gd name="connsiteX4" fmla="*/ 7980019 w 8650618"/>
                <a:gd name="connsiteY4" fmla="*/ 3587320 h 3667419"/>
                <a:gd name="connsiteX5" fmla="*/ 7217467 w 8650618"/>
                <a:gd name="connsiteY5" fmla="*/ 2824768 h 3667419"/>
                <a:gd name="connsiteX6" fmla="*/ 6454915 w 8650618"/>
                <a:gd name="connsiteY6" fmla="*/ 3587320 h 3667419"/>
                <a:gd name="connsiteX7" fmla="*/ 6458852 w 8650618"/>
                <a:gd name="connsiteY7" fmla="*/ 3665287 h 3667419"/>
                <a:gd name="connsiteX8" fmla="*/ 6459177 w 8650618"/>
                <a:gd name="connsiteY8" fmla="*/ 3667419 h 3667419"/>
                <a:gd name="connsiteX9" fmla="*/ 2806856 w 8650618"/>
                <a:gd name="connsiteY9" fmla="*/ 3667419 h 3667419"/>
                <a:gd name="connsiteX10" fmla="*/ 2807182 w 8650618"/>
                <a:gd name="connsiteY10" fmla="*/ 3665287 h 3667419"/>
                <a:gd name="connsiteX11" fmla="*/ 2811119 w 8650618"/>
                <a:gd name="connsiteY11" fmla="*/ 3587320 h 3667419"/>
                <a:gd name="connsiteX12" fmla="*/ 2048567 w 8650618"/>
                <a:gd name="connsiteY12" fmla="*/ 2824768 h 3667419"/>
                <a:gd name="connsiteX13" fmla="*/ 1286015 w 8650618"/>
                <a:gd name="connsiteY13" fmla="*/ 3587320 h 3667419"/>
                <a:gd name="connsiteX14" fmla="*/ 1289952 w 8650618"/>
                <a:gd name="connsiteY14" fmla="*/ 3665287 h 3667419"/>
                <a:gd name="connsiteX15" fmla="*/ 1290277 w 8650618"/>
                <a:gd name="connsiteY15" fmla="*/ 3667419 h 3667419"/>
                <a:gd name="connsiteX16" fmla="*/ 26505 w 8650618"/>
                <a:gd name="connsiteY16" fmla="*/ 3667419 h 3667419"/>
                <a:gd name="connsiteX17" fmla="*/ 0 w 8650618"/>
                <a:gd name="connsiteY17" fmla="*/ 2514479 h 3667419"/>
                <a:gd name="connsiteX18" fmla="*/ 1099932 w 8650618"/>
                <a:gd name="connsiteY18" fmla="*/ 1626583 h 3667419"/>
                <a:gd name="connsiteX19" fmla="*/ 2305879 w 8650618"/>
                <a:gd name="connsiteY19" fmla="*/ 36323 h 3667419"/>
                <a:gd name="connsiteX20" fmla="*/ 8123584 w 8650618"/>
                <a:gd name="connsiteY20" fmla="*/ 9818 h 3667419"/>
                <a:gd name="connsiteX21" fmla="*/ 8201567 w 8650618"/>
                <a:gd name="connsiteY21" fmla="*/ 0 h 3667419"/>
                <a:gd name="connsiteX22" fmla="*/ 3286541 w 8650618"/>
                <a:gd name="connsiteY22" fmla="*/ 309776 h 3667419"/>
                <a:gd name="connsiteX23" fmla="*/ 3286541 w 8650618"/>
                <a:gd name="connsiteY23" fmla="*/ 1633209 h 3667419"/>
                <a:gd name="connsiteX24" fmla="*/ 4850298 w 8650618"/>
                <a:gd name="connsiteY24" fmla="*/ 1633209 h 3667419"/>
                <a:gd name="connsiteX25" fmla="*/ 4850298 w 8650618"/>
                <a:gd name="connsiteY25" fmla="*/ 309776 h 3667419"/>
                <a:gd name="connsiteX26" fmla="*/ 3286541 w 8650618"/>
                <a:gd name="connsiteY26" fmla="*/ 309776 h 3667419"/>
                <a:gd name="connsiteX27" fmla="*/ 4996071 w 8650618"/>
                <a:gd name="connsiteY27" fmla="*/ 309776 h 3667419"/>
                <a:gd name="connsiteX28" fmla="*/ 4996071 w 8650618"/>
                <a:gd name="connsiteY28" fmla="*/ 1633209 h 3667419"/>
                <a:gd name="connsiteX29" fmla="*/ 6559828 w 8650618"/>
                <a:gd name="connsiteY29" fmla="*/ 1633209 h 3667419"/>
                <a:gd name="connsiteX30" fmla="*/ 6559828 w 8650618"/>
                <a:gd name="connsiteY30" fmla="*/ 309776 h 3667419"/>
                <a:gd name="connsiteX31" fmla="*/ 4996071 w 8650618"/>
                <a:gd name="connsiteY31" fmla="*/ 309776 h 3667419"/>
                <a:gd name="connsiteX32" fmla="*/ 6705601 w 8650618"/>
                <a:gd name="connsiteY32" fmla="*/ 309776 h 3667419"/>
                <a:gd name="connsiteX33" fmla="*/ 6705601 w 8650618"/>
                <a:gd name="connsiteY33" fmla="*/ 1633209 h 3667419"/>
                <a:gd name="connsiteX34" fmla="*/ 8269358 w 8650618"/>
                <a:gd name="connsiteY34" fmla="*/ 1633209 h 3667419"/>
                <a:gd name="connsiteX35" fmla="*/ 8269358 w 8650618"/>
                <a:gd name="connsiteY35" fmla="*/ 309776 h 3667419"/>
                <a:gd name="connsiteX36" fmla="*/ 6705601 w 8650618"/>
                <a:gd name="connsiteY36" fmla="*/ 309776 h 3667419"/>
                <a:gd name="connsiteX37" fmla="*/ 2542349 w 8650618"/>
                <a:gd name="connsiteY37" fmla="*/ 312883 h 3667419"/>
                <a:gd name="connsiteX38" fmla="*/ 1484246 w 8650618"/>
                <a:gd name="connsiteY38" fmla="*/ 1606705 h 3667419"/>
                <a:gd name="connsiteX39" fmla="*/ 2902228 w 8650618"/>
                <a:gd name="connsiteY39" fmla="*/ 1606705 h 3667419"/>
                <a:gd name="connsiteX40" fmla="*/ 2902228 w 8650618"/>
                <a:gd name="connsiteY40" fmla="*/ 341122 h 3667419"/>
                <a:gd name="connsiteX41" fmla="*/ 2542349 w 8650618"/>
                <a:gd name="connsiteY41" fmla="*/ 312883 h 3667419"/>
                <a:gd name="connsiteX0" fmla="*/ 8201567 w 8731992"/>
                <a:gd name="connsiteY0" fmla="*/ 0 h 3667419"/>
                <a:gd name="connsiteX1" fmla="*/ 8600661 w 8731992"/>
                <a:gd name="connsiteY1" fmla="*/ 3667419 h 3667419"/>
                <a:gd name="connsiteX2" fmla="*/ 7975757 w 8731992"/>
                <a:gd name="connsiteY2" fmla="*/ 3667419 h 3667419"/>
                <a:gd name="connsiteX3" fmla="*/ 7976082 w 8731992"/>
                <a:gd name="connsiteY3" fmla="*/ 3665287 h 3667419"/>
                <a:gd name="connsiteX4" fmla="*/ 7980019 w 8731992"/>
                <a:gd name="connsiteY4" fmla="*/ 3587320 h 3667419"/>
                <a:gd name="connsiteX5" fmla="*/ 7217467 w 8731992"/>
                <a:gd name="connsiteY5" fmla="*/ 2824768 h 3667419"/>
                <a:gd name="connsiteX6" fmla="*/ 6454915 w 8731992"/>
                <a:gd name="connsiteY6" fmla="*/ 3587320 h 3667419"/>
                <a:gd name="connsiteX7" fmla="*/ 6458852 w 8731992"/>
                <a:gd name="connsiteY7" fmla="*/ 3665287 h 3667419"/>
                <a:gd name="connsiteX8" fmla="*/ 6459177 w 8731992"/>
                <a:gd name="connsiteY8" fmla="*/ 3667419 h 3667419"/>
                <a:gd name="connsiteX9" fmla="*/ 2806856 w 8731992"/>
                <a:gd name="connsiteY9" fmla="*/ 3667419 h 3667419"/>
                <a:gd name="connsiteX10" fmla="*/ 2807182 w 8731992"/>
                <a:gd name="connsiteY10" fmla="*/ 3665287 h 3667419"/>
                <a:gd name="connsiteX11" fmla="*/ 2811119 w 8731992"/>
                <a:gd name="connsiteY11" fmla="*/ 3587320 h 3667419"/>
                <a:gd name="connsiteX12" fmla="*/ 2048567 w 8731992"/>
                <a:gd name="connsiteY12" fmla="*/ 2824768 h 3667419"/>
                <a:gd name="connsiteX13" fmla="*/ 1286015 w 8731992"/>
                <a:gd name="connsiteY13" fmla="*/ 3587320 h 3667419"/>
                <a:gd name="connsiteX14" fmla="*/ 1289952 w 8731992"/>
                <a:gd name="connsiteY14" fmla="*/ 3665287 h 3667419"/>
                <a:gd name="connsiteX15" fmla="*/ 1290277 w 8731992"/>
                <a:gd name="connsiteY15" fmla="*/ 3667419 h 3667419"/>
                <a:gd name="connsiteX16" fmla="*/ 26505 w 8731992"/>
                <a:gd name="connsiteY16" fmla="*/ 3667419 h 3667419"/>
                <a:gd name="connsiteX17" fmla="*/ 0 w 8731992"/>
                <a:gd name="connsiteY17" fmla="*/ 2514479 h 3667419"/>
                <a:gd name="connsiteX18" fmla="*/ 1099932 w 8731992"/>
                <a:gd name="connsiteY18" fmla="*/ 1626583 h 3667419"/>
                <a:gd name="connsiteX19" fmla="*/ 2305879 w 8731992"/>
                <a:gd name="connsiteY19" fmla="*/ 36323 h 3667419"/>
                <a:gd name="connsiteX20" fmla="*/ 8123584 w 8731992"/>
                <a:gd name="connsiteY20" fmla="*/ 9818 h 3667419"/>
                <a:gd name="connsiteX21" fmla="*/ 8201567 w 8731992"/>
                <a:gd name="connsiteY21" fmla="*/ 0 h 3667419"/>
                <a:gd name="connsiteX22" fmla="*/ 3286541 w 8731992"/>
                <a:gd name="connsiteY22" fmla="*/ 309776 h 3667419"/>
                <a:gd name="connsiteX23" fmla="*/ 3286541 w 8731992"/>
                <a:gd name="connsiteY23" fmla="*/ 1633209 h 3667419"/>
                <a:gd name="connsiteX24" fmla="*/ 4850298 w 8731992"/>
                <a:gd name="connsiteY24" fmla="*/ 1633209 h 3667419"/>
                <a:gd name="connsiteX25" fmla="*/ 4850298 w 8731992"/>
                <a:gd name="connsiteY25" fmla="*/ 309776 h 3667419"/>
                <a:gd name="connsiteX26" fmla="*/ 3286541 w 8731992"/>
                <a:gd name="connsiteY26" fmla="*/ 309776 h 3667419"/>
                <a:gd name="connsiteX27" fmla="*/ 4996071 w 8731992"/>
                <a:gd name="connsiteY27" fmla="*/ 309776 h 3667419"/>
                <a:gd name="connsiteX28" fmla="*/ 4996071 w 8731992"/>
                <a:gd name="connsiteY28" fmla="*/ 1633209 h 3667419"/>
                <a:gd name="connsiteX29" fmla="*/ 6559828 w 8731992"/>
                <a:gd name="connsiteY29" fmla="*/ 1633209 h 3667419"/>
                <a:gd name="connsiteX30" fmla="*/ 6559828 w 8731992"/>
                <a:gd name="connsiteY30" fmla="*/ 309776 h 3667419"/>
                <a:gd name="connsiteX31" fmla="*/ 4996071 w 8731992"/>
                <a:gd name="connsiteY31" fmla="*/ 309776 h 3667419"/>
                <a:gd name="connsiteX32" fmla="*/ 6705601 w 8731992"/>
                <a:gd name="connsiteY32" fmla="*/ 309776 h 3667419"/>
                <a:gd name="connsiteX33" fmla="*/ 6705601 w 8731992"/>
                <a:gd name="connsiteY33" fmla="*/ 1633209 h 3667419"/>
                <a:gd name="connsiteX34" fmla="*/ 8269358 w 8731992"/>
                <a:gd name="connsiteY34" fmla="*/ 1633209 h 3667419"/>
                <a:gd name="connsiteX35" fmla="*/ 8269358 w 8731992"/>
                <a:gd name="connsiteY35" fmla="*/ 309776 h 3667419"/>
                <a:gd name="connsiteX36" fmla="*/ 6705601 w 8731992"/>
                <a:gd name="connsiteY36" fmla="*/ 309776 h 3667419"/>
                <a:gd name="connsiteX37" fmla="*/ 2542349 w 8731992"/>
                <a:gd name="connsiteY37" fmla="*/ 312883 h 3667419"/>
                <a:gd name="connsiteX38" fmla="*/ 1484246 w 8731992"/>
                <a:gd name="connsiteY38" fmla="*/ 1606705 h 3667419"/>
                <a:gd name="connsiteX39" fmla="*/ 2902228 w 8731992"/>
                <a:gd name="connsiteY39" fmla="*/ 1606705 h 3667419"/>
                <a:gd name="connsiteX40" fmla="*/ 2902228 w 8731992"/>
                <a:gd name="connsiteY40" fmla="*/ 341122 h 3667419"/>
                <a:gd name="connsiteX41" fmla="*/ 2542349 w 8731992"/>
                <a:gd name="connsiteY41" fmla="*/ 312883 h 3667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8731992" h="3667419">
                  <a:moveTo>
                    <a:pt x="8201567" y="0"/>
                  </a:moveTo>
                  <a:cubicBezTo>
                    <a:pt x="8979247" y="153741"/>
                    <a:pt x="8701019" y="3559608"/>
                    <a:pt x="8600661" y="3667419"/>
                  </a:cubicBezTo>
                  <a:lnTo>
                    <a:pt x="7975757" y="3667419"/>
                  </a:lnTo>
                  <a:cubicBezTo>
                    <a:pt x="7975865" y="3666708"/>
                    <a:pt x="7975974" y="3665998"/>
                    <a:pt x="7976082" y="3665287"/>
                  </a:cubicBezTo>
                  <a:cubicBezTo>
                    <a:pt x="7978685" y="3639652"/>
                    <a:pt x="7980019" y="3613642"/>
                    <a:pt x="7980019" y="3587320"/>
                  </a:cubicBezTo>
                  <a:cubicBezTo>
                    <a:pt x="7980019" y="3166174"/>
                    <a:pt x="7638613" y="2824768"/>
                    <a:pt x="7217467" y="2824768"/>
                  </a:cubicBezTo>
                  <a:cubicBezTo>
                    <a:pt x="6796321" y="2824768"/>
                    <a:pt x="6454915" y="3166174"/>
                    <a:pt x="6454915" y="3587320"/>
                  </a:cubicBezTo>
                  <a:cubicBezTo>
                    <a:pt x="6454915" y="3613642"/>
                    <a:pt x="6456248" y="3639652"/>
                    <a:pt x="6458852" y="3665287"/>
                  </a:cubicBezTo>
                  <a:cubicBezTo>
                    <a:pt x="6458960" y="3665998"/>
                    <a:pt x="6459069" y="3666708"/>
                    <a:pt x="6459177" y="3667419"/>
                  </a:cubicBezTo>
                  <a:lnTo>
                    <a:pt x="2806856" y="3667419"/>
                  </a:lnTo>
                  <a:cubicBezTo>
                    <a:pt x="2806965" y="3666708"/>
                    <a:pt x="2807073" y="3665998"/>
                    <a:pt x="2807182" y="3665287"/>
                  </a:cubicBezTo>
                  <a:cubicBezTo>
                    <a:pt x="2809785" y="3639652"/>
                    <a:pt x="2811119" y="3613642"/>
                    <a:pt x="2811119" y="3587320"/>
                  </a:cubicBezTo>
                  <a:cubicBezTo>
                    <a:pt x="2811119" y="3166174"/>
                    <a:pt x="2469713" y="2824768"/>
                    <a:pt x="2048567" y="2824768"/>
                  </a:cubicBezTo>
                  <a:cubicBezTo>
                    <a:pt x="1627421" y="2824768"/>
                    <a:pt x="1286015" y="3166174"/>
                    <a:pt x="1286015" y="3587320"/>
                  </a:cubicBezTo>
                  <a:cubicBezTo>
                    <a:pt x="1286015" y="3613642"/>
                    <a:pt x="1287348" y="3639652"/>
                    <a:pt x="1289952" y="3665287"/>
                  </a:cubicBezTo>
                  <a:cubicBezTo>
                    <a:pt x="1290060" y="3665998"/>
                    <a:pt x="1290169" y="3666708"/>
                    <a:pt x="1290277" y="3667419"/>
                  </a:cubicBezTo>
                  <a:lnTo>
                    <a:pt x="26505" y="3667419"/>
                  </a:lnTo>
                  <a:cubicBezTo>
                    <a:pt x="22087" y="3283106"/>
                    <a:pt x="4418" y="2898792"/>
                    <a:pt x="0" y="2514479"/>
                  </a:cubicBezTo>
                  <a:cubicBezTo>
                    <a:pt x="13252" y="2280358"/>
                    <a:pt x="542237" y="1695052"/>
                    <a:pt x="1099932" y="1626583"/>
                  </a:cubicBezTo>
                  <a:cubicBezTo>
                    <a:pt x="1342888" y="1162757"/>
                    <a:pt x="1745423" y="93749"/>
                    <a:pt x="2305879" y="36323"/>
                  </a:cubicBezTo>
                  <a:cubicBezTo>
                    <a:pt x="4245114" y="-10612"/>
                    <a:pt x="6184349" y="18653"/>
                    <a:pt x="8123584" y="9818"/>
                  </a:cubicBezTo>
                  <a:cubicBezTo>
                    <a:pt x="8150917" y="4434"/>
                    <a:pt x="8176890" y="1186"/>
                    <a:pt x="8201567" y="0"/>
                  </a:cubicBezTo>
                  <a:close/>
                  <a:moveTo>
                    <a:pt x="3286541" y="309776"/>
                  </a:moveTo>
                  <a:lnTo>
                    <a:pt x="3286541" y="1633209"/>
                  </a:lnTo>
                  <a:lnTo>
                    <a:pt x="4850298" y="1633209"/>
                  </a:lnTo>
                  <a:lnTo>
                    <a:pt x="4850298" y="309776"/>
                  </a:lnTo>
                  <a:lnTo>
                    <a:pt x="3286541" y="309776"/>
                  </a:lnTo>
                  <a:close/>
                  <a:moveTo>
                    <a:pt x="4996071" y="309776"/>
                  </a:moveTo>
                  <a:lnTo>
                    <a:pt x="4996071" y="1633209"/>
                  </a:lnTo>
                  <a:lnTo>
                    <a:pt x="6559828" y="1633209"/>
                  </a:lnTo>
                  <a:lnTo>
                    <a:pt x="6559828" y="309776"/>
                  </a:lnTo>
                  <a:lnTo>
                    <a:pt x="4996071" y="309776"/>
                  </a:lnTo>
                  <a:close/>
                  <a:moveTo>
                    <a:pt x="6705601" y="309776"/>
                  </a:moveTo>
                  <a:lnTo>
                    <a:pt x="6705601" y="1633209"/>
                  </a:lnTo>
                  <a:lnTo>
                    <a:pt x="8269358" y="1633209"/>
                  </a:lnTo>
                  <a:lnTo>
                    <a:pt x="8269358" y="309776"/>
                  </a:lnTo>
                  <a:lnTo>
                    <a:pt x="6705601" y="309776"/>
                  </a:lnTo>
                  <a:close/>
                  <a:moveTo>
                    <a:pt x="2542349" y="312883"/>
                  </a:moveTo>
                  <a:cubicBezTo>
                    <a:pt x="1824385" y="371284"/>
                    <a:pt x="1897824" y="1237576"/>
                    <a:pt x="1484246" y="1606705"/>
                  </a:cubicBezTo>
                  <a:lnTo>
                    <a:pt x="2902228" y="1606705"/>
                  </a:lnTo>
                  <a:lnTo>
                    <a:pt x="2902228" y="341122"/>
                  </a:lnTo>
                  <a:cubicBezTo>
                    <a:pt x="2763632" y="312685"/>
                    <a:pt x="2644915" y="304540"/>
                    <a:pt x="2542349" y="312883"/>
                  </a:cubicBezTo>
                  <a:close/>
                </a:path>
              </a:pathLst>
            </a:custGeom>
            <a:solidFill>
              <a:srgbClr val="70AD4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EF5BEE88-5D04-E9A0-3D3B-84E9E200F5B8}"/>
                </a:ext>
              </a:extLst>
            </p:cNvPr>
            <p:cNvSpPr/>
            <p:nvPr/>
          </p:nvSpPr>
          <p:spPr>
            <a:xfrm rot="2694441">
              <a:off x="3363171" y="2747825"/>
              <a:ext cx="84597" cy="762552"/>
            </a:xfrm>
            <a:prstGeom prst="roundRect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BA6CF77-D248-E063-E924-593920379E72}"/>
                </a:ext>
              </a:extLst>
            </p:cNvPr>
            <p:cNvSpPr/>
            <p:nvPr/>
          </p:nvSpPr>
          <p:spPr>
            <a:xfrm>
              <a:off x="3632750" y="2420843"/>
              <a:ext cx="215900" cy="641627"/>
            </a:xfrm>
            <a:custGeom>
              <a:avLst/>
              <a:gdLst>
                <a:gd name="connsiteX0" fmla="*/ 762552 w 1525104"/>
                <a:gd name="connsiteY0" fmla="*/ 0 h 1525104"/>
                <a:gd name="connsiteX1" fmla="*/ 1525104 w 1525104"/>
                <a:gd name="connsiteY1" fmla="*/ 762552 h 1525104"/>
                <a:gd name="connsiteX2" fmla="*/ 762552 w 1525104"/>
                <a:gd name="connsiteY2" fmla="*/ 1525104 h 1525104"/>
                <a:gd name="connsiteX3" fmla="*/ 0 w 1525104"/>
                <a:gd name="connsiteY3" fmla="*/ 762552 h 1525104"/>
                <a:gd name="connsiteX4" fmla="*/ 762552 w 1525104"/>
                <a:gd name="connsiteY4" fmla="*/ 0 h 1525104"/>
                <a:gd name="connsiteX5" fmla="*/ 757307 w 1525104"/>
                <a:gd name="connsiteY5" fmla="*/ 390388 h 1525104"/>
                <a:gd name="connsiteX6" fmla="*/ 376031 w 1525104"/>
                <a:gd name="connsiteY6" fmla="*/ 771664 h 1525104"/>
                <a:gd name="connsiteX7" fmla="*/ 757307 w 1525104"/>
                <a:gd name="connsiteY7" fmla="*/ 1152940 h 1525104"/>
                <a:gd name="connsiteX8" fmla="*/ 1138583 w 1525104"/>
                <a:gd name="connsiteY8" fmla="*/ 771664 h 1525104"/>
                <a:gd name="connsiteX9" fmla="*/ 757307 w 1525104"/>
                <a:gd name="connsiteY9" fmla="*/ 390388 h 152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25104" h="1525104">
                  <a:moveTo>
                    <a:pt x="762552" y="0"/>
                  </a:moveTo>
                  <a:cubicBezTo>
                    <a:pt x="1183698" y="0"/>
                    <a:pt x="1525104" y="341406"/>
                    <a:pt x="1525104" y="762552"/>
                  </a:cubicBezTo>
                  <a:cubicBezTo>
                    <a:pt x="1525104" y="1183698"/>
                    <a:pt x="1183698" y="1525104"/>
                    <a:pt x="762552" y="1525104"/>
                  </a:cubicBezTo>
                  <a:cubicBezTo>
                    <a:pt x="341406" y="1525104"/>
                    <a:pt x="0" y="1183698"/>
                    <a:pt x="0" y="762552"/>
                  </a:cubicBezTo>
                  <a:cubicBezTo>
                    <a:pt x="0" y="341406"/>
                    <a:pt x="341406" y="0"/>
                    <a:pt x="762552" y="0"/>
                  </a:cubicBezTo>
                  <a:close/>
                  <a:moveTo>
                    <a:pt x="757307" y="390388"/>
                  </a:moveTo>
                  <a:cubicBezTo>
                    <a:pt x="546734" y="390388"/>
                    <a:pt x="376031" y="561091"/>
                    <a:pt x="376031" y="771664"/>
                  </a:cubicBezTo>
                  <a:cubicBezTo>
                    <a:pt x="376031" y="982237"/>
                    <a:pt x="546734" y="1152940"/>
                    <a:pt x="757307" y="1152940"/>
                  </a:cubicBezTo>
                  <a:cubicBezTo>
                    <a:pt x="967880" y="1152940"/>
                    <a:pt x="1138583" y="982237"/>
                    <a:pt x="1138583" y="771664"/>
                  </a:cubicBezTo>
                  <a:cubicBezTo>
                    <a:pt x="1138583" y="561091"/>
                    <a:pt x="967880" y="390388"/>
                    <a:pt x="757307" y="390388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B233729-3C10-8FC9-D672-700435A70642}"/>
                </a:ext>
              </a:extLst>
            </p:cNvPr>
            <p:cNvSpPr/>
            <p:nvPr/>
          </p:nvSpPr>
          <p:spPr>
            <a:xfrm>
              <a:off x="4584284" y="2360380"/>
              <a:ext cx="269185" cy="762552"/>
            </a:xfrm>
            <a:custGeom>
              <a:avLst/>
              <a:gdLst>
                <a:gd name="connsiteX0" fmla="*/ 381276 w 762552"/>
                <a:gd name="connsiteY0" fmla="*/ 0 h 762552"/>
                <a:gd name="connsiteX1" fmla="*/ 762552 w 762552"/>
                <a:gd name="connsiteY1" fmla="*/ 381276 h 762552"/>
                <a:gd name="connsiteX2" fmla="*/ 381276 w 762552"/>
                <a:gd name="connsiteY2" fmla="*/ 762552 h 762552"/>
                <a:gd name="connsiteX3" fmla="*/ 0 w 762552"/>
                <a:gd name="connsiteY3" fmla="*/ 381276 h 762552"/>
                <a:gd name="connsiteX4" fmla="*/ 381276 w 762552"/>
                <a:gd name="connsiteY4" fmla="*/ 0 h 762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552" h="762552">
                  <a:moveTo>
                    <a:pt x="381276" y="0"/>
                  </a:moveTo>
                  <a:cubicBezTo>
                    <a:pt x="591849" y="0"/>
                    <a:pt x="762552" y="170703"/>
                    <a:pt x="762552" y="381276"/>
                  </a:cubicBezTo>
                  <a:cubicBezTo>
                    <a:pt x="762552" y="591849"/>
                    <a:pt x="591849" y="762552"/>
                    <a:pt x="381276" y="762552"/>
                  </a:cubicBezTo>
                  <a:cubicBezTo>
                    <a:pt x="170703" y="762552"/>
                    <a:pt x="0" y="591849"/>
                    <a:pt x="0" y="381276"/>
                  </a:cubicBezTo>
                  <a:cubicBezTo>
                    <a:pt x="0" y="170703"/>
                    <a:pt x="170703" y="0"/>
                    <a:pt x="381276" y="0"/>
                  </a:cubicBezTo>
                  <a:close/>
                </a:path>
              </a:pathLst>
            </a:cu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B88263B-70A5-9024-1487-25CF98F4BE99}"/>
                </a:ext>
              </a:extLst>
            </p:cNvPr>
            <p:cNvSpPr/>
            <p:nvPr/>
          </p:nvSpPr>
          <p:spPr>
            <a:xfrm>
              <a:off x="3193773" y="4176805"/>
              <a:ext cx="1525104" cy="1525104"/>
            </a:xfrm>
            <a:custGeom>
              <a:avLst/>
              <a:gdLst>
                <a:gd name="connsiteX0" fmla="*/ 762552 w 1525104"/>
                <a:gd name="connsiteY0" fmla="*/ 0 h 1525104"/>
                <a:gd name="connsiteX1" fmla="*/ 1525104 w 1525104"/>
                <a:gd name="connsiteY1" fmla="*/ 762552 h 1525104"/>
                <a:gd name="connsiteX2" fmla="*/ 762552 w 1525104"/>
                <a:gd name="connsiteY2" fmla="*/ 1525104 h 1525104"/>
                <a:gd name="connsiteX3" fmla="*/ 0 w 1525104"/>
                <a:gd name="connsiteY3" fmla="*/ 762552 h 1525104"/>
                <a:gd name="connsiteX4" fmla="*/ 762552 w 1525104"/>
                <a:gd name="connsiteY4" fmla="*/ 0 h 1525104"/>
                <a:gd name="connsiteX5" fmla="*/ 757307 w 1525104"/>
                <a:gd name="connsiteY5" fmla="*/ 390388 h 1525104"/>
                <a:gd name="connsiteX6" fmla="*/ 376031 w 1525104"/>
                <a:gd name="connsiteY6" fmla="*/ 771664 h 1525104"/>
                <a:gd name="connsiteX7" fmla="*/ 757307 w 1525104"/>
                <a:gd name="connsiteY7" fmla="*/ 1152940 h 1525104"/>
                <a:gd name="connsiteX8" fmla="*/ 1138583 w 1525104"/>
                <a:gd name="connsiteY8" fmla="*/ 771664 h 1525104"/>
                <a:gd name="connsiteX9" fmla="*/ 757307 w 1525104"/>
                <a:gd name="connsiteY9" fmla="*/ 390388 h 152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25104" h="1525104">
                  <a:moveTo>
                    <a:pt x="762552" y="0"/>
                  </a:moveTo>
                  <a:cubicBezTo>
                    <a:pt x="1183698" y="0"/>
                    <a:pt x="1525104" y="341406"/>
                    <a:pt x="1525104" y="762552"/>
                  </a:cubicBezTo>
                  <a:cubicBezTo>
                    <a:pt x="1525104" y="1183698"/>
                    <a:pt x="1183698" y="1525104"/>
                    <a:pt x="762552" y="1525104"/>
                  </a:cubicBezTo>
                  <a:cubicBezTo>
                    <a:pt x="341406" y="1525104"/>
                    <a:pt x="0" y="1183698"/>
                    <a:pt x="0" y="762552"/>
                  </a:cubicBezTo>
                  <a:cubicBezTo>
                    <a:pt x="0" y="341406"/>
                    <a:pt x="341406" y="0"/>
                    <a:pt x="762552" y="0"/>
                  </a:cubicBezTo>
                  <a:close/>
                  <a:moveTo>
                    <a:pt x="757307" y="390388"/>
                  </a:moveTo>
                  <a:cubicBezTo>
                    <a:pt x="546734" y="390388"/>
                    <a:pt x="376031" y="561091"/>
                    <a:pt x="376031" y="771664"/>
                  </a:cubicBezTo>
                  <a:cubicBezTo>
                    <a:pt x="376031" y="982237"/>
                    <a:pt x="546734" y="1152940"/>
                    <a:pt x="757307" y="1152940"/>
                  </a:cubicBezTo>
                  <a:cubicBezTo>
                    <a:pt x="967880" y="1152940"/>
                    <a:pt x="1138583" y="982237"/>
                    <a:pt x="1138583" y="771664"/>
                  </a:cubicBezTo>
                  <a:cubicBezTo>
                    <a:pt x="1138583" y="561091"/>
                    <a:pt x="967880" y="390388"/>
                    <a:pt x="757307" y="390388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9B02AE-99BE-2D88-58D8-2E01AC207058}"/>
                </a:ext>
              </a:extLst>
            </p:cNvPr>
            <p:cNvSpPr/>
            <p:nvPr/>
          </p:nvSpPr>
          <p:spPr>
            <a:xfrm>
              <a:off x="1921564" y="1368408"/>
              <a:ext cx="8731992" cy="3667419"/>
            </a:xfrm>
            <a:custGeom>
              <a:avLst/>
              <a:gdLst>
                <a:gd name="connsiteX0" fmla="*/ 8201567 w 8645579"/>
                <a:gd name="connsiteY0" fmla="*/ 513 h 3667932"/>
                <a:gd name="connsiteX1" fmla="*/ 8600661 w 8645579"/>
                <a:gd name="connsiteY1" fmla="*/ 3667932 h 3667932"/>
                <a:gd name="connsiteX2" fmla="*/ 7975757 w 8645579"/>
                <a:gd name="connsiteY2" fmla="*/ 3667932 h 3667932"/>
                <a:gd name="connsiteX3" fmla="*/ 7976082 w 8645579"/>
                <a:gd name="connsiteY3" fmla="*/ 3665800 h 3667932"/>
                <a:gd name="connsiteX4" fmla="*/ 7980019 w 8645579"/>
                <a:gd name="connsiteY4" fmla="*/ 3587833 h 3667932"/>
                <a:gd name="connsiteX5" fmla="*/ 7217467 w 8645579"/>
                <a:gd name="connsiteY5" fmla="*/ 2825281 h 3667932"/>
                <a:gd name="connsiteX6" fmla="*/ 6454915 w 8645579"/>
                <a:gd name="connsiteY6" fmla="*/ 3587833 h 3667932"/>
                <a:gd name="connsiteX7" fmla="*/ 6458852 w 8645579"/>
                <a:gd name="connsiteY7" fmla="*/ 3665800 h 3667932"/>
                <a:gd name="connsiteX8" fmla="*/ 6459177 w 8645579"/>
                <a:gd name="connsiteY8" fmla="*/ 3667932 h 3667932"/>
                <a:gd name="connsiteX9" fmla="*/ 2806856 w 8645579"/>
                <a:gd name="connsiteY9" fmla="*/ 3667932 h 3667932"/>
                <a:gd name="connsiteX10" fmla="*/ 2807182 w 8645579"/>
                <a:gd name="connsiteY10" fmla="*/ 3665800 h 3667932"/>
                <a:gd name="connsiteX11" fmla="*/ 2811119 w 8645579"/>
                <a:gd name="connsiteY11" fmla="*/ 3587833 h 3667932"/>
                <a:gd name="connsiteX12" fmla="*/ 2048567 w 8645579"/>
                <a:gd name="connsiteY12" fmla="*/ 2825281 h 3667932"/>
                <a:gd name="connsiteX13" fmla="*/ 1286015 w 8645579"/>
                <a:gd name="connsiteY13" fmla="*/ 3587833 h 3667932"/>
                <a:gd name="connsiteX14" fmla="*/ 1289952 w 8645579"/>
                <a:gd name="connsiteY14" fmla="*/ 3665800 h 3667932"/>
                <a:gd name="connsiteX15" fmla="*/ 1290277 w 8645579"/>
                <a:gd name="connsiteY15" fmla="*/ 3667932 h 3667932"/>
                <a:gd name="connsiteX16" fmla="*/ 26505 w 8645579"/>
                <a:gd name="connsiteY16" fmla="*/ 3667932 h 3667932"/>
                <a:gd name="connsiteX17" fmla="*/ 0 w 8645579"/>
                <a:gd name="connsiteY17" fmla="*/ 2514992 h 3667932"/>
                <a:gd name="connsiteX18" fmla="*/ 1099932 w 8645579"/>
                <a:gd name="connsiteY18" fmla="*/ 1627096 h 3667932"/>
                <a:gd name="connsiteX19" fmla="*/ 2305879 w 8645579"/>
                <a:gd name="connsiteY19" fmla="*/ 36836 h 3667932"/>
                <a:gd name="connsiteX20" fmla="*/ 8123584 w 8645579"/>
                <a:gd name="connsiteY20" fmla="*/ 10331 h 3667932"/>
                <a:gd name="connsiteX21" fmla="*/ 8201567 w 8645579"/>
                <a:gd name="connsiteY21" fmla="*/ 513 h 3667932"/>
                <a:gd name="connsiteX22" fmla="*/ 3286541 w 8645579"/>
                <a:gd name="connsiteY22" fmla="*/ 310289 h 3667932"/>
                <a:gd name="connsiteX23" fmla="*/ 3286541 w 8645579"/>
                <a:gd name="connsiteY23" fmla="*/ 1633722 h 3667932"/>
                <a:gd name="connsiteX24" fmla="*/ 4850298 w 8645579"/>
                <a:gd name="connsiteY24" fmla="*/ 1633722 h 3667932"/>
                <a:gd name="connsiteX25" fmla="*/ 4850298 w 8645579"/>
                <a:gd name="connsiteY25" fmla="*/ 310289 h 3667932"/>
                <a:gd name="connsiteX26" fmla="*/ 3286541 w 8645579"/>
                <a:gd name="connsiteY26" fmla="*/ 310289 h 3667932"/>
                <a:gd name="connsiteX27" fmla="*/ 4996071 w 8645579"/>
                <a:gd name="connsiteY27" fmla="*/ 310289 h 3667932"/>
                <a:gd name="connsiteX28" fmla="*/ 4996071 w 8645579"/>
                <a:gd name="connsiteY28" fmla="*/ 1633722 h 3667932"/>
                <a:gd name="connsiteX29" fmla="*/ 6559828 w 8645579"/>
                <a:gd name="connsiteY29" fmla="*/ 1633722 h 3667932"/>
                <a:gd name="connsiteX30" fmla="*/ 6559828 w 8645579"/>
                <a:gd name="connsiteY30" fmla="*/ 310289 h 3667932"/>
                <a:gd name="connsiteX31" fmla="*/ 4996071 w 8645579"/>
                <a:gd name="connsiteY31" fmla="*/ 310289 h 3667932"/>
                <a:gd name="connsiteX32" fmla="*/ 6705601 w 8645579"/>
                <a:gd name="connsiteY32" fmla="*/ 310289 h 3667932"/>
                <a:gd name="connsiteX33" fmla="*/ 6705601 w 8645579"/>
                <a:gd name="connsiteY33" fmla="*/ 1633722 h 3667932"/>
                <a:gd name="connsiteX34" fmla="*/ 8269358 w 8645579"/>
                <a:gd name="connsiteY34" fmla="*/ 1633722 h 3667932"/>
                <a:gd name="connsiteX35" fmla="*/ 8269358 w 8645579"/>
                <a:gd name="connsiteY35" fmla="*/ 310289 h 3667932"/>
                <a:gd name="connsiteX36" fmla="*/ 6705601 w 8645579"/>
                <a:gd name="connsiteY36" fmla="*/ 310289 h 3667932"/>
                <a:gd name="connsiteX37" fmla="*/ 2542349 w 8645579"/>
                <a:gd name="connsiteY37" fmla="*/ 313396 h 3667932"/>
                <a:gd name="connsiteX38" fmla="*/ 1484246 w 8645579"/>
                <a:gd name="connsiteY38" fmla="*/ 1607218 h 3667932"/>
                <a:gd name="connsiteX39" fmla="*/ 2902228 w 8645579"/>
                <a:gd name="connsiteY39" fmla="*/ 1607218 h 3667932"/>
                <a:gd name="connsiteX40" fmla="*/ 2902228 w 8645579"/>
                <a:gd name="connsiteY40" fmla="*/ 341635 h 3667932"/>
                <a:gd name="connsiteX41" fmla="*/ 2542349 w 8645579"/>
                <a:gd name="connsiteY41" fmla="*/ 313396 h 3667932"/>
                <a:gd name="connsiteX0" fmla="*/ 8201567 w 8645579"/>
                <a:gd name="connsiteY0" fmla="*/ 513 h 3667932"/>
                <a:gd name="connsiteX1" fmla="*/ 8600661 w 8645579"/>
                <a:gd name="connsiteY1" fmla="*/ 3667932 h 3667932"/>
                <a:gd name="connsiteX2" fmla="*/ 7975757 w 8645579"/>
                <a:gd name="connsiteY2" fmla="*/ 3667932 h 3667932"/>
                <a:gd name="connsiteX3" fmla="*/ 7976082 w 8645579"/>
                <a:gd name="connsiteY3" fmla="*/ 3665800 h 3667932"/>
                <a:gd name="connsiteX4" fmla="*/ 7980019 w 8645579"/>
                <a:gd name="connsiteY4" fmla="*/ 3587833 h 3667932"/>
                <a:gd name="connsiteX5" fmla="*/ 7217467 w 8645579"/>
                <a:gd name="connsiteY5" fmla="*/ 2825281 h 3667932"/>
                <a:gd name="connsiteX6" fmla="*/ 6454915 w 8645579"/>
                <a:gd name="connsiteY6" fmla="*/ 3587833 h 3667932"/>
                <a:gd name="connsiteX7" fmla="*/ 6458852 w 8645579"/>
                <a:gd name="connsiteY7" fmla="*/ 3665800 h 3667932"/>
                <a:gd name="connsiteX8" fmla="*/ 6459177 w 8645579"/>
                <a:gd name="connsiteY8" fmla="*/ 3667932 h 3667932"/>
                <a:gd name="connsiteX9" fmla="*/ 2806856 w 8645579"/>
                <a:gd name="connsiteY9" fmla="*/ 3667932 h 3667932"/>
                <a:gd name="connsiteX10" fmla="*/ 2807182 w 8645579"/>
                <a:gd name="connsiteY10" fmla="*/ 3665800 h 3667932"/>
                <a:gd name="connsiteX11" fmla="*/ 2811119 w 8645579"/>
                <a:gd name="connsiteY11" fmla="*/ 3587833 h 3667932"/>
                <a:gd name="connsiteX12" fmla="*/ 2048567 w 8645579"/>
                <a:gd name="connsiteY12" fmla="*/ 2825281 h 3667932"/>
                <a:gd name="connsiteX13" fmla="*/ 1286015 w 8645579"/>
                <a:gd name="connsiteY13" fmla="*/ 3587833 h 3667932"/>
                <a:gd name="connsiteX14" fmla="*/ 1289952 w 8645579"/>
                <a:gd name="connsiteY14" fmla="*/ 3665800 h 3667932"/>
                <a:gd name="connsiteX15" fmla="*/ 1290277 w 8645579"/>
                <a:gd name="connsiteY15" fmla="*/ 3667932 h 3667932"/>
                <a:gd name="connsiteX16" fmla="*/ 26505 w 8645579"/>
                <a:gd name="connsiteY16" fmla="*/ 3667932 h 3667932"/>
                <a:gd name="connsiteX17" fmla="*/ 0 w 8645579"/>
                <a:gd name="connsiteY17" fmla="*/ 2514992 h 3667932"/>
                <a:gd name="connsiteX18" fmla="*/ 1099932 w 8645579"/>
                <a:gd name="connsiteY18" fmla="*/ 1627096 h 3667932"/>
                <a:gd name="connsiteX19" fmla="*/ 2305879 w 8645579"/>
                <a:gd name="connsiteY19" fmla="*/ 36836 h 3667932"/>
                <a:gd name="connsiteX20" fmla="*/ 8123584 w 8645579"/>
                <a:gd name="connsiteY20" fmla="*/ 10331 h 3667932"/>
                <a:gd name="connsiteX21" fmla="*/ 8201567 w 8645579"/>
                <a:gd name="connsiteY21" fmla="*/ 513 h 3667932"/>
                <a:gd name="connsiteX22" fmla="*/ 3286541 w 8645579"/>
                <a:gd name="connsiteY22" fmla="*/ 310289 h 3667932"/>
                <a:gd name="connsiteX23" fmla="*/ 3286541 w 8645579"/>
                <a:gd name="connsiteY23" fmla="*/ 1633722 h 3667932"/>
                <a:gd name="connsiteX24" fmla="*/ 4850298 w 8645579"/>
                <a:gd name="connsiteY24" fmla="*/ 1633722 h 3667932"/>
                <a:gd name="connsiteX25" fmla="*/ 4850298 w 8645579"/>
                <a:gd name="connsiteY25" fmla="*/ 310289 h 3667932"/>
                <a:gd name="connsiteX26" fmla="*/ 3286541 w 8645579"/>
                <a:gd name="connsiteY26" fmla="*/ 310289 h 3667932"/>
                <a:gd name="connsiteX27" fmla="*/ 4996071 w 8645579"/>
                <a:gd name="connsiteY27" fmla="*/ 310289 h 3667932"/>
                <a:gd name="connsiteX28" fmla="*/ 4996071 w 8645579"/>
                <a:gd name="connsiteY28" fmla="*/ 1633722 h 3667932"/>
                <a:gd name="connsiteX29" fmla="*/ 6559828 w 8645579"/>
                <a:gd name="connsiteY29" fmla="*/ 1633722 h 3667932"/>
                <a:gd name="connsiteX30" fmla="*/ 6559828 w 8645579"/>
                <a:gd name="connsiteY30" fmla="*/ 310289 h 3667932"/>
                <a:gd name="connsiteX31" fmla="*/ 4996071 w 8645579"/>
                <a:gd name="connsiteY31" fmla="*/ 310289 h 3667932"/>
                <a:gd name="connsiteX32" fmla="*/ 6705601 w 8645579"/>
                <a:gd name="connsiteY32" fmla="*/ 310289 h 3667932"/>
                <a:gd name="connsiteX33" fmla="*/ 6705601 w 8645579"/>
                <a:gd name="connsiteY33" fmla="*/ 1633722 h 3667932"/>
                <a:gd name="connsiteX34" fmla="*/ 8269358 w 8645579"/>
                <a:gd name="connsiteY34" fmla="*/ 1633722 h 3667932"/>
                <a:gd name="connsiteX35" fmla="*/ 8269358 w 8645579"/>
                <a:gd name="connsiteY35" fmla="*/ 310289 h 3667932"/>
                <a:gd name="connsiteX36" fmla="*/ 6705601 w 8645579"/>
                <a:gd name="connsiteY36" fmla="*/ 310289 h 3667932"/>
                <a:gd name="connsiteX37" fmla="*/ 2542349 w 8645579"/>
                <a:gd name="connsiteY37" fmla="*/ 313396 h 3667932"/>
                <a:gd name="connsiteX38" fmla="*/ 1484246 w 8645579"/>
                <a:gd name="connsiteY38" fmla="*/ 1607218 h 3667932"/>
                <a:gd name="connsiteX39" fmla="*/ 2902228 w 8645579"/>
                <a:gd name="connsiteY39" fmla="*/ 1607218 h 3667932"/>
                <a:gd name="connsiteX40" fmla="*/ 2902228 w 8645579"/>
                <a:gd name="connsiteY40" fmla="*/ 341635 h 3667932"/>
                <a:gd name="connsiteX41" fmla="*/ 2542349 w 8645579"/>
                <a:gd name="connsiteY41" fmla="*/ 313396 h 3667932"/>
                <a:gd name="connsiteX0" fmla="*/ 8201567 w 8645579"/>
                <a:gd name="connsiteY0" fmla="*/ 513 h 3667932"/>
                <a:gd name="connsiteX1" fmla="*/ 8600661 w 8645579"/>
                <a:gd name="connsiteY1" fmla="*/ 3667932 h 3667932"/>
                <a:gd name="connsiteX2" fmla="*/ 7975757 w 8645579"/>
                <a:gd name="connsiteY2" fmla="*/ 3667932 h 3667932"/>
                <a:gd name="connsiteX3" fmla="*/ 7976082 w 8645579"/>
                <a:gd name="connsiteY3" fmla="*/ 3665800 h 3667932"/>
                <a:gd name="connsiteX4" fmla="*/ 7980019 w 8645579"/>
                <a:gd name="connsiteY4" fmla="*/ 3587833 h 3667932"/>
                <a:gd name="connsiteX5" fmla="*/ 7217467 w 8645579"/>
                <a:gd name="connsiteY5" fmla="*/ 2825281 h 3667932"/>
                <a:gd name="connsiteX6" fmla="*/ 6454915 w 8645579"/>
                <a:gd name="connsiteY6" fmla="*/ 3587833 h 3667932"/>
                <a:gd name="connsiteX7" fmla="*/ 6458852 w 8645579"/>
                <a:gd name="connsiteY7" fmla="*/ 3665800 h 3667932"/>
                <a:gd name="connsiteX8" fmla="*/ 6459177 w 8645579"/>
                <a:gd name="connsiteY8" fmla="*/ 3667932 h 3667932"/>
                <a:gd name="connsiteX9" fmla="*/ 2806856 w 8645579"/>
                <a:gd name="connsiteY9" fmla="*/ 3667932 h 3667932"/>
                <a:gd name="connsiteX10" fmla="*/ 2807182 w 8645579"/>
                <a:gd name="connsiteY10" fmla="*/ 3665800 h 3667932"/>
                <a:gd name="connsiteX11" fmla="*/ 2811119 w 8645579"/>
                <a:gd name="connsiteY11" fmla="*/ 3587833 h 3667932"/>
                <a:gd name="connsiteX12" fmla="*/ 2048567 w 8645579"/>
                <a:gd name="connsiteY12" fmla="*/ 2825281 h 3667932"/>
                <a:gd name="connsiteX13" fmla="*/ 1286015 w 8645579"/>
                <a:gd name="connsiteY13" fmla="*/ 3587833 h 3667932"/>
                <a:gd name="connsiteX14" fmla="*/ 1289952 w 8645579"/>
                <a:gd name="connsiteY14" fmla="*/ 3665800 h 3667932"/>
                <a:gd name="connsiteX15" fmla="*/ 1290277 w 8645579"/>
                <a:gd name="connsiteY15" fmla="*/ 3667932 h 3667932"/>
                <a:gd name="connsiteX16" fmla="*/ 26505 w 8645579"/>
                <a:gd name="connsiteY16" fmla="*/ 3667932 h 3667932"/>
                <a:gd name="connsiteX17" fmla="*/ 0 w 8645579"/>
                <a:gd name="connsiteY17" fmla="*/ 2514992 h 3667932"/>
                <a:gd name="connsiteX18" fmla="*/ 1099932 w 8645579"/>
                <a:gd name="connsiteY18" fmla="*/ 1627096 h 3667932"/>
                <a:gd name="connsiteX19" fmla="*/ 2305879 w 8645579"/>
                <a:gd name="connsiteY19" fmla="*/ 36836 h 3667932"/>
                <a:gd name="connsiteX20" fmla="*/ 8123584 w 8645579"/>
                <a:gd name="connsiteY20" fmla="*/ 10331 h 3667932"/>
                <a:gd name="connsiteX21" fmla="*/ 8201567 w 8645579"/>
                <a:gd name="connsiteY21" fmla="*/ 513 h 3667932"/>
                <a:gd name="connsiteX22" fmla="*/ 3286541 w 8645579"/>
                <a:gd name="connsiteY22" fmla="*/ 310289 h 3667932"/>
                <a:gd name="connsiteX23" fmla="*/ 3286541 w 8645579"/>
                <a:gd name="connsiteY23" fmla="*/ 1633722 h 3667932"/>
                <a:gd name="connsiteX24" fmla="*/ 4850298 w 8645579"/>
                <a:gd name="connsiteY24" fmla="*/ 1633722 h 3667932"/>
                <a:gd name="connsiteX25" fmla="*/ 4850298 w 8645579"/>
                <a:gd name="connsiteY25" fmla="*/ 310289 h 3667932"/>
                <a:gd name="connsiteX26" fmla="*/ 3286541 w 8645579"/>
                <a:gd name="connsiteY26" fmla="*/ 310289 h 3667932"/>
                <a:gd name="connsiteX27" fmla="*/ 4996071 w 8645579"/>
                <a:gd name="connsiteY27" fmla="*/ 310289 h 3667932"/>
                <a:gd name="connsiteX28" fmla="*/ 4996071 w 8645579"/>
                <a:gd name="connsiteY28" fmla="*/ 1633722 h 3667932"/>
                <a:gd name="connsiteX29" fmla="*/ 6559828 w 8645579"/>
                <a:gd name="connsiteY29" fmla="*/ 1633722 h 3667932"/>
                <a:gd name="connsiteX30" fmla="*/ 6559828 w 8645579"/>
                <a:gd name="connsiteY30" fmla="*/ 310289 h 3667932"/>
                <a:gd name="connsiteX31" fmla="*/ 4996071 w 8645579"/>
                <a:gd name="connsiteY31" fmla="*/ 310289 h 3667932"/>
                <a:gd name="connsiteX32" fmla="*/ 6705601 w 8645579"/>
                <a:gd name="connsiteY32" fmla="*/ 310289 h 3667932"/>
                <a:gd name="connsiteX33" fmla="*/ 6705601 w 8645579"/>
                <a:gd name="connsiteY33" fmla="*/ 1633722 h 3667932"/>
                <a:gd name="connsiteX34" fmla="*/ 8269358 w 8645579"/>
                <a:gd name="connsiteY34" fmla="*/ 1633722 h 3667932"/>
                <a:gd name="connsiteX35" fmla="*/ 8269358 w 8645579"/>
                <a:gd name="connsiteY35" fmla="*/ 310289 h 3667932"/>
                <a:gd name="connsiteX36" fmla="*/ 6705601 w 8645579"/>
                <a:gd name="connsiteY36" fmla="*/ 310289 h 3667932"/>
                <a:gd name="connsiteX37" fmla="*/ 2542349 w 8645579"/>
                <a:gd name="connsiteY37" fmla="*/ 313396 h 3667932"/>
                <a:gd name="connsiteX38" fmla="*/ 1484246 w 8645579"/>
                <a:gd name="connsiteY38" fmla="*/ 1607218 h 3667932"/>
                <a:gd name="connsiteX39" fmla="*/ 2902228 w 8645579"/>
                <a:gd name="connsiteY39" fmla="*/ 1607218 h 3667932"/>
                <a:gd name="connsiteX40" fmla="*/ 2902228 w 8645579"/>
                <a:gd name="connsiteY40" fmla="*/ 341635 h 3667932"/>
                <a:gd name="connsiteX41" fmla="*/ 2542349 w 8645579"/>
                <a:gd name="connsiteY41" fmla="*/ 313396 h 3667932"/>
                <a:gd name="connsiteX0" fmla="*/ 8201567 w 8645579"/>
                <a:gd name="connsiteY0" fmla="*/ 513 h 3667932"/>
                <a:gd name="connsiteX1" fmla="*/ 8600661 w 8645579"/>
                <a:gd name="connsiteY1" fmla="*/ 3667932 h 3667932"/>
                <a:gd name="connsiteX2" fmla="*/ 7975757 w 8645579"/>
                <a:gd name="connsiteY2" fmla="*/ 3667932 h 3667932"/>
                <a:gd name="connsiteX3" fmla="*/ 7976082 w 8645579"/>
                <a:gd name="connsiteY3" fmla="*/ 3665800 h 3667932"/>
                <a:gd name="connsiteX4" fmla="*/ 7980019 w 8645579"/>
                <a:gd name="connsiteY4" fmla="*/ 3587833 h 3667932"/>
                <a:gd name="connsiteX5" fmla="*/ 7217467 w 8645579"/>
                <a:gd name="connsiteY5" fmla="*/ 2825281 h 3667932"/>
                <a:gd name="connsiteX6" fmla="*/ 6454915 w 8645579"/>
                <a:gd name="connsiteY6" fmla="*/ 3587833 h 3667932"/>
                <a:gd name="connsiteX7" fmla="*/ 6458852 w 8645579"/>
                <a:gd name="connsiteY7" fmla="*/ 3665800 h 3667932"/>
                <a:gd name="connsiteX8" fmla="*/ 6459177 w 8645579"/>
                <a:gd name="connsiteY8" fmla="*/ 3667932 h 3667932"/>
                <a:gd name="connsiteX9" fmla="*/ 2806856 w 8645579"/>
                <a:gd name="connsiteY9" fmla="*/ 3667932 h 3667932"/>
                <a:gd name="connsiteX10" fmla="*/ 2807182 w 8645579"/>
                <a:gd name="connsiteY10" fmla="*/ 3665800 h 3667932"/>
                <a:gd name="connsiteX11" fmla="*/ 2811119 w 8645579"/>
                <a:gd name="connsiteY11" fmla="*/ 3587833 h 3667932"/>
                <a:gd name="connsiteX12" fmla="*/ 2048567 w 8645579"/>
                <a:gd name="connsiteY12" fmla="*/ 2825281 h 3667932"/>
                <a:gd name="connsiteX13" fmla="*/ 1286015 w 8645579"/>
                <a:gd name="connsiteY13" fmla="*/ 3587833 h 3667932"/>
                <a:gd name="connsiteX14" fmla="*/ 1289952 w 8645579"/>
                <a:gd name="connsiteY14" fmla="*/ 3665800 h 3667932"/>
                <a:gd name="connsiteX15" fmla="*/ 1290277 w 8645579"/>
                <a:gd name="connsiteY15" fmla="*/ 3667932 h 3667932"/>
                <a:gd name="connsiteX16" fmla="*/ 26505 w 8645579"/>
                <a:gd name="connsiteY16" fmla="*/ 3667932 h 3667932"/>
                <a:gd name="connsiteX17" fmla="*/ 0 w 8645579"/>
                <a:gd name="connsiteY17" fmla="*/ 2514992 h 3667932"/>
                <a:gd name="connsiteX18" fmla="*/ 1099932 w 8645579"/>
                <a:gd name="connsiteY18" fmla="*/ 1627096 h 3667932"/>
                <a:gd name="connsiteX19" fmla="*/ 2305879 w 8645579"/>
                <a:gd name="connsiteY19" fmla="*/ 36836 h 3667932"/>
                <a:gd name="connsiteX20" fmla="*/ 8123584 w 8645579"/>
                <a:gd name="connsiteY20" fmla="*/ 10331 h 3667932"/>
                <a:gd name="connsiteX21" fmla="*/ 8201567 w 8645579"/>
                <a:gd name="connsiteY21" fmla="*/ 513 h 3667932"/>
                <a:gd name="connsiteX22" fmla="*/ 3286541 w 8645579"/>
                <a:gd name="connsiteY22" fmla="*/ 310289 h 3667932"/>
                <a:gd name="connsiteX23" fmla="*/ 3286541 w 8645579"/>
                <a:gd name="connsiteY23" fmla="*/ 1633722 h 3667932"/>
                <a:gd name="connsiteX24" fmla="*/ 4850298 w 8645579"/>
                <a:gd name="connsiteY24" fmla="*/ 1633722 h 3667932"/>
                <a:gd name="connsiteX25" fmla="*/ 4850298 w 8645579"/>
                <a:gd name="connsiteY25" fmla="*/ 310289 h 3667932"/>
                <a:gd name="connsiteX26" fmla="*/ 3286541 w 8645579"/>
                <a:gd name="connsiteY26" fmla="*/ 310289 h 3667932"/>
                <a:gd name="connsiteX27" fmla="*/ 4996071 w 8645579"/>
                <a:gd name="connsiteY27" fmla="*/ 310289 h 3667932"/>
                <a:gd name="connsiteX28" fmla="*/ 4996071 w 8645579"/>
                <a:gd name="connsiteY28" fmla="*/ 1633722 h 3667932"/>
                <a:gd name="connsiteX29" fmla="*/ 6559828 w 8645579"/>
                <a:gd name="connsiteY29" fmla="*/ 1633722 h 3667932"/>
                <a:gd name="connsiteX30" fmla="*/ 6559828 w 8645579"/>
                <a:gd name="connsiteY30" fmla="*/ 310289 h 3667932"/>
                <a:gd name="connsiteX31" fmla="*/ 4996071 w 8645579"/>
                <a:gd name="connsiteY31" fmla="*/ 310289 h 3667932"/>
                <a:gd name="connsiteX32" fmla="*/ 6705601 w 8645579"/>
                <a:gd name="connsiteY32" fmla="*/ 310289 h 3667932"/>
                <a:gd name="connsiteX33" fmla="*/ 6705601 w 8645579"/>
                <a:gd name="connsiteY33" fmla="*/ 1633722 h 3667932"/>
                <a:gd name="connsiteX34" fmla="*/ 8269358 w 8645579"/>
                <a:gd name="connsiteY34" fmla="*/ 1633722 h 3667932"/>
                <a:gd name="connsiteX35" fmla="*/ 8269358 w 8645579"/>
                <a:gd name="connsiteY35" fmla="*/ 310289 h 3667932"/>
                <a:gd name="connsiteX36" fmla="*/ 6705601 w 8645579"/>
                <a:gd name="connsiteY36" fmla="*/ 310289 h 3667932"/>
                <a:gd name="connsiteX37" fmla="*/ 2542349 w 8645579"/>
                <a:gd name="connsiteY37" fmla="*/ 313396 h 3667932"/>
                <a:gd name="connsiteX38" fmla="*/ 1484246 w 8645579"/>
                <a:gd name="connsiteY38" fmla="*/ 1607218 h 3667932"/>
                <a:gd name="connsiteX39" fmla="*/ 2902228 w 8645579"/>
                <a:gd name="connsiteY39" fmla="*/ 1607218 h 3667932"/>
                <a:gd name="connsiteX40" fmla="*/ 2902228 w 8645579"/>
                <a:gd name="connsiteY40" fmla="*/ 341635 h 3667932"/>
                <a:gd name="connsiteX41" fmla="*/ 2542349 w 8645579"/>
                <a:gd name="connsiteY41" fmla="*/ 313396 h 3667932"/>
                <a:gd name="connsiteX0" fmla="*/ 8201567 w 8650618"/>
                <a:gd name="connsiteY0" fmla="*/ 0 h 3667419"/>
                <a:gd name="connsiteX1" fmla="*/ 8600661 w 8650618"/>
                <a:gd name="connsiteY1" fmla="*/ 3667419 h 3667419"/>
                <a:gd name="connsiteX2" fmla="*/ 7975757 w 8650618"/>
                <a:gd name="connsiteY2" fmla="*/ 3667419 h 3667419"/>
                <a:gd name="connsiteX3" fmla="*/ 7976082 w 8650618"/>
                <a:gd name="connsiteY3" fmla="*/ 3665287 h 3667419"/>
                <a:gd name="connsiteX4" fmla="*/ 7980019 w 8650618"/>
                <a:gd name="connsiteY4" fmla="*/ 3587320 h 3667419"/>
                <a:gd name="connsiteX5" fmla="*/ 7217467 w 8650618"/>
                <a:gd name="connsiteY5" fmla="*/ 2824768 h 3667419"/>
                <a:gd name="connsiteX6" fmla="*/ 6454915 w 8650618"/>
                <a:gd name="connsiteY6" fmla="*/ 3587320 h 3667419"/>
                <a:gd name="connsiteX7" fmla="*/ 6458852 w 8650618"/>
                <a:gd name="connsiteY7" fmla="*/ 3665287 h 3667419"/>
                <a:gd name="connsiteX8" fmla="*/ 6459177 w 8650618"/>
                <a:gd name="connsiteY8" fmla="*/ 3667419 h 3667419"/>
                <a:gd name="connsiteX9" fmla="*/ 2806856 w 8650618"/>
                <a:gd name="connsiteY9" fmla="*/ 3667419 h 3667419"/>
                <a:gd name="connsiteX10" fmla="*/ 2807182 w 8650618"/>
                <a:gd name="connsiteY10" fmla="*/ 3665287 h 3667419"/>
                <a:gd name="connsiteX11" fmla="*/ 2811119 w 8650618"/>
                <a:gd name="connsiteY11" fmla="*/ 3587320 h 3667419"/>
                <a:gd name="connsiteX12" fmla="*/ 2048567 w 8650618"/>
                <a:gd name="connsiteY12" fmla="*/ 2824768 h 3667419"/>
                <a:gd name="connsiteX13" fmla="*/ 1286015 w 8650618"/>
                <a:gd name="connsiteY13" fmla="*/ 3587320 h 3667419"/>
                <a:gd name="connsiteX14" fmla="*/ 1289952 w 8650618"/>
                <a:gd name="connsiteY14" fmla="*/ 3665287 h 3667419"/>
                <a:gd name="connsiteX15" fmla="*/ 1290277 w 8650618"/>
                <a:gd name="connsiteY15" fmla="*/ 3667419 h 3667419"/>
                <a:gd name="connsiteX16" fmla="*/ 26505 w 8650618"/>
                <a:gd name="connsiteY16" fmla="*/ 3667419 h 3667419"/>
                <a:gd name="connsiteX17" fmla="*/ 0 w 8650618"/>
                <a:gd name="connsiteY17" fmla="*/ 2514479 h 3667419"/>
                <a:gd name="connsiteX18" fmla="*/ 1099932 w 8650618"/>
                <a:gd name="connsiteY18" fmla="*/ 1626583 h 3667419"/>
                <a:gd name="connsiteX19" fmla="*/ 2305879 w 8650618"/>
                <a:gd name="connsiteY19" fmla="*/ 36323 h 3667419"/>
                <a:gd name="connsiteX20" fmla="*/ 8123584 w 8650618"/>
                <a:gd name="connsiteY20" fmla="*/ 9818 h 3667419"/>
                <a:gd name="connsiteX21" fmla="*/ 8201567 w 8650618"/>
                <a:gd name="connsiteY21" fmla="*/ 0 h 3667419"/>
                <a:gd name="connsiteX22" fmla="*/ 3286541 w 8650618"/>
                <a:gd name="connsiteY22" fmla="*/ 309776 h 3667419"/>
                <a:gd name="connsiteX23" fmla="*/ 3286541 w 8650618"/>
                <a:gd name="connsiteY23" fmla="*/ 1633209 h 3667419"/>
                <a:gd name="connsiteX24" fmla="*/ 4850298 w 8650618"/>
                <a:gd name="connsiteY24" fmla="*/ 1633209 h 3667419"/>
                <a:gd name="connsiteX25" fmla="*/ 4850298 w 8650618"/>
                <a:gd name="connsiteY25" fmla="*/ 309776 h 3667419"/>
                <a:gd name="connsiteX26" fmla="*/ 3286541 w 8650618"/>
                <a:gd name="connsiteY26" fmla="*/ 309776 h 3667419"/>
                <a:gd name="connsiteX27" fmla="*/ 4996071 w 8650618"/>
                <a:gd name="connsiteY27" fmla="*/ 309776 h 3667419"/>
                <a:gd name="connsiteX28" fmla="*/ 4996071 w 8650618"/>
                <a:gd name="connsiteY28" fmla="*/ 1633209 h 3667419"/>
                <a:gd name="connsiteX29" fmla="*/ 6559828 w 8650618"/>
                <a:gd name="connsiteY29" fmla="*/ 1633209 h 3667419"/>
                <a:gd name="connsiteX30" fmla="*/ 6559828 w 8650618"/>
                <a:gd name="connsiteY30" fmla="*/ 309776 h 3667419"/>
                <a:gd name="connsiteX31" fmla="*/ 4996071 w 8650618"/>
                <a:gd name="connsiteY31" fmla="*/ 309776 h 3667419"/>
                <a:gd name="connsiteX32" fmla="*/ 6705601 w 8650618"/>
                <a:gd name="connsiteY32" fmla="*/ 309776 h 3667419"/>
                <a:gd name="connsiteX33" fmla="*/ 6705601 w 8650618"/>
                <a:gd name="connsiteY33" fmla="*/ 1633209 h 3667419"/>
                <a:gd name="connsiteX34" fmla="*/ 8269358 w 8650618"/>
                <a:gd name="connsiteY34" fmla="*/ 1633209 h 3667419"/>
                <a:gd name="connsiteX35" fmla="*/ 8269358 w 8650618"/>
                <a:gd name="connsiteY35" fmla="*/ 309776 h 3667419"/>
                <a:gd name="connsiteX36" fmla="*/ 6705601 w 8650618"/>
                <a:gd name="connsiteY36" fmla="*/ 309776 h 3667419"/>
                <a:gd name="connsiteX37" fmla="*/ 2542349 w 8650618"/>
                <a:gd name="connsiteY37" fmla="*/ 312883 h 3667419"/>
                <a:gd name="connsiteX38" fmla="*/ 1484246 w 8650618"/>
                <a:gd name="connsiteY38" fmla="*/ 1606705 h 3667419"/>
                <a:gd name="connsiteX39" fmla="*/ 2902228 w 8650618"/>
                <a:gd name="connsiteY39" fmla="*/ 1606705 h 3667419"/>
                <a:gd name="connsiteX40" fmla="*/ 2902228 w 8650618"/>
                <a:gd name="connsiteY40" fmla="*/ 341122 h 3667419"/>
                <a:gd name="connsiteX41" fmla="*/ 2542349 w 8650618"/>
                <a:gd name="connsiteY41" fmla="*/ 312883 h 3667419"/>
                <a:gd name="connsiteX0" fmla="*/ 8201567 w 8731992"/>
                <a:gd name="connsiteY0" fmla="*/ 0 h 3667419"/>
                <a:gd name="connsiteX1" fmla="*/ 8600661 w 8731992"/>
                <a:gd name="connsiteY1" fmla="*/ 3667419 h 3667419"/>
                <a:gd name="connsiteX2" fmla="*/ 7975757 w 8731992"/>
                <a:gd name="connsiteY2" fmla="*/ 3667419 h 3667419"/>
                <a:gd name="connsiteX3" fmla="*/ 7976082 w 8731992"/>
                <a:gd name="connsiteY3" fmla="*/ 3665287 h 3667419"/>
                <a:gd name="connsiteX4" fmla="*/ 7980019 w 8731992"/>
                <a:gd name="connsiteY4" fmla="*/ 3587320 h 3667419"/>
                <a:gd name="connsiteX5" fmla="*/ 7217467 w 8731992"/>
                <a:gd name="connsiteY5" fmla="*/ 2824768 h 3667419"/>
                <a:gd name="connsiteX6" fmla="*/ 6454915 w 8731992"/>
                <a:gd name="connsiteY6" fmla="*/ 3587320 h 3667419"/>
                <a:gd name="connsiteX7" fmla="*/ 6458852 w 8731992"/>
                <a:gd name="connsiteY7" fmla="*/ 3665287 h 3667419"/>
                <a:gd name="connsiteX8" fmla="*/ 6459177 w 8731992"/>
                <a:gd name="connsiteY8" fmla="*/ 3667419 h 3667419"/>
                <a:gd name="connsiteX9" fmla="*/ 2806856 w 8731992"/>
                <a:gd name="connsiteY9" fmla="*/ 3667419 h 3667419"/>
                <a:gd name="connsiteX10" fmla="*/ 2807182 w 8731992"/>
                <a:gd name="connsiteY10" fmla="*/ 3665287 h 3667419"/>
                <a:gd name="connsiteX11" fmla="*/ 2811119 w 8731992"/>
                <a:gd name="connsiteY11" fmla="*/ 3587320 h 3667419"/>
                <a:gd name="connsiteX12" fmla="*/ 2048567 w 8731992"/>
                <a:gd name="connsiteY12" fmla="*/ 2824768 h 3667419"/>
                <a:gd name="connsiteX13" fmla="*/ 1286015 w 8731992"/>
                <a:gd name="connsiteY13" fmla="*/ 3587320 h 3667419"/>
                <a:gd name="connsiteX14" fmla="*/ 1289952 w 8731992"/>
                <a:gd name="connsiteY14" fmla="*/ 3665287 h 3667419"/>
                <a:gd name="connsiteX15" fmla="*/ 1290277 w 8731992"/>
                <a:gd name="connsiteY15" fmla="*/ 3667419 h 3667419"/>
                <a:gd name="connsiteX16" fmla="*/ 26505 w 8731992"/>
                <a:gd name="connsiteY16" fmla="*/ 3667419 h 3667419"/>
                <a:gd name="connsiteX17" fmla="*/ 0 w 8731992"/>
                <a:gd name="connsiteY17" fmla="*/ 2514479 h 3667419"/>
                <a:gd name="connsiteX18" fmla="*/ 1099932 w 8731992"/>
                <a:gd name="connsiteY18" fmla="*/ 1626583 h 3667419"/>
                <a:gd name="connsiteX19" fmla="*/ 2305879 w 8731992"/>
                <a:gd name="connsiteY19" fmla="*/ 36323 h 3667419"/>
                <a:gd name="connsiteX20" fmla="*/ 8123584 w 8731992"/>
                <a:gd name="connsiteY20" fmla="*/ 9818 h 3667419"/>
                <a:gd name="connsiteX21" fmla="*/ 8201567 w 8731992"/>
                <a:gd name="connsiteY21" fmla="*/ 0 h 3667419"/>
                <a:gd name="connsiteX22" fmla="*/ 3286541 w 8731992"/>
                <a:gd name="connsiteY22" fmla="*/ 309776 h 3667419"/>
                <a:gd name="connsiteX23" fmla="*/ 3286541 w 8731992"/>
                <a:gd name="connsiteY23" fmla="*/ 1633209 h 3667419"/>
                <a:gd name="connsiteX24" fmla="*/ 4850298 w 8731992"/>
                <a:gd name="connsiteY24" fmla="*/ 1633209 h 3667419"/>
                <a:gd name="connsiteX25" fmla="*/ 4850298 w 8731992"/>
                <a:gd name="connsiteY25" fmla="*/ 309776 h 3667419"/>
                <a:gd name="connsiteX26" fmla="*/ 3286541 w 8731992"/>
                <a:gd name="connsiteY26" fmla="*/ 309776 h 3667419"/>
                <a:gd name="connsiteX27" fmla="*/ 4996071 w 8731992"/>
                <a:gd name="connsiteY27" fmla="*/ 309776 h 3667419"/>
                <a:gd name="connsiteX28" fmla="*/ 4996071 w 8731992"/>
                <a:gd name="connsiteY28" fmla="*/ 1633209 h 3667419"/>
                <a:gd name="connsiteX29" fmla="*/ 6559828 w 8731992"/>
                <a:gd name="connsiteY29" fmla="*/ 1633209 h 3667419"/>
                <a:gd name="connsiteX30" fmla="*/ 6559828 w 8731992"/>
                <a:gd name="connsiteY30" fmla="*/ 309776 h 3667419"/>
                <a:gd name="connsiteX31" fmla="*/ 4996071 w 8731992"/>
                <a:gd name="connsiteY31" fmla="*/ 309776 h 3667419"/>
                <a:gd name="connsiteX32" fmla="*/ 6705601 w 8731992"/>
                <a:gd name="connsiteY32" fmla="*/ 309776 h 3667419"/>
                <a:gd name="connsiteX33" fmla="*/ 6705601 w 8731992"/>
                <a:gd name="connsiteY33" fmla="*/ 1633209 h 3667419"/>
                <a:gd name="connsiteX34" fmla="*/ 8269358 w 8731992"/>
                <a:gd name="connsiteY34" fmla="*/ 1633209 h 3667419"/>
                <a:gd name="connsiteX35" fmla="*/ 8269358 w 8731992"/>
                <a:gd name="connsiteY35" fmla="*/ 309776 h 3667419"/>
                <a:gd name="connsiteX36" fmla="*/ 6705601 w 8731992"/>
                <a:gd name="connsiteY36" fmla="*/ 309776 h 3667419"/>
                <a:gd name="connsiteX37" fmla="*/ 2542349 w 8731992"/>
                <a:gd name="connsiteY37" fmla="*/ 312883 h 3667419"/>
                <a:gd name="connsiteX38" fmla="*/ 1484246 w 8731992"/>
                <a:gd name="connsiteY38" fmla="*/ 1606705 h 3667419"/>
                <a:gd name="connsiteX39" fmla="*/ 2902228 w 8731992"/>
                <a:gd name="connsiteY39" fmla="*/ 1606705 h 3667419"/>
                <a:gd name="connsiteX40" fmla="*/ 2902228 w 8731992"/>
                <a:gd name="connsiteY40" fmla="*/ 341122 h 3667419"/>
                <a:gd name="connsiteX41" fmla="*/ 2542349 w 8731992"/>
                <a:gd name="connsiteY41" fmla="*/ 312883 h 3667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8731992" h="3667419">
                  <a:moveTo>
                    <a:pt x="8201567" y="0"/>
                  </a:moveTo>
                  <a:cubicBezTo>
                    <a:pt x="8979247" y="153741"/>
                    <a:pt x="8701019" y="3559608"/>
                    <a:pt x="8600661" y="3667419"/>
                  </a:cubicBezTo>
                  <a:lnTo>
                    <a:pt x="7975757" y="3667419"/>
                  </a:lnTo>
                  <a:cubicBezTo>
                    <a:pt x="7975865" y="3666708"/>
                    <a:pt x="7975974" y="3665998"/>
                    <a:pt x="7976082" y="3665287"/>
                  </a:cubicBezTo>
                  <a:cubicBezTo>
                    <a:pt x="7978685" y="3639652"/>
                    <a:pt x="7980019" y="3613642"/>
                    <a:pt x="7980019" y="3587320"/>
                  </a:cubicBezTo>
                  <a:cubicBezTo>
                    <a:pt x="7980019" y="3166174"/>
                    <a:pt x="7638613" y="2824768"/>
                    <a:pt x="7217467" y="2824768"/>
                  </a:cubicBezTo>
                  <a:cubicBezTo>
                    <a:pt x="6796321" y="2824768"/>
                    <a:pt x="6454915" y="3166174"/>
                    <a:pt x="6454915" y="3587320"/>
                  </a:cubicBezTo>
                  <a:cubicBezTo>
                    <a:pt x="6454915" y="3613642"/>
                    <a:pt x="6456248" y="3639652"/>
                    <a:pt x="6458852" y="3665287"/>
                  </a:cubicBezTo>
                  <a:cubicBezTo>
                    <a:pt x="6458960" y="3665998"/>
                    <a:pt x="6459069" y="3666708"/>
                    <a:pt x="6459177" y="3667419"/>
                  </a:cubicBezTo>
                  <a:lnTo>
                    <a:pt x="2806856" y="3667419"/>
                  </a:lnTo>
                  <a:cubicBezTo>
                    <a:pt x="2806965" y="3666708"/>
                    <a:pt x="2807073" y="3665998"/>
                    <a:pt x="2807182" y="3665287"/>
                  </a:cubicBezTo>
                  <a:cubicBezTo>
                    <a:pt x="2809785" y="3639652"/>
                    <a:pt x="2811119" y="3613642"/>
                    <a:pt x="2811119" y="3587320"/>
                  </a:cubicBezTo>
                  <a:cubicBezTo>
                    <a:pt x="2811119" y="3166174"/>
                    <a:pt x="2469713" y="2824768"/>
                    <a:pt x="2048567" y="2824768"/>
                  </a:cubicBezTo>
                  <a:cubicBezTo>
                    <a:pt x="1627421" y="2824768"/>
                    <a:pt x="1286015" y="3166174"/>
                    <a:pt x="1286015" y="3587320"/>
                  </a:cubicBezTo>
                  <a:cubicBezTo>
                    <a:pt x="1286015" y="3613642"/>
                    <a:pt x="1287348" y="3639652"/>
                    <a:pt x="1289952" y="3665287"/>
                  </a:cubicBezTo>
                  <a:cubicBezTo>
                    <a:pt x="1290060" y="3665998"/>
                    <a:pt x="1290169" y="3666708"/>
                    <a:pt x="1290277" y="3667419"/>
                  </a:cubicBezTo>
                  <a:lnTo>
                    <a:pt x="26505" y="3667419"/>
                  </a:lnTo>
                  <a:cubicBezTo>
                    <a:pt x="22087" y="3283106"/>
                    <a:pt x="4418" y="2898792"/>
                    <a:pt x="0" y="2514479"/>
                  </a:cubicBezTo>
                  <a:cubicBezTo>
                    <a:pt x="13252" y="2280358"/>
                    <a:pt x="542237" y="1695052"/>
                    <a:pt x="1099932" y="1626583"/>
                  </a:cubicBezTo>
                  <a:cubicBezTo>
                    <a:pt x="1342888" y="1162757"/>
                    <a:pt x="1745423" y="93749"/>
                    <a:pt x="2305879" y="36323"/>
                  </a:cubicBezTo>
                  <a:cubicBezTo>
                    <a:pt x="4245114" y="-10612"/>
                    <a:pt x="6184349" y="18653"/>
                    <a:pt x="8123584" y="9818"/>
                  </a:cubicBezTo>
                  <a:cubicBezTo>
                    <a:pt x="8150917" y="4434"/>
                    <a:pt x="8176890" y="1186"/>
                    <a:pt x="8201567" y="0"/>
                  </a:cubicBezTo>
                  <a:close/>
                  <a:moveTo>
                    <a:pt x="3286541" y="309776"/>
                  </a:moveTo>
                  <a:lnTo>
                    <a:pt x="3286541" y="1633209"/>
                  </a:lnTo>
                  <a:lnTo>
                    <a:pt x="4850298" y="1633209"/>
                  </a:lnTo>
                  <a:lnTo>
                    <a:pt x="4850298" y="309776"/>
                  </a:lnTo>
                  <a:lnTo>
                    <a:pt x="3286541" y="309776"/>
                  </a:lnTo>
                  <a:close/>
                  <a:moveTo>
                    <a:pt x="4996071" y="309776"/>
                  </a:moveTo>
                  <a:lnTo>
                    <a:pt x="4996071" y="1633209"/>
                  </a:lnTo>
                  <a:lnTo>
                    <a:pt x="6559828" y="1633209"/>
                  </a:lnTo>
                  <a:lnTo>
                    <a:pt x="6559828" y="309776"/>
                  </a:lnTo>
                  <a:lnTo>
                    <a:pt x="4996071" y="309776"/>
                  </a:lnTo>
                  <a:close/>
                  <a:moveTo>
                    <a:pt x="6705601" y="309776"/>
                  </a:moveTo>
                  <a:lnTo>
                    <a:pt x="6705601" y="1633209"/>
                  </a:lnTo>
                  <a:lnTo>
                    <a:pt x="8269358" y="1633209"/>
                  </a:lnTo>
                  <a:lnTo>
                    <a:pt x="8269358" y="309776"/>
                  </a:lnTo>
                  <a:lnTo>
                    <a:pt x="6705601" y="309776"/>
                  </a:lnTo>
                  <a:close/>
                  <a:moveTo>
                    <a:pt x="2542349" y="312883"/>
                  </a:moveTo>
                  <a:cubicBezTo>
                    <a:pt x="1824385" y="371284"/>
                    <a:pt x="1897824" y="1237576"/>
                    <a:pt x="1484246" y="1606705"/>
                  </a:cubicBezTo>
                  <a:lnTo>
                    <a:pt x="2902228" y="1606705"/>
                  </a:lnTo>
                  <a:lnTo>
                    <a:pt x="2902228" y="341122"/>
                  </a:lnTo>
                  <a:cubicBezTo>
                    <a:pt x="2763632" y="312685"/>
                    <a:pt x="2644915" y="304540"/>
                    <a:pt x="2542349" y="312883"/>
                  </a:cubicBezTo>
                  <a:close/>
                </a:path>
              </a:pathLst>
            </a:cu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31A9B8B-006C-B9DB-8D4B-09923550E6D8}"/>
                </a:ext>
              </a:extLst>
            </p:cNvPr>
            <p:cNvSpPr/>
            <p:nvPr/>
          </p:nvSpPr>
          <p:spPr>
            <a:xfrm>
              <a:off x="8375373" y="4176805"/>
              <a:ext cx="1525104" cy="1525104"/>
            </a:xfrm>
            <a:custGeom>
              <a:avLst/>
              <a:gdLst>
                <a:gd name="connsiteX0" fmla="*/ 762552 w 1525104"/>
                <a:gd name="connsiteY0" fmla="*/ 0 h 1525104"/>
                <a:gd name="connsiteX1" fmla="*/ 1525104 w 1525104"/>
                <a:gd name="connsiteY1" fmla="*/ 762552 h 1525104"/>
                <a:gd name="connsiteX2" fmla="*/ 762552 w 1525104"/>
                <a:gd name="connsiteY2" fmla="*/ 1525104 h 1525104"/>
                <a:gd name="connsiteX3" fmla="*/ 0 w 1525104"/>
                <a:gd name="connsiteY3" fmla="*/ 762552 h 1525104"/>
                <a:gd name="connsiteX4" fmla="*/ 762552 w 1525104"/>
                <a:gd name="connsiteY4" fmla="*/ 0 h 1525104"/>
                <a:gd name="connsiteX5" fmla="*/ 757307 w 1525104"/>
                <a:gd name="connsiteY5" fmla="*/ 390388 h 1525104"/>
                <a:gd name="connsiteX6" fmla="*/ 376031 w 1525104"/>
                <a:gd name="connsiteY6" fmla="*/ 771664 h 1525104"/>
                <a:gd name="connsiteX7" fmla="*/ 757307 w 1525104"/>
                <a:gd name="connsiteY7" fmla="*/ 1152940 h 1525104"/>
                <a:gd name="connsiteX8" fmla="*/ 1138583 w 1525104"/>
                <a:gd name="connsiteY8" fmla="*/ 771664 h 1525104"/>
                <a:gd name="connsiteX9" fmla="*/ 757307 w 1525104"/>
                <a:gd name="connsiteY9" fmla="*/ 390388 h 152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25104" h="1525104">
                  <a:moveTo>
                    <a:pt x="762552" y="0"/>
                  </a:moveTo>
                  <a:cubicBezTo>
                    <a:pt x="1183698" y="0"/>
                    <a:pt x="1525104" y="341406"/>
                    <a:pt x="1525104" y="762552"/>
                  </a:cubicBezTo>
                  <a:cubicBezTo>
                    <a:pt x="1525104" y="1183698"/>
                    <a:pt x="1183698" y="1525104"/>
                    <a:pt x="762552" y="1525104"/>
                  </a:cubicBezTo>
                  <a:cubicBezTo>
                    <a:pt x="341406" y="1525104"/>
                    <a:pt x="0" y="1183698"/>
                    <a:pt x="0" y="762552"/>
                  </a:cubicBezTo>
                  <a:cubicBezTo>
                    <a:pt x="0" y="341406"/>
                    <a:pt x="341406" y="0"/>
                    <a:pt x="762552" y="0"/>
                  </a:cubicBezTo>
                  <a:close/>
                  <a:moveTo>
                    <a:pt x="757307" y="390388"/>
                  </a:moveTo>
                  <a:cubicBezTo>
                    <a:pt x="546734" y="390388"/>
                    <a:pt x="376031" y="561091"/>
                    <a:pt x="376031" y="771664"/>
                  </a:cubicBezTo>
                  <a:cubicBezTo>
                    <a:pt x="376031" y="982237"/>
                    <a:pt x="546734" y="1152940"/>
                    <a:pt x="757307" y="1152940"/>
                  </a:cubicBezTo>
                  <a:cubicBezTo>
                    <a:pt x="967880" y="1152940"/>
                    <a:pt x="1138583" y="982237"/>
                    <a:pt x="1138583" y="771664"/>
                  </a:cubicBezTo>
                  <a:cubicBezTo>
                    <a:pt x="1138583" y="561091"/>
                    <a:pt x="967880" y="390388"/>
                    <a:pt x="757307" y="390388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70431DC-7356-AD84-BD7C-F8EEBAA007D0}"/>
                </a:ext>
              </a:extLst>
            </p:cNvPr>
            <p:cNvCxnSpPr>
              <a:cxnSpLocks/>
              <a:stCxn id="23" idx="6"/>
              <a:endCxn id="23" idx="8"/>
            </p:cNvCxnSpPr>
            <p:nvPr/>
          </p:nvCxnSpPr>
          <p:spPr>
            <a:xfrm>
              <a:off x="3569804" y="4948469"/>
              <a:ext cx="762552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E6B99C3-C62B-F3C4-05E2-7B2002F2438D}"/>
                </a:ext>
              </a:extLst>
            </p:cNvPr>
            <p:cNvCxnSpPr>
              <a:cxnSpLocks/>
              <a:stCxn id="23" idx="5"/>
              <a:endCxn id="23" idx="7"/>
            </p:cNvCxnSpPr>
            <p:nvPr/>
          </p:nvCxnSpPr>
          <p:spPr>
            <a:xfrm>
              <a:off x="3951080" y="4567193"/>
              <a:ext cx="0" cy="762552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D0E0C8B-46D8-B672-9753-13CC7D00042A}"/>
                </a:ext>
              </a:extLst>
            </p:cNvPr>
            <p:cNvCxnSpPr>
              <a:stCxn id="25" idx="6"/>
              <a:endCxn id="25" idx="8"/>
            </p:cNvCxnSpPr>
            <p:nvPr/>
          </p:nvCxnSpPr>
          <p:spPr>
            <a:xfrm>
              <a:off x="8751404" y="4948469"/>
              <a:ext cx="762552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859BCC5-31DD-B7AC-D21D-6DB452670B70}"/>
                </a:ext>
              </a:extLst>
            </p:cNvPr>
            <p:cNvCxnSpPr>
              <a:stCxn id="25" idx="5"/>
              <a:endCxn id="25" idx="7"/>
            </p:cNvCxnSpPr>
            <p:nvPr/>
          </p:nvCxnSpPr>
          <p:spPr>
            <a:xfrm>
              <a:off x="9132680" y="4567193"/>
              <a:ext cx="0" cy="762552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D3C9A89-F32C-4F52-C0CF-0E7ED4A989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1562" y="3806574"/>
              <a:ext cx="8731993" cy="30785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53FF655-A97B-51A5-5D61-01E1BB6B7A18}"/>
                </a:ext>
              </a:extLst>
            </p:cNvPr>
            <p:cNvSpPr/>
            <p:nvPr/>
          </p:nvSpPr>
          <p:spPr>
            <a:xfrm>
              <a:off x="1921562" y="3843531"/>
              <a:ext cx="491437" cy="267805"/>
            </a:xfrm>
            <a:prstGeom prst="rect">
              <a:avLst/>
            </a:prstGeom>
            <a:solidFill>
              <a:srgbClr val="FFC000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3E92274-3659-63D2-B945-8A322418A38C}"/>
                </a:ext>
              </a:extLst>
            </p:cNvPr>
            <p:cNvCxnSpPr>
              <a:stCxn id="21" idx="6"/>
              <a:endCxn id="21" idx="8"/>
            </p:cNvCxnSpPr>
            <p:nvPr/>
          </p:nvCxnSpPr>
          <p:spPr>
            <a:xfrm>
              <a:off x="3685982" y="2745490"/>
              <a:ext cx="107950" cy="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97064CB-85E9-5FFD-E4EA-3FA575F65139}"/>
                </a:ext>
              </a:extLst>
            </p:cNvPr>
            <p:cNvCxnSpPr>
              <a:stCxn id="21" idx="5"/>
              <a:endCxn id="21" idx="7"/>
            </p:cNvCxnSpPr>
            <p:nvPr/>
          </p:nvCxnSpPr>
          <p:spPr>
            <a:xfrm>
              <a:off x="3739957" y="2585083"/>
              <a:ext cx="0" cy="32081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979D65C-C33F-F606-DC04-7F00B53820DF}"/>
              </a:ext>
            </a:extLst>
          </p:cNvPr>
          <p:cNvGrpSpPr/>
          <p:nvPr/>
        </p:nvGrpSpPr>
        <p:grpSpPr>
          <a:xfrm flipH="1">
            <a:off x="-3405554" y="722962"/>
            <a:ext cx="9203238" cy="4567369"/>
            <a:chOff x="1921562" y="1368408"/>
            <a:chExt cx="8731994" cy="4333501"/>
          </a:xfrm>
          <a:solidFill>
            <a:schemeClr val="bg1"/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5360F69-627C-B07B-FE31-746D5D9C2C68}"/>
                </a:ext>
              </a:extLst>
            </p:cNvPr>
            <p:cNvSpPr/>
            <p:nvPr/>
          </p:nvSpPr>
          <p:spPr>
            <a:xfrm>
              <a:off x="1921563" y="1506593"/>
              <a:ext cx="8731992" cy="3441875"/>
            </a:xfrm>
            <a:custGeom>
              <a:avLst/>
              <a:gdLst>
                <a:gd name="connsiteX0" fmla="*/ 8201567 w 8645579"/>
                <a:gd name="connsiteY0" fmla="*/ 513 h 3667932"/>
                <a:gd name="connsiteX1" fmla="*/ 8600661 w 8645579"/>
                <a:gd name="connsiteY1" fmla="*/ 3667932 h 3667932"/>
                <a:gd name="connsiteX2" fmla="*/ 7975757 w 8645579"/>
                <a:gd name="connsiteY2" fmla="*/ 3667932 h 3667932"/>
                <a:gd name="connsiteX3" fmla="*/ 7976082 w 8645579"/>
                <a:gd name="connsiteY3" fmla="*/ 3665800 h 3667932"/>
                <a:gd name="connsiteX4" fmla="*/ 7980019 w 8645579"/>
                <a:gd name="connsiteY4" fmla="*/ 3587833 h 3667932"/>
                <a:gd name="connsiteX5" fmla="*/ 7217467 w 8645579"/>
                <a:gd name="connsiteY5" fmla="*/ 2825281 h 3667932"/>
                <a:gd name="connsiteX6" fmla="*/ 6454915 w 8645579"/>
                <a:gd name="connsiteY6" fmla="*/ 3587833 h 3667932"/>
                <a:gd name="connsiteX7" fmla="*/ 6458852 w 8645579"/>
                <a:gd name="connsiteY7" fmla="*/ 3665800 h 3667932"/>
                <a:gd name="connsiteX8" fmla="*/ 6459177 w 8645579"/>
                <a:gd name="connsiteY8" fmla="*/ 3667932 h 3667932"/>
                <a:gd name="connsiteX9" fmla="*/ 2806856 w 8645579"/>
                <a:gd name="connsiteY9" fmla="*/ 3667932 h 3667932"/>
                <a:gd name="connsiteX10" fmla="*/ 2807182 w 8645579"/>
                <a:gd name="connsiteY10" fmla="*/ 3665800 h 3667932"/>
                <a:gd name="connsiteX11" fmla="*/ 2811119 w 8645579"/>
                <a:gd name="connsiteY11" fmla="*/ 3587833 h 3667932"/>
                <a:gd name="connsiteX12" fmla="*/ 2048567 w 8645579"/>
                <a:gd name="connsiteY12" fmla="*/ 2825281 h 3667932"/>
                <a:gd name="connsiteX13" fmla="*/ 1286015 w 8645579"/>
                <a:gd name="connsiteY13" fmla="*/ 3587833 h 3667932"/>
                <a:gd name="connsiteX14" fmla="*/ 1289952 w 8645579"/>
                <a:gd name="connsiteY14" fmla="*/ 3665800 h 3667932"/>
                <a:gd name="connsiteX15" fmla="*/ 1290277 w 8645579"/>
                <a:gd name="connsiteY15" fmla="*/ 3667932 h 3667932"/>
                <a:gd name="connsiteX16" fmla="*/ 26505 w 8645579"/>
                <a:gd name="connsiteY16" fmla="*/ 3667932 h 3667932"/>
                <a:gd name="connsiteX17" fmla="*/ 0 w 8645579"/>
                <a:gd name="connsiteY17" fmla="*/ 2514992 h 3667932"/>
                <a:gd name="connsiteX18" fmla="*/ 1099932 w 8645579"/>
                <a:gd name="connsiteY18" fmla="*/ 1627096 h 3667932"/>
                <a:gd name="connsiteX19" fmla="*/ 2305879 w 8645579"/>
                <a:gd name="connsiteY19" fmla="*/ 36836 h 3667932"/>
                <a:gd name="connsiteX20" fmla="*/ 8123584 w 8645579"/>
                <a:gd name="connsiteY20" fmla="*/ 10331 h 3667932"/>
                <a:gd name="connsiteX21" fmla="*/ 8201567 w 8645579"/>
                <a:gd name="connsiteY21" fmla="*/ 513 h 3667932"/>
                <a:gd name="connsiteX22" fmla="*/ 3286541 w 8645579"/>
                <a:gd name="connsiteY22" fmla="*/ 310289 h 3667932"/>
                <a:gd name="connsiteX23" fmla="*/ 3286541 w 8645579"/>
                <a:gd name="connsiteY23" fmla="*/ 1633722 h 3667932"/>
                <a:gd name="connsiteX24" fmla="*/ 4850298 w 8645579"/>
                <a:gd name="connsiteY24" fmla="*/ 1633722 h 3667932"/>
                <a:gd name="connsiteX25" fmla="*/ 4850298 w 8645579"/>
                <a:gd name="connsiteY25" fmla="*/ 310289 h 3667932"/>
                <a:gd name="connsiteX26" fmla="*/ 3286541 w 8645579"/>
                <a:gd name="connsiteY26" fmla="*/ 310289 h 3667932"/>
                <a:gd name="connsiteX27" fmla="*/ 4996071 w 8645579"/>
                <a:gd name="connsiteY27" fmla="*/ 310289 h 3667932"/>
                <a:gd name="connsiteX28" fmla="*/ 4996071 w 8645579"/>
                <a:gd name="connsiteY28" fmla="*/ 1633722 h 3667932"/>
                <a:gd name="connsiteX29" fmla="*/ 6559828 w 8645579"/>
                <a:gd name="connsiteY29" fmla="*/ 1633722 h 3667932"/>
                <a:gd name="connsiteX30" fmla="*/ 6559828 w 8645579"/>
                <a:gd name="connsiteY30" fmla="*/ 310289 h 3667932"/>
                <a:gd name="connsiteX31" fmla="*/ 4996071 w 8645579"/>
                <a:gd name="connsiteY31" fmla="*/ 310289 h 3667932"/>
                <a:gd name="connsiteX32" fmla="*/ 6705601 w 8645579"/>
                <a:gd name="connsiteY32" fmla="*/ 310289 h 3667932"/>
                <a:gd name="connsiteX33" fmla="*/ 6705601 w 8645579"/>
                <a:gd name="connsiteY33" fmla="*/ 1633722 h 3667932"/>
                <a:gd name="connsiteX34" fmla="*/ 8269358 w 8645579"/>
                <a:gd name="connsiteY34" fmla="*/ 1633722 h 3667932"/>
                <a:gd name="connsiteX35" fmla="*/ 8269358 w 8645579"/>
                <a:gd name="connsiteY35" fmla="*/ 310289 h 3667932"/>
                <a:gd name="connsiteX36" fmla="*/ 6705601 w 8645579"/>
                <a:gd name="connsiteY36" fmla="*/ 310289 h 3667932"/>
                <a:gd name="connsiteX37" fmla="*/ 2542349 w 8645579"/>
                <a:gd name="connsiteY37" fmla="*/ 313396 h 3667932"/>
                <a:gd name="connsiteX38" fmla="*/ 1484246 w 8645579"/>
                <a:gd name="connsiteY38" fmla="*/ 1607218 h 3667932"/>
                <a:gd name="connsiteX39" fmla="*/ 2902228 w 8645579"/>
                <a:gd name="connsiteY39" fmla="*/ 1607218 h 3667932"/>
                <a:gd name="connsiteX40" fmla="*/ 2902228 w 8645579"/>
                <a:gd name="connsiteY40" fmla="*/ 341635 h 3667932"/>
                <a:gd name="connsiteX41" fmla="*/ 2542349 w 8645579"/>
                <a:gd name="connsiteY41" fmla="*/ 313396 h 3667932"/>
                <a:gd name="connsiteX0" fmla="*/ 8201567 w 8645579"/>
                <a:gd name="connsiteY0" fmla="*/ 513 h 3667932"/>
                <a:gd name="connsiteX1" fmla="*/ 8600661 w 8645579"/>
                <a:gd name="connsiteY1" fmla="*/ 3667932 h 3667932"/>
                <a:gd name="connsiteX2" fmla="*/ 7975757 w 8645579"/>
                <a:gd name="connsiteY2" fmla="*/ 3667932 h 3667932"/>
                <a:gd name="connsiteX3" fmla="*/ 7976082 w 8645579"/>
                <a:gd name="connsiteY3" fmla="*/ 3665800 h 3667932"/>
                <a:gd name="connsiteX4" fmla="*/ 7980019 w 8645579"/>
                <a:gd name="connsiteY4" fmla="*/ 3587833 h 3667932"/>
                <a:gd name="connsiteX5" fmla="*/ 7217467 w 8645579"/>
                <a:gd name="connsiteY5" fmla="*/ 2825281 h 3667932"/>
                <a:gd name="connsiteX6" fmla="*/ 6454915 w 8645579"/>
                <a:gd name="connsiteY6" fmla="*/ 3587833 h 3667932"/>
                <a:gd name="connsiteX7" fmla="*/ 6458852 w 8645579"/>
                <a:gd name="connsiteY7" fmla="*/ 3665800 h 3667932"/>
                <a:gd name="connsiteX8" fmla="*/ 6459177 w 8645579"/>
                <a:gd name="connsiteY8" fmla="*/ 3667932 h 3667932"/>
                <a:gd name="connsiteX9" fmla="*/ 2806856 w 8645579"/>
                <a:gd name="connsiteY9" fmla="*/ 3667932 h 3667932"/>
                <a:gd name="connsiteX10" fmla="*/ 2807182 w 8645579"/>
                <a:gd name="connsiteY10" fmla="*/ 3665800 h 3667932"/>
                <a:gd name="connsiteX11" fmla="*/ 2811119 w 8645579"/>
                <a:gd name="connsiteY11" fmla="*/ 3587833 h 3667932"/>
                <a:gd name="connsiteX12" fmla="*/ 2048567 w 8645579"/>
                <a:gd name="connsiteY12" fmla="*/ 2825281 h 3667932"/>
                <a:gd name="connsiteX13" fmla="*/ 1286015 w 8645579"/>
                <a:gd name="connsiteY13" fmla="*/ 3587833 h 3667932"/>
                <a:gd name="connsiteX14" fmla="*/ 1289952 w 8645579"/>
                <a:gd name="connsiteY14" fmla="*/ 3665800 h 3667932"/>
                <a:gd name="connsiteX15" fmla="*/ 1290277 w 8645579"/>
                <a:gd name="connsiteY15" fmla="*/ 3667932 h 3667932"/>
                <a:gd name="connsiteX16" fmla="*/ 26505 w 8645579"/>
                <a:gd name="connsiteY16" fmla="*/ 3667932 h 3667932"/>
                <a:gd name="connsiteX17" fmla="*/ 0 w 8645579"/>
                <a:gd name="connsiteY17" fmla="*/ 2514992 h 3667932"/>
                <a:gd name="connsiteX18" fmla="*/ 1099932 w 8645579"/>
                <a:gd name="connsiteY18" fmla="*/ 1627096 h 3667932"/>
                <a:gd name="connsiteX19" fmla="*/ 2305879 w 8645579"/>
                <a:gd name="connsiteY19" fmla="*/ 36836 h 3667932"/>
                <a:gd name="connsiteX20" fmla="*/ 8123584 w 8645579"/>
                <a:gd name="connsiteY20" fmla="*/ 10331 h 3667932"/>
                <a:gd name="connsiteX21" fmla="*/ 8201567 w 8645579"/>
                <a:gd name="connsiteY21" fmla="*/ 513 h 3667932"/>
                <a:gd name="connsiteX22" fmla="*/ 3286541 w 8645579"/>
                <a:gd name="connsiteY22" fmla="*/ 310289 h 3667932"/>
                <a:gd name="connsiteX23" fmla="*/ 3286541 w 8645579"/>
                <a:gd name="connsiteY23" fmla="*/ 1633722 h 3667932"/>
                <a:gd name="connsiteX24" fmla="*/ 4850298 w 8645579"/>
                <a:gd name="connsiteY24" fmla="*/ 1633722 h 3667932"/>
                <a:gd name="connsiteX25" fmla="*/ 4850298 w 8645579"/>
                <a:gd name="connsiteY25" fmla="*/ 310289 h 3667932"/>
                <a:gd name="connsiteX26" fmla="*/ 3286541 w 8645579"/>
                <a:gd name="connsiteY26" fmla="*/ 310289 h 3667932"/>
                <a:gd name="connsiteX27" fmla="*/ 4996071 w 8645579"/>
                <a:gd name="connsiteY27" fmla="*/ 310289 h 3667932"/>
                <a:gd name="connsiteX28" fmla="*/ 4996071 w 8645579"/>
                <a:gd name="connsiteY28" fmla="*/ 1633722 h 3667932"/>
                <a:gd name="connsiteX29" fmla="*/ 6559828 w 8645579"/>
                <a:gd name="connsiteY29" fmla="*/ 1633722 h 3667932"/>
                <a:gd name="connsiteX30" fmla="*/ 6559828 w 8645579"/>
                <a:gd name="connsiteY30" fmla="*/ 310289 h 3667932"/>
                <a:gd name="connsiteX31" fmla="*/ 4996071 w 8645579"/>
                <a:gd name="connsiteY31" fmla="*/ 310289 h 3667932"/>
                <a:gd name="connsiteX32" fmla="*/ 6705601 w 8645579"/>
                <a:gd name="connsiteY32" fmla="*/ 310289 h 3667932"/>
                <a:gd name="connsiteX33" fmla="*/ 6705601 w 8645579"/>
                <a:gd name="connsiteY33" fmla="*/ 1633722 h 3667932"/>
                <a:gd name="connsiteX34" fmla="*/ 8269358 w 8645579"/>
                <a:gd name="connsiteY34" fmla="*/ 1633722 h 3667932"/>
                <a:gd name="connsiteX35" fmla="*/ 8269358 w 8645579"/>
                <a:gd name="connsiteY35" fmla="*/ 310289 h 3667932"/>
                <a:gd name="connsiteX36" fmla="*/ 6705601 w 8645579"/>
                <a:gd name="connsiteY36" fmla="*/ 310289 h 3667932"/>
                <a:gd name="connsiteX37" fmla="*/ 2542349 w 8645579"/>
                <a:gd name="connsiteY37" fmla="*/ 313396 h 3667932"/>
                <a:gd name="connsiteX38" fmla="*/ 1484246 w 8645579"/>
                <a:gd name="connsiteY38" fmla="*/ 1607218 h 3667932"/>
                <a:gd name="connsiteX39" fmla="*/ 2902228 w 8645579"/>
                <a:gd name="connsiteY39" fmla="*/ 1607218 h 3667932"/>
                <a:gd name="connsiteX40" fmla="*/ 2902228 w 8645579"/>
                <a:gd name="connsiteY40" fmla="*/ 341635 h 3667932"/>
                <a:gd name="connsiteX41" fmla="*/ 2542349 w 8645579"/>
                <a:gd name="connsiteY41" fmla="*/ 313396 h 3667932"/>
                <a:gd name="connsiteX0" fmla="*/ 8201567 w 8645579"/>
                <a:gd name="connsiteY0" fmla="*/ 513 h 3667932"/>
                <a:gd name="connsiteX1" fmla="*/ 8600661 w 8645579"/>
                <a:gd name="connsiteY1" fmla="*/ 3667932 h 3667932"/>
                <a:gd name="connsiteX2" fmla="*/ 7975757 w 8645579"/>
                <a:gd name="connsiteY2" fmla="*/ 3667932 h 3667932"/>
                <a:gd name="connsiteX3" fmla="*/ 7976082 w 8645579"/>
                <a:gd name="connsiteY3" fmla="*/ 3665800 h 3667932"/>
                <a:gd name="connsiteX4" fmla="*/ 7980019 w 8645579"/>
                <a:gd name="connsiteY4" fmla="*/ 3587833 h 3667932"/>
                <a:gd name="connsiteX5" fmla="*/ 7217467 w 8645579"/>
                <a:gd name="connsiteY5" fmla="*/ 2825281 h 3667932"/>
                <a:gd name="connsiteX6" fmla="*/ 6454915 w 8645579"/>
                <a:gd name="connsiteY6" fmla="*/ 3587833 h 3667932"/>
                <a:gd name="connsiteX7" fmla="*/ 6458852 w 8645579"/>
                <a:gd name="connsiteY7" fmla="*/ 3665800 h 3667932"/>
                <a:gd name="connsiteX8" fmla="*/ 6459177 w 8645579"/>
                <a:gd name="connsiteY8" fmla="*/ 3667932 h 3667932"/>
                <a:gd name="connsiteX9" fmla="*/ 2806856 w 8645579"/>
                <a:gd name="connsiteY9" fmla="*/ 3667932 h 3667932"/>
                <a:gd name="connsiteX10" fmla="*/ 2807182 w 8645579"/>
                <a:gd name="connsiteY10" fmla="*/ 3665800 h 3667932"/>
                <a:gd name="connsiteX11" fmla="*/ 2811119 w 8645579"/>
                <a:gd name="connsiteY11" fmla="*/ 3587833 h 3667932"/>
                <a:gd name="connsiteX12" fmla="*/ 2048567 w 8645579"/>
                <a:gd name="connsiteY12" fmla="*/ 2825281 h 3667932"/>
                <a:gd name="connsiteX13" fmla="*/ 1286015 w 8645579"/>
                <a:gd name="connsiteY13" fmla="*/ 3587833 h 3667932"/>
                <a:gd name="connsiteX14" fmla="*/ 1289952 w 8645579"/>
                <a:gd name="connsiteY14" fmla="*/ 3665800 h 3667932"/>
                <a:gd name="connsiteX15" fmla="*/ 1290277 w 8645579"/>
                <a:gd name="connsiteY15" fmla="*/ 3667932 h 3667932"/>
                <a:gd name="connsiteX16" fmla="*/ 26505 w 8645579"/>
                <a:gd name="connsiteY16" fmla="*/ 3667932 h 3667932"/>
                <a:gd name="connsiteX17" fmla="*/ 0 w 8645579"/>
                <a:gd name="connsiteY17" fmla="*/ 2514992 h 3667932"/>
                <a:gd name="connsiteX18" fmla="*/ 1099932 w 8645579"/>
                <a:gd name="connsiteY18" fmla="*/ 1627096 h 3667932"/>
                <a:gd name="connsiteX19" fmla="*/ 2305879 w 8645579"/>
                <a:gd name="connsiteY19" fmla="*/ 36836 h 3667932"/>
                <a:gd name="connsiteX20" fmla="*/ 8123584 w 8645579"/>
                <a:gd name="connsiteY20" fmla="*/ 10331 h 3667932"/>
                <a:gd name="connsiteX21" fmla="*/ 8201567 w 8645579"/>
                <a:gd name="connsiteY21" fmla="*/ 513 h 3667932"/>
                <a:gd name="connsiteX22" fmla="*/ 3286541 w 8645579"/>
                <a:gd name="connsiteY22" fmla="*/ 310289 h 3667932"/>
                <a:gd name="connsiteX23" fmla="*/ 3286541 w 8645579"/>
                <a:gd name="connsiteY23" fmla="*/ 1633722 h 3667932"/>
                <a:gd name="connsiteX24" fmla="*/ 4850298 w 8645579"/>
                <a:gd name="connsiteY24" fmla="*/ 1633722 h 3667932"/>
                <a:gd name="connsiteX25" fmla="*/ 4850298 w 8645579"/>
                <a:gd name="connsiteY25" fmla="*/ 310289 h 3667932"/>
                <a:gd name="connsiteX26" fmla="*/ 3286541 w 8645579"/>
                <a:gd name="connsiteY26" fmla="*/ 310289 h 3667932"/>
                <a:gd name="connsiteX27" fmla="*/ 4996071 w 8645579"/>
                <a:gd name="connsiteY27" fmla="*/ 310289 h 3667932"/>
                <a:gd name="connsiteX28" fmla="*/ 4996071 w 8645579"/>
                <a:gd name="connsiteY28" fmla="*/ 1633722 h 3667932"/>
                <a:gd name="connsiteX29" fmla="*/ 6559828 w 8645579"/>
                <a:gd name="connsiteY29" fmla="*/ 1633722 h 3667932"/>
                <a:gd name="connsiteX30" fmla="*/ 6559828 w 8645579"/>
                <a:gd name="connsiteY30" fmla="*/ 310289 h 3667932"/>
                <a:gd name="connsiteX31" fmla="*/ 4996071 w 8645579"/>
                <a:gd name="connsiteY31" fmla="*/ 310289 h 3667932"/>
                <a:gd name="connsiteX32" fmla="*/ 6705601 w 8645579"/>
                <a:gd name="connsiteY32" fmla="*/ 310289 h 3667932"/>
                <a:gd name="connsiteX33" fmla="*/ 6705601 w 8645579"/>
                <a:gd name="connsiteY33" fmla="*/ 1633722 h 3667932"/>
                <a:gd name="connsiteX34" fmla="*/ 8269358 w 8645579"/>
                <a:gd name="connsiteY34" fmla="*/ 1633722 h 3667932"/>
                <a:gd name="connsiteX35" fmla="*/ 8269358 w 8645579"/>
                <a:gd name="connsiteY35" fmla="*/ 310289 h 3667932"/>
                <a:gd name="connsiteX36" fmla="*/ 6705601 w 8645579"/>
                <a:gd name="connsiteY36" fmla="*/ 310289 h 3667932"/>
                <a:gd name="connsiteX37" fmla="*/ 2542349 w 8645579"/>
                <a:gd name="connsiteY37" fmla="*/ 313396 h 3667932"/>
                <a:gd name="connsiteX38" fmla="*/ 1484246 w 8645579"/>
                <a:gd name="connsiteY38" fmla="*/ 1607218 h 3667932"/>
                <a:gd name="connsiteX39" fmla="*/ 2902228 w 8645579"/>
                <a:gd name="connsiteY39" fmla="*/ 1607218 h 3667932"/>
                <a:gd name="connsiteX40" fmla="*/ 2902228 w 8645579"/>
                <a:gd name="connsiteY40" fmla="*/ 341635 h 3667932"/>
                <a:gd name="connsiteX41" fmla="*/ 2542349 w 8645579"/>
                <a:gd name="connsiteY41" fmla="*/ 313396 h 3667932"/>
                <a:gd name="connsiteX0" fmla="*/ 8201567 w 8645579"/>
                <a:gd name="connsiteY0" fmla="*/ 513 h 3667932"/>
                <a:gd name="connsiteX1" fmla="*/ 8600661 w 8645579"/>
                <a:gd name="connsiteY1" fmla="*/ 3667932 h 3667932"/>
                <a:gd name="connsiteX2" fmla="*/ 7975757 w 8645579"/>
                <a:gd name="connsiteY2" fmla="*/ 3667932 h 3667932"/>
                <a:gd name="connsiteX3" fmla="*/ 7976082 w 8645579"/>
                <a:gd name="connsiteY3" fmla="*/ 3665800 h 3667932"/>
                <a:gd name="connsiteX4" fmla="*/ 7980019 w 8645579"/>
                <a:gd name="connsiteY4" fmla="*/ 3587833 h 3667932"/>
                <a:gd name="connsiteX5" fmla="*/ 7217467 w 8645579"/>
                <a:gd name="connsiteY5" fmla="*/ 2825281 h 3667932"/>
                <a:gd name="connsiteX6" fmla="*/ 6454915 w 8645579"/>
                <a:gd name="connsiteY6" fmla="*/ 3587833 h 3667932"/>
                <a:gd name="connsiteX7" fmla="*/ 6458852 w 8645579"/>
                <a:gd name="connsiteY7" fmla="*/ 3665800 h 3667932"/>
                <a:gd name="connsiteX8" fmla="*/ 6459177 w 8645579"/>
                <a:gd name="connsiteY8" fmla="*/ 3667932 h 3667932"/>
                <a:gd name="connsiteX9" fmla="*/ 2806856 w 8645579"/>
                <a:gd name="connsiteY9" fmla="*/ 3667932 h 3667932"/>
                <a:gd name="connsiteX10" fmla="*/ 2807182 w 8645579"/>
                <a:gd name="connsiteY10" fmla="*/ 3665800 h 3667932"/>
                <a:gd name="connsiteX11" fmla="*/ 2811119 w 8645579"/>
                <a:gd name="connsiteY11" fmla="*/ 3587833 h 3667932"/>
                <a:gd name="connsiteX12" fmla="*/ 2048567 w 8645579"/>
                <a:gd name="connsiteY12" fmla="*/ 2825281 h 3667932"/>
                <a:gd name="connsiteX13" fmla="*/ 1286015 w 8645579"/>
                <a:gd name="connsiteY13" fmla="*/ 3587833 h 3667932"/>
                <a:gd name="connsiteX14" fmla="*/ 1289952 w 8645579"/>
                <a:gd name="connsiteY14" fmla="*/ 3665800 h 3667932"/>
                <a:gd name="connsiteX15" fmla="*/ 1290277 w 8645579"/>
                <a:gd name="connsiteY15" fmla="*/ 3667932 h 3667932"/>
                <a:gd name="connsiteX16" fmla="*/ 26505 w 8645579"/>
                <a:gd name="connsiteY16" fmla="*/ 3667932 h 3667932"/>
                <a:gd name="connsiteX17" fmla="*/ 0 w 8645579"/>
                <a:gd name="connsiteY17" fmla="*/ 2514992 h 3667932"/>
                <a:gd name="connsiteX18" fmla="*/ 1099932 w 8645579"/>
                <a:gd name="connsiteY18" fmla="*/ 1627096 h 3667932"/>
                <a:gd name="connsiteX19" fmla="*/ 2305879 w 8645579"/>
                <a:gd name="connsiteY19" fmla="*/ 36836 h 3667932"/>
                <a:gd name="connsiteX20" fmla="*/ 8123584 w 8645579"/>
                <a:gd name="connsiteY20" fmla="*/ 10331 h 3667932"/>
                <a:gd name="connsiteX21" fmla="*/ 8201567 w 8645579"/>
                <a:gd name="connsiteY21" fmla="*/ 513 h 3667932"/>
                <a:gd name="connsiteX22" fmla="*/ 3286541 w 8645579"/>
                <a:gd name="connsiteY22" fmla="*/ 310289 h 3667932"/>
                <a:gd name="connsiteX23" fmla="*/ 3286541 w 8645579"/>
                <a:gd name="connsiteY23" fmla="*/ 1633722 h 3667932"/>
                <a:gd name="connsiteX24" fmla="*/ 4850298 w 8645579"/>
                <a:gd name="connsiteY24" fmla="*/ 1633722 h 3667932"/>
                <a:gd name="connsiteX25" fmla="*/ 4850298 w 8645579"/>
                <a:gd name="connsiteY25" fmla="*/ 310289 h 3667932"/>
                <a:gd name="connsiteX26" fmla="*/ 3286541 w 8645579"/>
                <a:gd name="connsiteY26" fmla="*/ 310289 h 3667932"/>
                <a:gd name="connsiteX27" fmla="*/ 4996071 w 8645579"/>
                <a:gd name="connsiteY27" fmla="*/ 310289 h 3667932"/>
                <a:gd name="connsiteX28" fmla="*/ 4996071 w 8645579"/>
                <a:gd name="connsiteY28" fmla="*/ 1633722 h 3667932"/>
                <a:gd name="connsiteX29" fmla="*/ 6559828 w 8645579"/>
                <a:gd name="connsiteY29" fmla="*/ 1633722 h 3667932"/>
                <a:gd name="connsiteX30" fmla="*/ 6559828 w 8645579"/>
                <a:gd name="connsiteY30" fmla="*/ 310289 h 3667932"/>
                <a:gd name="connsiteX31" fmla="*/ 4996071 w 8645579"/>
                <a:gd name="connsiteY31" fmla="*/ 310289 h 3667932"/>
                <a:gd name="connsiteX32" fmla="*/ 6705601 w 8645579"/>
                <a:gd name="connsiteY32" fmla="*/ 310289 h 3667932"/>
                <a:gd name="connsiteX33" fmla="*/ 6705601 w 8645579"/>
                <a:gd name="connsiteY33" fmla="*/ 1633722 h 3667932"/>
                <a:gd name="connsiteX34" fmla="*/ 8269358 w 8645579"/>
                <a:gd name="connsiteY34" fmla="*/ 1633722 h 3667932"/>
                <a:gd name="connsiteX35" fmla="*/ 8269358 w 8645579"/>
                <a:gd name="connsiteY35" fmla="*/ 310289 h 3667932"/>
                <a:gd name="connsiteX36" fmla="*/ 6705601 w 8645579"/>
                <a:gd name="connsiteY36" fmla="*/ 310289 h 3667932"/>
                <a:gd name="connsiteX37" fmla="*/ 2542349 w 8645579"/>
                <a:gd name="connsiteY37" fmla="*/ 313396 h 3667932"/>
                <a:gd name="connsiteX38" fmla="*/ 1484246 w 8645579"/>
                <a:gd name="connsiteY38" fmla="*/ 1607218 h 3667932"/>
                <a:gd name="connsiteX39" fmla="*/ 2902228 w 8645579"/>
                <a:gd name="connsiteY39" fmla="*/ 1607218 h 3667932"/>
                <a:gd name="connsiteX40" fmla="*/ 2902228 w 8645579"/>
                <a:gd name="connsiteY40" fmla="*/ 341635 h 3667932"/>
                <a:gd name="connsiteX41" fmla="*/ 2542349 w 8645579"/>
                <a:gd name="connsiteY41" fmla="*/ 313396 h 3667932"/>
                <a:gd name="connsiteX0" fmla="*/ 8201567 w 8650618"/>
                <a:gd name="connsiteY0" fmla="*/ 0 h 3667419"/>
                <a:gd name="connsiteX1" fmla="*/ 8600661 w 8650618"/>
                <a:gd name="connsiteY1" fmla="*/ 3667419 h 3667419"/>
                <a:gd name="connsiteX2" fmla="*/ 7975757 w 8650618"/>
                <a:gd name="connsiteY2" fmla="*/ 3667419 h 3667419"/>
                <a:gd name="connsiteX3" fmla="*/ 7976082 w 8650618"/>
                <a:gd name="connsiteY3" fmla="*/ 3665287 h 3667419"/>
                <a:gd name="connsiteX4" fmla="*/ 7980019 w 8650618"/>
                <a:gd name="connsiteY4" fmla="*/ 3587320 h 3667419"/>
                <a:gd name="connsiteX5" fmla="*/ 7217467 w 8650618"/>
                <a:gd name="connsiteY5" fmla="*/ 2824768 h 3667419"/>
                <a:gd name="connsiteX6" fmla="*/ 6454915 w 8650618"/>
                <a:gd name="connsiteY6" fmla="*/ 3587320 h 3667419"/>
                <a:gd name="connsiteX7" fmla="*/ 6458852 w 8650618"/>
                <a:gd name="connsiteY7" fmla="*/ 3665287 h 3667419"/>
                <a:gd name="connsiteX8" fmla="*/ 6459177 w 8650618"/>
                <a:gd name="connsiteY8" fmla="*/ 3667419 h 3667419"/>
                <a:gd name="connsiteX9" fmla="*/ 2806856 w 8650618"/>
                <a:gd name="connsiteY9" fmla="*/ 3667419 h 3667419"/>
                <a:gd name="connsiteX10" fmla="*/ 2807182 w 8650618"/>
                <a:gd name="connsiteY10" fmla="*/ 3665287 h 3667419"/>
                <a:gd name="connsiteX11" fmla="*/ 2811119 w 8650618"/>
                <a:gd name="connsiteY11" fmla="*/ 3587320 h 3667419"/>
                <a:gd name="connsiteX12" fmla="*/ 2048567 w 8650618"/>
                <a:gd name="connsiteY12" fmla="*/ 2824768 h 3667419"/>
                <a:gd name="connsiteX13" fmla="*/ 1286015 w 8650618"/>
                <a:gd name="connsiteY13" fmla="*/ 3587320 h 3667419"/>
                <a:gd name="connsiteX14" fmla="*/ 1289952 w 8650618"/>
                <a:gd name="connsiteY14" fmla="*/ 3665287 h 3667419"/>
                <a:gd name="connsiteX15" fmla="*/ 1290277 w 8650618"/>
                <a:gd name="connsiteY15" fmla="*/ 3667419 h 3667419"/>
                <a:gd name="connsiteX16" fmla="*/ 26505 w 8650618"/>
                <a:gd name="connsiteY16" fmla="*/ 3667419 h 3667419"/>
                <a:gd name="connsiteX17" fmla="*/ 0 w 8650618"/>
                <a:gd name="connsiteY17" fmla="*/ 2514479 h 3667419"/>
                <a:gd name="connsiteX18" fmla="*/ 1099932 w 8650618"/>
                <a:gd name="connsiteY18" fmla="*/ 1626583 h 3667419"/>
                <a:gd name="connsiteX19" fmla="*/ 2305879 w 8650618"/>
                <a:gd name="connsiteY19" fmla="*/ 36323 h 3667419"/>
                <a:gd name="connsiteX20" fmla="*/ 8123584 w 8650618"/>
                <a:gd name="connsiteY20" fmla="*/ 9818 h 3667419"/>
                <a:gd name="connsiteX21" fmla="*/ 8201567 w 8650618"/>
                <a:gd name="connsiteY21" fmla="*/ 0 h 3667419"/>
                <a:gd name="connsiteX22" fmla="*/ 3286541 w 8650618"/>
                <a:gd name="connsiteY22" fmla="*/ 309776 h 3667419"/>
                <a:gd name="connsiteX23" fmla="*/ 3286541 w 8650618"/>
                <a:gd name="connsiteY23" fmla="*/ 1633209 h 3667419"/>
                <a:gd name="connsiteX24" fmla="*/ 4850298 w 8650618"/>
                <a:gd name="connsiteY24" fmla="*/ 1633209 h 3667419"/>
                <a:gd name="connsiteX25" fmla="*/ 4850298 w 8650618"/>
                <a:gd name="connsiteY25" fmla="*/ 309776 h 3667419"/>
                <a:gd name="connsiteX26" fmla="*/ 3286541 w 8650618"/>
                <a:gd name="connsiteY26" fmla="*/ 309776 h 3667419"/>
                <a:gd name="connsiteX27" fmla="*/ 4996071 w 8650618"/>
                <a:gd name="connsiteY27" fmla="*/ 309776 h 3667419"/>
                <a:gd name="connsiteX28" fmla="*/ 4996071 w 8650618"/>
                <a:gd name="connsiteY28" fmla="*/ 1633209 h 3667419"/>
                <a:gd name="connsiteX29" fmla="*/ 6559828 w 8650618"/>
                <a:gd name="connsiteY29" fmla="*/ 1633209 h 3667419"/>
                <a:gd name="connsiteX30" fmla="*/ 6559828 w 8650618"/>
                <a:gd name="connsiteY30" fmla="*/ 309776 h 3667419"/>
                <a:gd name="connsiteX31" fmla="*/ 4996071 w 8650618"/>
                <a:gd name="connsiteY31" fmla="*/ 309776 h 3667419"/>
                <a:gd name="connsiteX32" fmla="*/ 6705601 w 8650618"/>
                <a:gd name="connsiteY32" fmla="*/ 309776 h 3667419"/>
                <a:gd name="connsiteX33" fmla="*/ 6705601 w 8650618"/>
                <a:gd name="connsiteY33" fmla="*/ 1633209 h 3667419"/>
                <a:gd name="connsiteX34" fmla="*/ 8269358 w 8650618"/>
                <a:gd name="connsiteY34" fmla="*/ 1633209 h 3667419"/>
                <a:gd name="connsiteX35" fmla="*/ 8269358 w 8650618"/>
                <a:gd name="connsiteY35" fmla="*/ 309776 h 3667419"/>
                <a:gd name="connsiteX36" fmla="*/ 6705601 w 8650618"/>
                <a:gd name="connsiteY36" fmla="*/ 309776 h 3667419"/>
                <a:gd name="connsiteX37" fmla="*/ 2542349 w 8650618"/>
                <a:gd name="connsiteY37" fmla="*/ 312883 h 3667419"/>
                <a:gd name="connsiteX38" fmla="*/ 1484246 w 8650618"/>
                <a:gd name="connsiteY38" fmla="*/ 1606705 h 3667419"/>
                <a:gd name="connsiteX39" fmla="*/ 2902228 w 8650618"/>
                <a:gd name="connsiteY39" fmla="*/ 1606705 h 3667419"/>
                <a:gd name="connsiteX40" fmla="*/ 2902228 w 8650618"/>
                <a:gd name="connsiteY40" fmla="*/ 341122 h 3667419"/>
                <a:gd name="connsiteX41" fmla="*/ 2542349 w 8650618"/>
                <a:gd name="connsiteY41" fmla="*/ 312883 h 3667419"/>
                <a:gd name="connsiteX0" fmla="*/ 8201567 w 8731992"/>
                <a:gd name="connsiteY0" fmla="*/ 0 h 3667419"/>
                <a:gd name="connsiteX1" fmla="*/ 8600661 w 8731992"/>
                <a:gd name="connsiteY1" fmla="*/ 3667419 h 3667419"/>
                <a:gd name="connsiteX2" fmla="*/ 7975757 w 8731992"/>
                <a:gd name="connsiteY2" fmla="*/ 3667419 h 3667419"/>
                <a:gd name="connsiteX3" fmla="*/ 7976082 w 8731992"/>
                <a:gd name="connsiteY3" fmla="*/ 3665287 h 3667419"/>
                <a:gd name="connsiteX4" fmla="*/ 7980019 w 8731992"/>
                <a:gd name="connsiteY4" fmla="*/ 3587320 h 3667419"/>
                <a:gd name="connsiteX5" fmla="*/ 7217467 w 8731992"/>
                <a:gd name="connsiteY5" fmla="*/ 2824768 h 3667419"/>
                <a:gd name="connsiteX6" fmla="*/ 6454915 w 8731992"/>
                <a:gd name="connsiteY6" fmla="*/ 3587320 h 3667419"/>
                <a:gd name="connsiteX7" fmla="*/ 6458852 w 8731992"/>
                <a:gd name="connsiteY7" fmla="*/ 3665287 h 3667419"/>
                <a:gd name="connsiteX8" fmla="*/ 6459177 w 8731992"/>
                <a:gd name="connsiteY8" fmla="*/ 3667419 h 3667419"/>
                <a:gd name="connsiteX9" fmla="*/ 2806856 w 8731992"/>
                <a:gd name="connsiteY9" fmla="*/ 3667419 h 3667419"/>
                <a:gd name="connsiteX10" fmla="*/ 2807182 w 8731992"/>
                <a:gd name="connsiteY10" fmla="*/ 3665287 h 3667419"/>
                <a:gd name="connsiteX11" fmla="*/ 2811119 w 8731992"/>
                <a:gd name="connsiteY11" fmla="*/ 3587320 h 3667419"/>
                <a:gd name="connsiteX12" fmla="*/ 2048567 w 8731992"/>
                <a:gd name="connsiteY12" fmla="*/ 2824768 h 3667419"/>
                <a:gd name="connsiteX13" fmla="*/ 1286015 w 8731992"/>
                <a:gd name="connsiteY13" fmla="*/ 3587320 h 3667419"/>
                <a:gd name="connsiteX14" fmla="*/ 1289952 w 8731992"/>
                <a:gd name="connsiteY14" fmla="*/ 3665287 h 3667419"/>
                <a:gd name="connsiteX15" fmla="*/ 1290277 w 8731992"/>
                <a:gd name="connsiteY15" fmla="*/ 3667419 h 3667419"/>
                <a:gd name="connsiteX16" fmla="*/ 26505 w 8731992"/>
                <a:gd name="connsiteY16" fmla="*/ 3667419 h 3667419"/>
                <a:gd name="connsiteX17" fmla="*/ 0 w 8731992"/>
                <a:gd name="connsiteY17" fmla="*/ 2514479 h 3667419"/>
                <a:gd name="connsiteX18" fmla="*/ 1099932 w 8731992"/>
                <a:gd name="connsiteY18" fmla="*/ 1626583 h 3667419"/>
                <a:gd name="connsiteX19" fmla="*/ 2305879 w 8731992"/>
                <a:gd name="connsiteY19" fmla="*/ 36323 h 3667419"/>
                <a:gd name="connsiteX20" fmla="*/ 8123584 w 8731992"/>
                <a:gd name="connsiteY20" fmla="*/ 9818 h 3667419"/>
                <a:gd name="connsiteX21" fmla="*/ 8201567 w 8731992"/>
                <a:gd name="connsiteY21" fmla="*/ 0 h 3667419"/>
                <a:gd name="connsiteX22" fmla="*/ 3286541 w 8731992"/>
                <a:gd name="connsiteY22" fmla="*/ 309776 h 3667419"/>
                <a:gd name="connsiteX23" fmla="*/ 3286541 w 8731992"/>
                <a:gd name="connsiteY23" fmla="*/ 1633209 h 3667419"/>
                <a:gd name="connsiteX24" fmla="*/ 4850298 w 8731992"/>
                <a:gd name="connsiteY24" fmla="*/ 1633209 h 3667419"/>
                <a:gd name="connsiteX25" fmla="*/ 4850298 w 8731992"/>
                <a:gd name="connsiteY25" fmla="*/ 309776 h 3667419"/>
                <a:gd name="connsiteX26" fmla="*/ 3286541 w 8731992"/>
                <a:gd name="connsiteY26" fmla="*/ 309776 h 3667419"/>
                <a:gd name="connsiteX27" fmla="*/ 4996071 w 8731992"/>
                <a:gd name="connsiteY27" fmla="*/ 309776 h 3667419"/>
                <a:gd name="connsiteX28" fmla="*/ 4996071 w 8731992"/>
                <a:gd name="connsiteY28" fmla="*/ 1633209 h 3667419"/>
                <a:gd name="connsiteX29" fmla="*/ 6559828 w 8731992"/>
                <a:gd name="connsiteY29" fmla="*/ 1633209 h 3667419"/>
                <a:gd name="connsiteX30" fmla="*/ 6559828 w 8731992"/>
                <a:gd name="connsiteY30" fmla="*/ 309776 h 3667419"/>
                <a:gd name="connsiteX31" fmla="*/ 4996071 w 8731992"/>
                <a:gd name="connsiteY31" fmla="*/ 309776 h 3667419"/>
                <a:gd name="connsiteX32" fmla="*/ 6705601 w 8731992"/>
                <a:gd name="connsiteY32" fmla="*/ 309776 h 3667419"/>
                <a:gd name="connsiteX33" fmla="*/ 6705601 w 8731992"/>
                <a:gd name="connsiteY33" fmla="*/ 1633209 h 3667419"/>
                <a:gd name="connsiteX34" fmla="*/ 8269358 w 8731992"/>
                <a:gd name="connsiteY34" fmla="*/ 1633209 h 3667419"/>
                <a:gd name="connsiteX35" fmla="*/ 8269358 w 8731992"/>
                <a:gd name="connsiteY35" fmla="*/ 309776 h 3667419"/>
                <a:gd name="connsiteX36" fmla="*/ 6705601 w 8731992"/>
                <a:gd name="connsiteY36" fmla="*/ 309776 h 3667419"/>
                <a:gd name="connsiteX37" fmla="*/ 2542349 w 8731992"/>
                <a:gd name="connsiteY37" fmla="*/ 312883 h 3667419"/>
                <a:gd name="connsiteX38" fmla="*/ 1484246 w 8731992"/>
                <a:gd name="connsiteY38" fmla="*/ 1606705 h 3667419"/>
                <a:gd name="connsiteX39" fmla="*/ 2902228 w 8731992"/>
                <a:gd name="connsiteY39" fmla="*/ 1606705 h 3667419"/>
                <a:gd name="connsiteX40" fmla="*/ 2902228 w 8731992"/>
                <a:gd name="connsiteY40" fmla="*/ 341122 h 3667419"/>
                <a:gd name="connsiteX41" fmla="*/ 2542349 w 8731992"/>
                <a:gd name="connsiteY41" fmla="*/ 312883 h 3667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8731992" h="3667419">
                  <a:moveTo>
                    <a:pt x="8201567" y="0"/>
                  </a:moveTo>
                  <a:cubicBezTo>
                    <a:pt x="8979247" y="153741"/>
                    <a:pt x="8701019" y="3559608"/>
                    <a:pt x="8600661" y="3667419"/>
                  </a:cubicBezTo>
                  <a:lnTo>
                    <a:pt x="7975757" y="3667419"/>
                  </a:lnTo>
                  <a:cubicBezTo>
                    <a:pt x="7975865" y="3666708"/>
                    <a:pt x="7975974" y="3665998"/>
                    <a:pt x="7976082" y="3665287"/>
                  </a:cubicBezTo>
                  <a:cubicBezTo>
                    <a:pt x="7978685" y="3639652"/>
                    <a:pt x="7980019" y="3613642"/>
                    <a:pt x="7980019" y="3587320"/>
                  </a:cubicBezTo>
                  <a:cubicBezTo>
                    <a:pt x="7980019" y="3166174"/>
                    <a:pt x="7638613" y="2824768"/>
                    <a:pt x="7217467" y="2824768"/>
                  </a:cubicBezTo>
                  <a:cubicBezTo>
                    <a:pt x="6796321" y="2824768"/>
                    <a:pt x="6454915" y="3166174"/>
                    <a:pt x="6454915" y="3587320"/>
                  </a:cubicBezTo>
                  <a:cubicBezTo>
                    <a:pt x="6454915" y="3613642"/>
                    <a:pt x="6456248" y="3639652"/>
                    <a:pt x="6458852" y="3665287"/>
                  </a:cubicBezTo>
                  <a:cubicBezTo>
                    <a:pt x="6458960" y="3665998"/>
                    <a:pt x="6459069" y="3666708"/>
                    <a:pt x="6459177" y="3667419"/>
                  </a:cubicBezTo>
                  <a:lnTo>
                    <a:pt x="2806856" y="3667419"/>
                  </a:lnTo>
                  <a:cubicBezTo>
                    <a:pt x="2806965" y="3666708"/>
                    <a:pt x="2807073" y="3665998"/>
                    <a:pt x="2807182" y="3665287"/>
                  </a:cubicBezTo>
                  <a:cubicBezTo>
                    <a:pt x="2809785" y="3639652"/>
                    <a:pt x="2811119" y="3613642"/>
                    <a:pt x="2811119" y="3587320"/>
                  </a:cubicBezTo>
                  <a:cubicBezTo>
                    <a:pt x="2811119" y="3166174"/>
                    <a:pt x="2469713" y="2824768"/>
                    <a:pt x="2048567" y="2824768"/>
                  </a:cubicBezTo>
                  <a:cubicBezTo>
                    <a:pt x="1627421" y="2824768"/>
                    <a:pt x="1286015" y="3166174"/>
                    <a:pt x="1286015" y="3587320"/>
                  </a:cubicBezTo>
                  <a:cubicBezTo>
                    <a:pt x="1286015" y="3613642"/>
                    <a:pt x="1287348" y="3639652"/>
                    <a:pt x="1289952" y="3665287"/>
                  </a:cubicBezTo>
                  <a:cubicBezTo>
                    <a:pt x="1290060" y="3665998"/>
                    <a:pt x="1290169" y="3666708"/>
                    <a:pt x="1290277" y="3667419"/>
                  </a:cubicBezTo>
                  <a:lnTo>
                    <a:pt x="26505" y="3667419"/>
                  </a:lnTo>
                  <a:cubicBezTo>
                    <a:pt x="22087" y="3283106"/>
                    <a:pt x="4418" y="2898792"/>
                    <a:pt x="0" y="2514479"/>
                  </a:cubicBezTo>
                  <a:cubicBezTo>
                    <a:pt x="13252" y="2280358"/>
                    <a:pt x="542237" y="1695052"/>
                    <a:pt x="1099932" y="1626583"/>
                  </a:cubicBezTo>
                  <a:cubicBezTo>
                    <a:pt x="1342888" y="1162757"/>
                    <a:pt x="1745423" y="93749"/>
                    <a:pt x="2305879" y="36323"/>
                  </a:cubicBezTo>
                  <a:cubicBezTo>
                    <a:pt x="4245114" y="-10612"/>
                    <a:pt x="6184349" y="18653"/>
                    <a:pt x="8123584" y="9818"/>
                  </a:cubicBezTo>
                  <a:cubicBezTo>
                    <a:pt x="8150917" y="4434"/>
                    <a:pt x="8176890" y="1186"/>
                    <a:pt x="8201567" y="0"/>
                  </a:cubicBezTo>
                  <a:close/>
                  <a:moveTo>
                    <a:pt x="3286541" y="309776"/>
                  </a:moveTo>
                  <a:lnTo>
                    <a:pt x="3286541" y="1633209"/>
                  </a:lnTo>
                  <a:lnTo>
                    <a:pt x="4850298" y="1633209"/>
                  </a:lnTo>
                  <a:lnTo>
                    <a:pt x="4850298" y="309776"/>
                  </a:lnTo>
                  <a:lnTo>
                    <a:pt x="3286541" y="309776"/>
                  </a:lnTo>
                  <a:close/>
                  <a:moveTo>
                    <a:pt x="4996071" y="309776"/>
                  </a:moveTo>
                  <a:lnTo>
                    <a:pt x="4996071" y="1633209"/>
                  </a:lnTo>
                  <a:lnTo>
                    <a:pt x="6559828" y="1633209"/>
                  </a:lnTo>
                  <a:lnTo>
                    <a:pt x="6559828" y="309776"/>
                  </a:lnTo>
                  <a:lnTo>
                    <a:pt x="4996071" y="309776"/>
                  </a:lnTo>
                  <a:close/>
                  <a:moveTo>
                    <a:pt x="6705601" y="309776"/>
                  </a:moveTo>
                  <a:lnTo>
                    <a:pt x="6705601" y="1633209"/>
                  </a:lnTo>
                  <a:lnTo>
                    <a:pt x="8269358" y="1633209"/>
                  </a:lnTo>
                  <a:lnTo>
                    <a:pt x="8269358" y="309776"/>
                  </a:lnTo>
                  <a:lnTo>
                    <a:pt x="6705601" y="309776"/>
                  </a:lnTo>
                  <a:close/>
                  <a:moveTo>
                    <a:pt x="2542349" y="312883"/>
                  </a:moveTo>
                  <a:cubicBezTo>
                    <a:pt x="1824385" y="371284"/>
                    <a:pt x="1897824" y="1237576"/>
                    <a:pt x="1484246" y="1606705"/>
                  </a:cubicBezTo>
                  <a:lnTo>
                    <a:pt x="2902228" y="1606705"/>
                  </a:lnTo>
                  <a:lnTo>
                    <a:pt x="2902228" y="341122"/>
                  </a:lnTo>
                  <a:cubicBezTo>
                    <a:pt x="2763632" y="312685"/>
                    <a:pt x="2644915" y="304540"/>
                    <a:pt x="2542349" y="312883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786FFC7-C2A3-526B-528F-5CCB96B5A12B}"/>
                </a:ext>
              </a:extLst>
            </p:cNvPr>
            <p:cNvSpPr/>
            <p:nvPr/>
          </p:nvSpPr>
          <p:spPr>
            <a:xfrm rot="2694441">
              <a:off x="3363171" y="2747825"/>
              <a:ext cx="84597" cy="762552"/>
            </a:xfrm>
            <a:prstGeom prst="roundRect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4C5F7D1-0202-1CCC-E835-6FF0E0AA2B0D}"/>
                </a:ext>
              </a:extLst>
            </p:cNvPr>
            <p:cNvSpPr/>
            <p:nvPr/>
          </p:nvSpPr>
          <p:spPr>
            <a:xfrm>
              <a:off x="3632750" y="2420843"/>
              <a:ext cx="215900" cy="641627"/>
            </a:xfrm>
            <a:custGeom>
              <a:avLst/>
              <a:gdLst>
                <a:gd name="connsiteX0" fmla="*/ 762552 w 1525104"/>
                <a:gd name="connsiteY0" fmla="*/ 0 h 1525104"/>
                <a:gd name="connsiteX1" fmla="*/ 1525104 w 1525104"/>
                <a:gd name="connsiteY1" fmla="*/ 762552 h 1525104"/>
                <a:gd name="connsiteX2" fmla="*/ 762552 w 1525104"/>
                <a:gd name="connsiteY2" fmla="*/ 1525104 h 1525104"/>
                <a:gd name="connsiteX3" fmla="*/ 0 w 1525104"/>
                <a:gd name="connsiteY3" fmla="*/ 762552 h 1525104"/>
                <a:gd name="connsiteX4" fmla="*/ 762552 w 1525104"/>
                <a:gd name="connsiteY4" fmla="*/ 0 h 1525104"/>
                <a:gd name="connsiteX5" fmla="*/ 757307 w 1525104"/>
                <a:gd name="connsiteY5" fmla="*/ 390388 h 1525104"/>
                <a:gd name="connsiteX6" fmla="*/ 376031 w 1525104"/>
                <a:gd name="connsiteY6" fmla="*/ 771664 h 1525104"/>
                <a:gd name="connsiteX7" fmla="*/ 757307 w 1525104"/>
                <a:gd name="connsiteY7" fmla="*/ 1152940 h 1525104"/>
                <a:gd name="connsiteX8" fmla="*/ 1138583 w 1525104"/>
                <a:gd name="connsiteY8" fmla="*/ 771664 h 1525104"/>
                <a:gd name="connsiteX9" fmla="*/ 757307 w 1525104"/>
                <a:gd name="connsiteY9" fmla="*/ 390388 h 152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25104" h="1525104">
                  <a:moveTo>
                    <a:pt x="762552" y="0"/>
                  </a:moveTo>
                  <a:cubicBezTo>
                    <a:pt x="1183698" y="0"/>
                    <a:pt x="1525104" y="341406"/>
                    <a:pt x="1525104" y="762552"/>
                  </a:cubicBezTo>
                  <a:cubicBezTo>
                    <a:pt x="1525104" y="1183698"/>
                    <a:pt x="1183698" y="1525104"/>
                    <a:pt x="762552" y="1525104"/>
                  </a:cubicBezTo>
                  <a:cubicBezTo>
                    <a:pt x="341406" y="1525104"/>
                    <a:pt x="0" y="1183698"/>
                    <a:pt x="0" y="762552"/>
                  </a:cubicBezTo>
                  <a:cubicBezTo>
                    <a:pt x="0" y="341406"/>
                    <a:pt x="341406" y="0"/>
                    <a:pt x="762552" y="0"/>
                  </a:cubicBezTo>
                  <a:close/>
                  <a:moveTo>
                    <a:pt x="757307" y="390388"/>
                  </a:moveTo>
                  <a:cubicBezTo>
                    <a:pt x="546734" y="390388"/>
                    <a:pt x="376031" y="561091"/>
                    <a:pt x="376031" y="771664"/>
                  </a:cubicBezTo>
                  <a:cubicBezTo>
                    <a:pt x="376031" y="982237"/>
                    <a:pt x="546734" y="1152940"/>
                    <a:pt x="757307" y="1152940"/>
                  </a:cubicBezTo>
                  <a:cubicBezTo>
                    <a:pt x="967880" y="1152940"/>
                    <a:pt x="1138583" y="982237"/>
                    <a:pt x="1138583" y="771664"/>
                  </a:cubicBezTo>
                  <a:cubicBezTo>
                    <a:pt x="1138583" y="561091"/>
                    <a:pt x="967880" y="390388"/>
                    <a:pt x="757307" y="390388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AA65BFB-1ECF-1ADA-B5A0-156ABBE66304}"/>
                </a:ext>
              </a:extLst>
            </p:cNvPr>
            <p:cNvSpPr/>
            <p:nvPr/>
          </p:nvSpPr>
          <p:spPr>
            <a:xfrm>
              <a:off x="4584284" y="2360380"/>
              <a:ext cx="269185" cy="762552"/>
            </a:xfrm>
            <a:custGeom>
              <a:avLst/>
              <a:gdLst>
                <a:gd name="connsiteX0" fmla="*/ 381276 w 762552"/>
                <a:gd name="connsiteY0" fmla="*/ 0 h 762552"/>
                <a:gd name="connsiteX1" fmla="*/ 762552 w 762552"/>
                <a:gd name="connsiteY1" fmla="*/ 381276 h 762552"/>
                <a:gd name="connsiteX2" fmla="*/ 381276 w 762552"/>
                <a:gd name="connsiteY2" fmla="*/ 762552 h 762552"/>
                <a:gd name="connsiteX3" fmla="*/ 0 w 762552"/>
                <a:gd name="connsiteY3" fmla="*/ 381276 h 762552"/>
                <a:gd name="connsiteX4" fmla="*/ 381276 w 762552"/>
                <a:gd name="connsiteY4" fmla="*/ 0 h 762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552" h="762552">
                  <a:moveTo>
                    <a:pt x="381276" y="0"/>
                  </a:moveTo>
                  <a:cubicBezTo>
                    <a:pt x="591849" y="0"/>
                    <a:pt x="762552" y="170703"/>
                    <a:pt x="762552" y="381276"/>
                  </a:cubicBezTo>
                  <a:cubicBezTo>
                    <a:pt x="762552" y="591849"/>
                    <a:pt x="591849" y="762552"/>
                    <a:pt x="381276" y="762552"/>
                  </a:cubicBezTo>
                  <a:cubicBezTo>
                    <a:pt x="170703" y="762552"/>
                    <a:pt x="0" y="591849"/>
                    <a:pt x="0" y="381276"/>
                  </a:cubicBezTo>
                  <a:cubicBezTo>
                    <a:pt x="0" y="170703"/>
                    <a:pt x="170703" y="0"/>
                    <a:pt x="381276" y="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D121130-081B-D149-D61C-AE7CBC88BEDA}"/>
                </a:ext>
              </a:extLst>
            </p:cNvPr>
            <p:cNvSpPr/>
            <p:nvPr/>
          </p:nvSpPr>
          <p:spPr>
            <a:xfrm>
              <a:off x="3193773" y="4176805"/>
              <a:ext cx="1525104" cy="1525104"/>
            </a:xfrm>
            <a:custGeom>
              <a:avLst/>
              <a:gdLst>
                <a:gd name="connsiteX0" fmla="*/ 762552 w 1525104"/>
                <a:gd name="connsiteY0" fmla="*/ 0 h 1525104"/>
                <a:gd name="connsiteX1" fmla="*/ 1525104 w 1525104"/>
                <a:gd name="connsiteY1" fmla="*/ 762552 h 1525104"/>
                <a:gd name="connsiteX2" fmla="*/ 762552 w 1525104"/>
                <a:gd name="connsiteY2" fmla="*/ 1525104 h 1525104"/>
                <a:gd name="connsiteX3" fmla="*/ 0 w 1525104"/>
                <a:gd name="connsiteY3" fmla="*/ 762552 h 1525104"/>
                <a:gd name="connsiteX4" fmla="*/ 762552 w 1525104"/>
                <a:gd name="connsiteY4" fmla="*/ 0 h 1525104"/>
                <a:gd name="connsiteX5" fmla="*/ 757307 w 1525104"/>
                <a:gd name="connsiteY5" fmla="*/ 390388 h 1525104"/>
                <a:gd name="connsiteX6" fmla="*/ 376031 w 1525104"/>
                <a:gd name="connsiteY6" fmla="*/ 771664 h 1525104"/>
                <a:gd name="connsiteX7" fmla="*/ 757307 w 1525104"/>
                <a:gd name="connsiteY7" fmla="*/ 1152940 h 1525104"/>
                <a:gd name="connsiteX8" fmla="*/ 1138583 w 1525104"/>
                <a:gd name="connsiteY8" fmla="*/ 771664 h 1525104"/>
                <a:gd name="connsiteX9" fmla="*/ 757307 w 1525104"/>
                <a:gd name="connsiteY9" fmla="*/ 390388 h 152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25104" h="1525104">
                  <a:moveTo>
                    <a:pt x="762552" y="0"/>
                  </a:moveTo>
                  <a:cubicBezTo>
                    <a:pt x="1183698" y="0"/>
                    <a:pt x="1525104" y="341406"/>
                    <a:pt x="1525104" y="762552"/>
                  </a:cubicBezTo>
                  <a:cubicBezTo>
                    <a:pt x="1525104" y="1183698"/>
                    <a:pt x="1183698" y="1525104"/>
                    <a:pt x="762552" y="1525104"/>
                  </a:cubicBezTo>
                  <a:cubicBezTo>
                    <a:pt x="341406" y="1525104"/>
                    <a:pt x="0" y="1183698"/>
                    <a:pt x="0" y="762552"/>
                  </a:cubicBezTo>
                  <a:cubicBezTo>
                    <a:pt x="0" y="341406"/>
                    <a:pt x="341406" y="0"/>
                    <a:pt x="762552" y="0"/>
                  </a:cubicBezTo>
                  <a:close/>
                  <a:moveTo>
                    <a:pt x="757307" y="390388"/>
                  </a:moveTo>
                  <a:cubicBezTo>
                    <a:pt x="546734" y="390388"/>
                    <a:pt x="376031" y="561091"/>
                    <a:pt x="376031" y="771664"/>
                  </a:cubicBezTo>
                  <a:cubicBezTo>
                    <a:pt x="376031" y="982237"/>
                    <a:pt x="546734" y="1152940"/>
                    <a:pt x="757307" y="1152940"/>
                  </a:cubicBezTo>
                  <a:cubicBezTo>
                    <a:pt x="967880" y="1152940"/>
                    <a:pt x="1138583" y="982237"/>
                    <a:pt x="1138583" y="771664"/>
                  </a:cubicBezTo>
                  <a:cubicBezTo>
                    <a:pt x="1138583" y="561091"/>
                    <a:pt x="967880" y="390388"/>
                    <a:pt x="757307" y="390388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C9B3FB0-CAA5-33CD-AC44-659A7C7673F0}"/>
                </a:ext>
              </a:extLst>
            </p:cNvPr>
            <p:cNvSpPr/>
            <p:nvPr/>
          </p:nvSpPr>
          <p:spPr>
            <a:xfrm>
              <a:off x="1921564" y="1368408"/>
              <a:ext cx="8731992" cy="3667419"/>
            </a:xfrm>
            <a:custGeom>
              <a:avLst/>
              <a:gdLst>
                <a:gd name="connsiteX0" fmla="*/ 8201567 w 8645579"/>
                <a:gd name="connsiteY0" fmla="*/ 513 h 3667932"/>
                <a:gd name="connsiteX1" fmla="*/ 8600661 w 8645579"/>
                <a:gd name="connsiteY1" fmla="*/ 3667932 h 3667932"/>
                <a:gd name="connsiteX2" fmla="*/ 7975757 w 8645579"/>
                <a:gd name="connsiteY2" fmla="*/ 3667932 h 3667932"/>
                <a:gd name="connsiteX3" fmla="*/ 7976082 w 8645579"/>
                <a:gd name="connsiteY3" fmla="*/ 3665800 h 3667932"/>
                <a:gd name="connsiteX4" fmla="*/ 7980019 w 8645579"/>
                <a:gd name="connsiteY4" fmla="*/ 3587833 h 3667932"/>
                <a:gd name="connsiteX5" fmla="*/ 7217467 w 8645579"/>
                <a:gd name="connsiteY5" fmla="*/ 2825281 h 3667932"/>
                <a:gd name="connsiteX6" fmla="*/ 6454915 w 8645579"/>
                <a:gd name="connsiteY6" fmla="*/ 3587833 h 3667932"/>
                <a:gd name="connsiteX7" fmla="*/ 6458852 w 8645579"/>
                <a:gd name="connsiteY7" fmla="*/ 3665800 h 3667932"/>
                <a:gd name="connsiteX8" fmla="*/ 6459177 w 8645579"/>
                <a:gd name="connsiteY8" fmla="*/ 3667932 h 3667932"/>
                <a:gd name="connsiteX9" fmla="*/ 2806856 w 8645579"/>
                <a:gd name="connsiteY9" fmla="*/ 3667932 h 3667932"/>
                <a:gd name="connsiteX10" fmla="*/ 2807182 w 8645579"/>
                <a:gd name="connsiteY10" fmla="*/ 3665800 h 3667932"/>
                <a:gd name="connsiteX11" fmla="*/ 2811119 w 8645579"/>
                <a:gd name="connsiteY11" fmla="*/ 3587833 h 3667932"/>
                <a:gd name="connsiteX12" fmla="*/ 2048567 w 8645579"/>
                <a:gd name="connsiteY12" fmla="*/ 2825281 h 3667932"/>
                <a:gd name="connsiteX13" fmla="*/ 1286015 w 8645579"/>
                <a:gd name="connsiteY13" fmla="*/ 3587833 h 3667932"/>
                <a:gd name="connsiteX14" fmla="*/ 1289952 w 8645579"/>
                <a:gd name="connsiteY14" fmla="*/ 3665800 h 3667932"/>
                <a:gd name="connsiteX15" fmla="*/ 1290277 w 8645579"/>
                <a:gd name="connsiteY15" fmla="*/ 3667932 h 3667932"/>
                <a:gd name="connsiteX16" fmla="*/ 26505 w 8645579"/>
                <a:gd name="connsiteY16" fmla="*/ 3667932 h 3667932"/>
                <a:gd name="connsiteX17" fmla="*/ 0 w 8645579"/>
                <a:gd name="connsiteY17" fmla="*/ 2514992 h 3667932"/>
                <a:gd name="connsiteX18" fmla="*/ 1099932 w 8645579"/>
                <a:gd name="connsiteY18" fmla="*/ 1627096 h 3667932"/>
                <a:gd name="connsiteX19" fmla="*/ 2305879 w 8645579"/>
                <a:gd name="connsiteY19" fmla="*/ 36836 h 3667932"/>
                <a:gd name="connsiteX20" fmla="*/ 8123584 w 8645579"/>
                <a:gd name="connsiteY20" fmla="*/ 10331 h 3667932"/>
                <a:gd name="connsiteX21" fmla="*/ 8201567 w 8645579"/>
                <a:gd name="connsiteY21" fmla="*/ 513 h 3667932"/>
                <a:gd name="connsiteX22" fmla="*/ 3286541 w 8645579"/>
                <a:gd name="connsiteY22" fmla="*/ 310289 h 3667932"/>
                <a:gd name="connsiteX23" fmla="*/ 3286541 w 8645579"/>
                <a:gd name="connsiteY23" fmla="*/ 1633722 h 3667932"/>
                <a:gd name="connsiteX24" fmla="*/ 4850298 w 8645579"/>
                <a:gd name="connsiteY24" fmla="*/ 1633722 h 3667932"/>
                <a:gd name="connsiteX25" fmla="*/ 4850298 w 8645579"/>
                <a:gd name="connsiteY25" fmla="*/ 310289 h 3667932"/>
                <a:gd name="connsiteX26" fmla="*/ 3286541 w 8645579"/>
                <a:gd name="connsiteY26" fmla="*/ 310289 h 3667932"/>
                <a:gd name="connsiteX27" fmla="*/ 4996071 w 8645579"/>
                <a:gd name="connsiteY27" fmla="*/ 310289 h 3667932"/>
                <a:gd name="connsiteX28" fmla="*/ 4996071 w 8645579"/>
                <a:gd name="connsiteY28" fmla="*/ 1633722 h 3667932"/>
                <a:gd name="connsiteX29" fmla="*/ 6559828 w 8645579"/>
                <a:gd name="connsiteY29" fmla="*/ 1633722 h 3667932"/>
                <a:gd name="connsiteX30" fmla="*/ 6559828 w 8645579"/>
                <a:gd name="connsiteY30" fmla="*/ 310289 h 3667932"/>
                <a:gd name="connsiteX31" fmla="*/ 4996071 w 8645579"/>
                <a:gd name="connsiteY31" fmla="*/ 310289 h 3667932"/>
                <a:gd name="connsiteX32" fmla="*/ 6705601 w 8645579"/>
                <a:gd name="connsiteY32" fmla="*/ 310289 h 3667932"/>
                <a:gd name="connsiteX33" fmla="*/ 6705601 w 8645579"/>
                <a:gd name="connsiteY33" fmla="*/ 1633722 h 3667932"/>
                <a:gd name="connsiteX34" fmla="*/ 8269358 w 8645579"/>
                <a:gd name="connsiteY34" fmla="*/ 1633722 h 3667932"/>
                <a:gd name="connsiteX35" fmla="*/ 8269358 w 8645579"/>
                <a:gd name="connsiteY35" fmla="*/ 310289 h 3667932"/>
                <a:gd name="connsiteX36" fmla="*/ 6705601 w 8645579"/>
                <a:gd name="connsiteY36" fmla="*/ 310289 h 3667932"/>
                <a:gd name="connsiteX37" fmla="*/ 2542349 w 8645579"/>
                <a:gd name="connsiteY37" fmla="*/ 313396 h 3667932"/>
                <a:gd name="connsiteX38" fmla="*/ 1484246 w 8645579"/>
                <a:gd name="connsiteY38" fmla="*/ 1607218 h 3667932"/>
                <a:gd name="connsiteX39" fmla="*/ 2902228 w 8645579"/>
                <a:gd name="connsiteY39" fmla="*/ 1607218 h 3667932"/>
                <a:gd name="connsiteX40" fmla="*/ 2902228 w 8645579"/>
                <a:gd name="connsiteY40" fmla="*/ 341635 h 3667932"/>
                <a:gd name="connsiteX41" fmla="*/ 2542349 w 8645579"/>
                <a:gd name="connsiteY41" fmla="*/ 313396 h 3667932"/>
                <a:gd name="connsiteX0" fmla="*/ 8201567 w 8645579"/>
                <a:gd name="connsiteY0" fmla="*/ 513 h 3667932"/>
                <a:gd name="connsiteX1" fmla="*/ 8600661 w 8645579"/>
                <a:gd name="connsiteY1" fmla="*/ 3667932 h 3667932"/>
                <a:gd name="connsiteX2" fmla="*/ 7975757 w 8645579"/>
                <a:gd name="connsiteY2" fmla="*/ 3667932 h 3667932"/>
                <a:gd name="connsiteX3" fmla="*/ 7976082 w 8645579"/>
                <a:gd name="connsiteY3" fmla="*/ 3665800 h 3667932"/>
                <a:gd name="connsiteX4" fmla="*/ 7980019 w 8645579"/>
                <a:gd name="connsiteY4" fmla="*/ 3587833 h 3667932"/>
                <a:gd name="connsiteX5" fmla="*/ 7217467 w 8645579"/>
                <a:gd name="connsiteY5" fmla="*/ 2825281 h 3667932"/>
                <a:gd name="connsiteX6" fmla="*/ 6454915 w 8645579"/>
                <a:gd name="connsiteY6" fmla="*/ 3587833 h 3667932"/>
                <a:gd name="connsiteX7" fmla="*/ 6458852 w 8645579"/>
                <a:gd name="connsiteY7" fmla="*/ 3665800 h 3667932"/>
                <a:gd name="connsiteX8" fmla="*/ 6459177 w 8645579"/>
                <a:gd name="connsiteY8" fmla="*/ 3667932 h 3667932"/>
                <a:gd name="connsiteX9" fmla="*/ 2806856 w 8645579"/>
                <a:gd name="connsiteY9" fmla="*/ 3667932 h 3667932"/>
                <a:gd name="connsiteX10" fmla="*/ 2807182 w 8645579"/>
                <a:gd name="connsiteY10" fmla="*/ 3665800 h 3667932"/>
                <a:gd name="connsiteX11" fmla="*/ 2811119 w 8645579"/>
                <a:gd name="connsiteY11" fmla="*/ 3587833 h 3667932"/>
                <a:gd name="connsiteX12" fmla="*/ 2048567 w 8645579"/>
                <a:gd name="connsiteY12" fmla="*/ 2825281 h 3667932"/>
                <a:gd name="connsiteX13" fmla="*/ 1286015 w 8645579"/>
                <a:gd name="connsiteY13" fmla="*/ 3587833 h 3667932"/>
                <a:gd name="connsiteX14" fmla="*/ 1289952 w 8645579"/>
                <a:gd name="connsiteY14" fmla="*/ 3665800 h 3667932"/>
                <a:gd name="connsiteX15" fmla="*/ 1290277 w 8645579"/>
                <a:gd name="connsiteY15" fmla="*/ 3667932 h 3667932"/>
                <a:gd name="connsiteX16" fmla="*/ 26505 w 8645579"/>
                <a:gd name="connsiteY16" fmla="*/ 3667932 h 3667932"/>
                <a:gd name="connsiteX17" fmla="*/ 0 w 8645579"/>
                <a:gd name="connsiteY17" fmla="*/ 2514992 h 3667932"/>
                <a:gd name="connsiteX18" fmla="*/ 1099932 w 8645579"/>
                <a:gd name="connsiteY18" fmla="*/ 1627096 h 3667932"/>
                <a:gd name="connsiteX19" fmla="*/ 2305879 w 8645579"/>
                <a:gd name="connsiteY19" fmla="*/ 36836 h 3667932"/>
                <a:gd name="connsiteX20" fmla="*/ 8123584 w 8645579"/>
                <a:gd name="connsiteY20" fmla="*/ 10331 h 3667932"/>
                <a:gd name="connsiteX21" fmla="*/ 8201567 w 8645579"/>
                <a:gd name="connsiteY21" fmla="*/ 513 h 3667932"/>
                <a:gd name="connsiteX22" fmla="*/ 3286541 w 8645579"/>
                <a:gd name="connsiteY22" fmla="*/ 310289 h 3667932"/>
                <a:gd name="connsiteX23" fmla="*/ 3286541 w 8645579"/>
                <a:gd name="connsiteY23" fmla="*/ 1633722 h 3667932"/>
                <a:gd name="connsiteX24" fmla="*/ 4850298 w 8645579"/>
                <a:gd name="connsiteY24" fmla="*/ 1633722 h 3667932"/>
                <a:gd name="connsiteX25" fmla="*/ 4850298 w 8645579"/>
                <a:gd name="connsiteY25" fmla="*/ 310289 h 3667932"/>
                <a:gd name="connsiteX26" fmla="*/ 3286541 w 8645579"/>
                <a:gd name="connsiteY26" fmla="*/ 310289 h 3667932"/>
                <a:gd name="connsiteX27" fmla="*/ 4996071 w 8645579"/>
                <a:gd name="connsiteY27" fmla="*/ 310289 h 3667932"/>
                <a:gd name="connsiteX28" fmla="*/ 4996071 w 8645579"/>
                <a:gd name="connsiteY28" fmla="*/ 1633722 h 3667932"/>
                <a:gd name="connsiteX29" fmla="*/ 6559828 w 8645579"/>
                <a:gd name="connsiteY29" fmla="*/ 1633722 h 3667932"/>
                <a:gd name="connsiteX30" fmla="*/ 6559828 w 8645579"/>
                <a:gd name="connsiteY30" fmla="*/ 310289 h 3667932"/>
                <a:gd name="connsiteX31" fmla="*/ 4996071 w 8645579"/>
                <a:gd name="connsiteY31" fmla="*/ 310289 h 3667932"/>
                <a:gd name="connsiteX32" fmla="*/ 6705601 w 8645579"/>
                <a:gd name="connsiteY32" fmla="*/ 310289 h 3667932"/>
                <a:gd name="connsiteX33" fmla="*/ 6705601 w 8645579"/>
                <a:gd name="connsiteY33" fmla="*/ 1633722 h 3667932"/>
                <a:gd name="connsiteX34" fmla="*/ 8269358 w 8645579"/>
                <a:gd name="connsiteY34" fmla="*/ 1633722 h 3667932"/>
                <a:gd name="connsiteX35" fmla="*/ 8269358 w 8645579"/>
                <a:gd name="connsiteY35" fmla="*/ 310289 h 3667932"/>
                <a:gd name="connsiteX36" fmla="*/ 6705601 w 8645579"/>
                <a:gd name="connsiteY36" fmla="*/ 310289 h 3667932"/>
                <a:gd name="connsiteX37" fmla="*/ 2542349 w 8645579"/>
                <a:gd name="connsiteY37" fmla="*/ 313396 h 3667932"/>
                <a:gd name="connsiteX38" fmla="*/ 1484246 w 8645579"/>
                <a:gd name="connsiteY38" fmla="*/ 1607218 h 3667932"/>
                <a:gd name="connsiteX39" fmla="*/ 2902228 w 8645579"/>
                <a:gd name="connsiteY39" fmla="*/ 1607218 h 3667932"/>
                <a:gd name="connsiteX40" fmla="*/ 2902228 w 8645579"/>
                <a:gd name="connsiteY40" fmla="*/ 341635 h 3667932"/>
                <a:gd name="connsiteX41" fmla="*/ 2542349 w 8645579"/>
                <a:gd name="connsiteY41" fmla="*/ 313396 h 3667932"/>
                <a:gd name="connsiteX0" fmla="*/ 8201567 w 8645579"/>
                <a:gd name="connsiteY0" fmla="*/ 513 h 3667932"/>
                <a:gd name="connsiteX1" fmla="*/ 8600661 w 8645579"/>
                <a:gd name="connsiteY1" fmla="*/ 3667932 h 3667932"/>
                <a:gd name="connsiteX2" fmla="*/ 7975757 w 8645579"/>
                <a:gd name="connsiteY2" fmla="*/ 3667932 h 3667932"/>
                <a:gd name="connsiteX3" fmla="*/ 7976082 w 8645579"/>
                <a:gd name="connsiteY3" fmla="*/ 3665800 h 3667932"/>
                <a:gd name="connsiteX4" fmla="*/ 7980019 w 8645579"/>
                <a:gd name="connsiteY4" fmla="*/ 3587833 h 3667932"/>
                <a:gd name="connsiteX5" fmla="*/ 7217467 w 8645579"/>
                <a:gd name="connsiteY5" fmla="*/ 2825281 h 3667932"/>
                <a:gd name="connsiteX6" fmla="*/ 6454915 w 8645579"/>
                <a:gd name="connsiteY6" fmla="*/ 3587833 h 3667932"/>
                <a:gd name="connsiteX7" fmla="*/ 6458852 w 8645579"/>
                <a:gd name="connsiteY7" fmla="*/ 3665800 h 3667932"/>
                <a:gd name="connsiteX8" fmla="*/ 6459177 w 8645579"/>
                <a:gd name="connsiteY8" fmla="*/ 3667932 h 3667932"/>
                <a:gd name="connsiteX9" fmla="*/ 2806856 w 8645579"/>
                <a:gd name="connsiteY9" fmla="*/ 3667932 h 3667932"/>
                <a:gd name="connsiteX10" fmla="*/ 2807182 w 8645579"/>
                <a:gd name="connsiteY10" fmla="*/ 3665800 h 3667932"/>
                <a:gd name="connsiteX11" fmla="*/ 2811119 w 8645579"/>
                <a:gd name="connsiteY11" fmla="*/ 3587833 h 3667932"/>
                <a:gd name="connsiteX12" fmla="*/ 2048567 w 8645579"/>
                <a:gd name="connsiteY12" fmla="*/ 2825281 h 3667932"/>
                <a:gd name="connsiteX13" fmla="*/ 1286015 w 8645579"/>
                <a:gd name="connsiteY13" fmla="*/ 3587833 h 3667932"/>
                <a:gd name="connsiteX14" fmla="*/ 1289952 w 8645579"/>
                <a:gd name="connsiteY14" fmla="*/ 3665800 h 3667932"/>
                <a:gd name="connsiteX15" fmla="*/ 1290277 w 8645579"/>
                <a:gd name="connsiteY15" fmla="*/ 3667932 h 3667932"/>
                <a:gd name="connsiteX16" fmla="*/ 26505 w 8645579"/>
                <a:gd name="connsiteY16" fmla="*/ 3667932 h 3667932"/>
                <a:gd name="connsiteX17" fmla="*/ 0 w 8645579"/>
                <a:gd name="connsiteY17" fmla="*/ 2514992 h 3667932"/>
                <a:gd name="connsiteX18" fmla="*/ 1099932 w 8645579"/>
                <a:gd name="connsiteY18" fmla="*/ 1627096 h 3667932"/>
                <a:gd name="connsiteX19" fmla="*/ 2305879 w 8645579"/>
                <a:gd name="connsiteY19" fmla="*/ 36836 h 3667932"/>
                <a:gd name="connsiteX20" fmla="*/ 8123584 w 8645579"/>
                <a:gd name="connsiteY20" fmla="*/ 10331 h 3667932"/>
                <a:gd name="connsiteX21" fmla="*/ 8201567 w 8645579"/>
                <a:gd name="connsiteY21" fmla="*/ 513 h 3667932"/>
                <a:gd name="connsiteX22" fmla="*/ 3286541 w 8645579"/>
                <a:gd name="connsiteY22" fmla="*/ 310289 h 3667932"/>
                <a:gd name="connsiteX23" fmla="*/ 3286541 w 8645579"/>
                <a:gd name="connsiteY23" fmla="*/ 1633722 h 3667932"/>
                <a:gd name="connsiteX24" fmla="*/ 4850298 w 8645579"/>
                <a:gd name="connsiteY24" fmla="*/ 1633722 h 3667932"/>
                <a:gd name="connsiteX25" fmla="*/ 4850298 w 8645579"/>
                <a:gd name="connsiteY25" fmla="*/ 310289 h 3667932"/>
                <a:gd name="connsiteX26" fmla="*/ 3286541 w 8645579"/>
                <a:gd name="connsiteY26" fmla="*/ 310289 h 3667932"/>
                <a:gd name="connsiteX27" fmla="*/ 4996071 w 8645579"/>
                <a:gd name="connsiteY27" fmla="*/ 310289 h 3667932"/>
                <a:gd name="connsiteX28" fmla="*/ 4996071 w 8645579"/>
                <a:gd name="connsiteY28" fmla="*/ 1633722 h 3667932"/>
                <a:gd name="connsiteX29" fmla="*/ 6559828 w 8645579"/>
                <a:gd name="connsiteY29" fmla="*/ 1633722 h 3667932"/>
                <a:gd name="connsiteX30" fmla="*/ 6559828 w 8645579"/>
                <a:gd name="connsiteY30" fmla="*/ 310289 h 3667932"/>
                <a:gd name="connsiteX31" fmla="*/ 4996071 w 8645579"/>
                <a:gd name="connsiteY31" fmla="*/ 310289 h 3667932"/>
                <a:gd name="connsiteX32" fmla="*/ 6705601 w 8645579"/>
                <a:gd name="connsiteY32" fmla="*/ 310289 h 3667932"/>
                <a:gd name="connsiteX33" fmla="*/ 6705601 w 8645579"/>
                <a:gd name="connsiteY33" fmla="*/ 1633722 h 3667932"/>
                <a:gd name="connsiteX34" fmla="*/ 8269358 w 8645579"/>
                <a:gd name="connsiteY34" fmla="*/ 1633722 h 3667932"/>
                <a:gd name="connsiteX35" fmla="*/ 8269358 w 8645579"/>
                <a:gd name="connsiteY35" fmla="*/ 310289 h 3667932"/>
                <a:gd name="connsiteX36" fmla="*/ 6705601 w 8645579"/>
                <a:gd name="connsiteY36" fmla="*/ 310289 h 3667932"/>
                <a:gd name="connsiteX37" fmla="*/ 2542349 w 8645579"/>
                <a:gd name="connsiteY37" fmla="*/ 313396 h 3667932"/>
                <a:gd name="connsiteX38" fmla="*/ 1484246 w 8645579"/>
                <a:gd name="connsiteY38" fmla="*/ 1607218 h 3667932"/>
                <a:gd name="connsiteX39" fmla="*/ 2902228 w 8645579"/>
                <a:gd name="connsiteY39" fmla="*/ 1607218 h 3667932"/>
                <a:gd name="connsiteX40" fmla="*/ 2902228 w 8645579"/>
                <a:gd name="connsiteY40" fmla="*/ 341635 h 3667932"/>
                <a:gd name="connsiteX41" fmla="*/ 2542349 w 8645579"/>
                <a:gd name="connsiteY41" fmla="*/ 313396 h 3667932"/>
                <a:gd name="connsiteX0" fmla="*/ 8201567 w 8645579"/>
                <a:gd name="connsiteY0" fmla="*/ 513 h 3667932"/>
                <a:gd name="connsiteX1" fmla="*/ 8600661 w 8645579"/>
                <a:gd name="connsiteY1" fmla="*/ 3667932 h 3667932"/>
                <a:gd name="connsiteX2" fmla="*/ 7975757 w 8645579"/>
                <a:gd name="connsiteY2" fmla="*/ 3667932 h 3667932"/>
                <a:gd name="connsiteX3" fmla="*/ 7976082 w 8645579"/>
                <a:gd name="connsiteY3" fmla="*/ 3665800 h 3667932"/>
                <a:gd name="connsiteX4" fmla="*/ 7980019 w 8645579"/>
                <a:gd name="connsiteY4" fmla="*/ 3587833 h 3667932"/>
                <a:gd name="connsiteX5" fmla="*/ 7217467 w 8645579"/>
                <a:gd name="connsiteY5" fmla="*/ 2825281 h 3667932"/>
                <a:gd name="connsiteX6" fmla="*/ 6454915 w 8645579"/>
                <a:gd name="connsiteY6" fmla="*/ 3587833 h 3667932"/>
                <a:gd name="connsiteX7" fmla="*/ 6458852 w 8645579"/>
                <a:gd name="connsiteY7" fmla="*/ 3665800 h 3667932"/>
                <a:gd name="connsiteX8" fmla="*/ 6459177 w 8645579"/>
                <a:gd name="connsiteY8" fmla="*/ 3667932 h 3667932"/>
                <a:gd name="connsiteX9" fmla="*/ 2806856 w 8645579"/>
                <a:gd name="connsiteY9" fmla="*/ 3667932 h 3667932"/>
                <a:gd name="connsiteX10" fmla="*/ 2807182 w 8645579"/>
                <a:gd name="connsiteY10" fmla="*/ 3665800 h 3667932"/>
                <a:gd name="connsiteX11" fmla="*/ 2811119 w 8645579"/>
                <a:gd name="connsiteY11" fmla="*/ 3587833 h 3667932"/>
                <a:gd name="connsiteX12" fmla="*/ 2048567 w 8645579"/>
                <a:gd name="connsiteY12" fmla="*/ 2825281 h 3667932"/>
                <a:gd name="connsiteX13" fmla="*/ 1286015 w 8645579"/>
                <a:gd name="connsiteY13" fmla="*/ 3587833 h 3667932"/>
                <a:gd name="connsiteX14" fmla="*/ 1289952 w 8645579"/>
                <a:gd name="connsiteY14" fmla="*/ 3665800 h 3667932"/>
                <a:gd name="connsiteX15" fmla="*/ 1290277 w 8645579"/>
                <a:gd name="connsiteY15" fmla="*/ 3667932 h 3667932"/>
                <a:gd name="connsiteX16" fmla="*/ 26505 w 8645579"/>
                <a:gd name="connsiteY16" fmla="*/ 3667932 h 3667932"/>
                <a:gd name="connsiteX17" fmla="*/ 0 w 8645579"/>
                <a:gd name="connsiteY17" fmla="*/ 2514992 h 3667932"/>
                <a:gd name="connsiteX18" fmla="*/ 1099932 w 8645579"/>
                <a:gd name="connsiteY18" fmla="*/ 1627096 h 3667932"/>
                <a:gd name="connsiteX19" fmla="*/ 2305879 w 8645579"/>
                <a:gd name="connsiteY19" fmla="*/ 36836 h 3667932"/>
                <a:gd name="connsiteX20" fmla="*/ 8123584 w 8645579"/>
                <a:gd name="connsiteY20" fmla="*/ 10331 h 3667932"/>
                <a:gd name="connsiteX21" fmla="*/ 8201567 w 8645579"/>
                <a:gd name="connsiteY21" fmla="*/ 513 h 3667932"/>
                <a:gd name="connsiteX22" fmla="*/ 3286541 w 8645579"/>
                <a:gd name="connsiteY22" fmla="*/ 310289 h 3667932"/>
                <a:gd name="connsiteX23" fmla="*/ 3286541 w 8645579"/>
                <a:gd name="connsiteY23" fmla="*/ 1633722 h 3667932"/>
                <a:gd name="connsiteX24" fmla="*/ 4850298 w 8645579"/>
                <a:gd name="connsiteY24" fmla="*/ 1633722 h 3667932"/>
                <a:gd name="connsiteX25" fmla="*/ 4850298 w 8645579"/>
                <a:gd name="connsiteY25" fmla="*/ 310289 h 3667932"/>
                <a:gd name="connsiteX26" fmla="*/ 3286541 w 8645579"/>
                <a:gd name="connsiteY26" fmla="*/ 310289 h 3667932"/>
                <a:gd name="connsiteX27" fmla="*/ 4996071 w 8645579"/>
                <a:gd name="connsiteY27" fmla="*/ 310289 h 3667932"/>
                <a:gd name="connsiteX28" fmla="*/ 4996071 w 8645579"/>
                <a:gd name="connsiteY28" fmla="*/ 1633722 h 3667932"/>
                <a:gd name="connsiteX29" fmla="*/ 6559828 w 8645579"/>
                <a:gd name="connsiteY29" fmla="*/ 1633722 h 3667932"/>
                <a:gd name="connsiteX30" fmla="*/ 6559828 w 8645579"/>
                <a:gd name="connsiteY30" fmla="*/ 310289 h 3667932"/>
                <a:gd name="connsiteX31" fmla="*/ 4996071 w 8645579"/>
                <a:gd name="connsiteY31" fmla="*/ 310289 h 3667932"/>
                <a:gd name="connsiteX32" fmla="*/ 6705601 w 8645579"/>
                <a:gd name="connsiteY32" fmla="*/ 310289 h 3667932"/>
                <a:gd name="connsiteX33" fmla="*/ 6705601 w 8645579"/>
                <a:gd name="connsiteY33" fmla="*/ 1633722 h 3667932"/>
                <a:gd name="connsiteX34" fmla="*/ 8269358 w 8645579"/>
                <a:gd name="connsiteY34" fmla="*/ 1633722 h 3667932"/>
                <a:gd name="connsiteX35" fmla="*/ 8269358 w 8645579"/>
                <a:gd name="connsiteY35" fmla="*/ 310289 h 3667932"/>
                <a:gd name="connsiteX36" fmla="*/ 6705601 w 8645579"/>
                <a:gd name="connsiteY36" fmla="*/ 310289 h 3667932"/>
                <a:gd name="connsiteX37" fmla="*/ 2542349 w 8645579"/>
                <a:gd name="connsiteY37" fmla="*/ 313396 h 3667932"/>
                <a:gd name="connsiteX38" fmla="*/ 1484246 w 8645579"/>
                <a:gd name="connsiteY38" fmla="*/ 1607218 h 3667932"/>
                <a:gd name="connsiteX39" fmla="*/ 2902228 w 8645579"/>
                <a:gd name="connsiteY39" fmla="*/ 1607218 h 3667932"/>
                <a:gd name="connsiteX40" fmla="*/ 2902228 w 8645579"/>
                <a:gd name="connsiteY40" fmla="*/ 341635 h 3667932"/>
                <a:gd name="connsiteX41" fmla="*/ 2542349 w 8645579"/>
                <a:gd name="connsiteY41" fmla="*/ 313396 h 3667932"/>
                <a:gd name="connsiteX0" fmla="*/ 8201567 w 8650618"/>
                <a:gd name="connsiteY0" fmla="*/ 0 h 3667419"/>
                <a:gd name="connsiteX1" fmla="*/ 8600661 w 8650618"/>
                <a:gd name="connsiteY1" fmla="*/ 3667419 h 3667419"/>
                <a:gd name="connsiteX2" fmla="*/ 7975757 w 8650618"/>
                <a:gd name="connsiteY2" fmla="*/ 3667419 h 3667419"/>
                <a:gd name="connsiteX3" fmla="*/ 7976082 w 8650618"/>
                <a:gd name="connsiteY3" fmla="*/ 3665287 h 3667419"/>
                <a:gd name="connsiteX4" fmla="*/ 7980019 w 8650618"/>
                <a:gd name="connsiteY4" fmla="*/ 3587320 h 3667419"/>
                <a:gd name="connsiteX5" fmla="*/ 7217467 w 8650618"/>
                <a:gd name="connsiteY5" fmla="*/ 2824768 h 3667419"/>
                <a:gd name="connsiteX6" fmla="*/ 6454915 w 8650618"/>
                <a:gd name="connsiteY6" fmla="*/ 3587320 h 3667419"/>
                <a:gd name="connsiteX7" fmla="*/ 6458852 w 8650618"/>
                <a:gd name="connsiteY7" fmla="*/ 3665287 h 3667419"/>
                <a:gd name="connsiteX8" fmla="*/ 6459177 w 8650618"/>
                <a:gd name="connsiteY8" fmla="*/ 3667419 h 3667419"/>
                <a:gd name="connsiteX9" fmla="*/ 2806856 w 8650618"/>
                <a:gd name="connsiteY9" fmla="*/ 3667419 h 3667419"/>
                <a:gd name="connsiteX10" fmla="*/ 2807182 w 8650618"/>
                <a:gd name="connsiteY10" fmla="*/ 3665287 h 3667419"/>
                <a:gd name="connsiteX11" fmla="*/ 2811119 w 8650618"/>
                <a:gd name="connsiteY11" fmla="*/ 3587320 h 3667419"/>
                <a:gd name="connsiteX12" fmla="*/ 2048567 w 8650618"/>
                <a:gd name="connsiteY12" fmla="*/ 2824768 h 3667419"/>
                <a:gd name="connsiteX13" fmla="*/ 1286015 w 8650618"/>
                <a:gd name="connsiteY13" fmla="*/ 3587320 h 3667419"/>
                <a:gd name="connsiteX14" fmla="*/ 1289952 w 8650618"/>
                <a:gd name="connsiteY14" fmla="*/ 3665287 h 3667419"/>
                <a:gd name="connsiteX15" fmla="*/ 1290277 w 8650618"/>
                <a:gd name="connsiteY15" fmla="*/ 3667419 h 3667419"/>
                <a:gd name="connsiteX16" fmla="*/ 26505 w 8650618"/>
                <a:gd name="connsiteY16" fmla="*/ 3667419 h 3667419"/>
                <a:gd name="connsiteX17" fmla="*/ 0 w 8650618"/>
                <a:gd name="connsiteY17" fmla="*/ 2514479 h 3667419"/>
                <a:gd name="connsiteX18" fmla="*/ 1099932 w 8650618"/>
                <a:gd name="connsiteY18" fmla="*/ 1626583 h 3667419"/>
                <a:gd name="connsiteX19" fmla="*/ 2305879 w 8650618"/>
                <a:gd name="connsiteY19" fmla="*/ 36323 h 3667419"/>
                <a:gd name="connsiteX20" fmla="*/ 8123584 w 8650618"/>
                <a:gd name="connsiteY20" fmla="*/ 9818 h 3667419"/>
                <a:gd name="connsiteX21" fmla="*/ 8201567 w 8650618"/>
                <a:gd name="connsiteY21" fmla="*/ 0 h 3667419"/>
                <a:gd name="connsiteX22" fmla="*/ 3286541 w 8650618"/>
                <a:gd name="connsiteY22" fmla="*/ 309776 h 3667419"/>
                <a:gd name="connsiteX23" fmla="*/ 3286541 w 8650618"/>
                <a:gd name="connsiteY23" fmla="*/ 1633209 h 3667419"/>
                <a:gd name="connsiteX24" fmla="*/ 4850298 w 8650618"/>
                <a:gd name="connsiteY24" fmla="*/ 1633209 h 3667419"/>
                <a:gd name="connsiteX25" fmla="*/ 4850298 w 8650618"/>
                <a:gd name="connsiteY25" fmla="*/ 309776 h 3667419"/>
                <a:gd name="connsiteX26" fmla="*/ 3286541 w 8650618"/>
                <a:gd name="connsiteY26" fmla="*/ 309776 h 3667419"/>
                <a:gd name="connsiteX27" fmla="*/ 4996071 w 8650618"/>
                <a:gd name="connsiteY27" fmla="*/ 309776 h 3667419"/>
                <a:gd name="connsiteX28" fmla="*/ 4996071 w 8650618"/>
                <a:gd name="connsiteY28" fmla="*/ 1633209 h 3667419"/>
                <a:gd name="connsiteX29" fmla="*/ 6559828 w 8650618"/>
                <a:gd name="connsiteY29" fmla="*/ 1633209 h 3667419"/>
                <a:gd name="connsiteX30" fmla="*/ 6559828 w 8650618"/>
                <a:gd name="connsiteY30" fmla="*/ 309776 h 3667419"/>
                <a:gd name="connsiteX31" fmla="*/ 4996071 w 8650618"/>
                <a:gd name="connsiteY31" fmla="*/ 309776 h 3667419"/>
                <a:gd name="connsiteX32" fmla="*/ 6705601 w 8650618"/>
                <a:gd name="connsiteY32" fmla="*/ 309776 h 3667419"/>
                <a:gd name="connsiteX33" fmla="*/ 6705601 w 8650618"/>
                <a:gd name="connsiteY33" fmla="*/ 1633209 h 3667419"/>
                <a:gd name="connsiteX34" fmla="*/ 8269358 w 8650618"/>
                <a:gd name="connsiteY34" fmla="*/ 1633209 h 3667419"/>
                <a:gd name="connsiteX35" fmla="*/ 8269358 w 8650618"/>
                <a:gd name="connsiteY35" fmla="*/ 309776 h 3667419"/>
                <a:gd name="connsiteX36" fmla="*/ 6705601 w 8650618"/>
                <a:gd name="connsiteY36" fmla="*/ 309776 h 3667419"/>
                <a:gd name="connsiteX37" fmla="*/ 2542349 w 8650618"/>
                <a:gd name="connsiteY37" fmla="*/ 312883 h 3667419"/>
                <a:gd name="connsiteX38" fmla="*/ 1484246 w 8650618"/>
                <a:gd name="connsiteY38" fmla="*/ 1606705 h 3667419"/>
                <a:gd name="connsiteX39" fmla="*/ 2902228 w 8650618"/>
                <a:gd name="connsiteY39" fmla="*/ 1606705 h 3667419"/>
                <a:gd name="connsiteX40" fmla="*/ 2902228 w 8650618"/>
                <a:gd name="connsiteY40" fmla="*/ 341122 h 3667419"/>
                <a:gd name="connsiteX41" fmla="*/ 2542349 w 8650618"/>
                <a:gd name="connsiteY41" fmla="*/ 312883 h 3667419"/>
                <a:gd name="connsiteX0" fmla="*/ 8201567 w 8731992"/>
                <a:gd name="connsiteY0" fmla="*/ 0 h 3667419"/>
                <a:gd name="connsiteX1" fmla="*/ 8600661 w 8731992"/>
                <a:gd name="connsiteY1" fmla="*/ 3667419 h 3667419"/>
                <a:gd name="connsiteX2" fmla="*/ 7975757 w 8731992"/>
                <a:gd name="connsiteY2" fmla="*/ 3667419 h 3667419"/>
                <a:gd name="connsiteX3" fmla="*/ 7976082 w 8731992"/>
                <a:gd name="connsiteY3" fmla="*/ 3665287 h 3667419"/>
                <a:gd name="connsiteX4" fmla="*/ 7980019 w 8731992"/>
                <a:gd name="connsiteY4" fmla="*/ 3587320 h 3667419"/>
                <a:gd name="connsiteX5" fmla="*/ 7217467 w 8731992"/>
                <a:gd name="connsiteY5" fmla="*/ 2824768 h 3667419"/>
                <a:gd name="connsiteX6" fmla="*/ 6454915 w 8731992"/>
                <a:gd name="connsiteY6" fmla="*/ 3587320 h 3667419"/>
                <a:gd name="connsiteX7" fmla="*/ 6458852 w 8731992"/>
                <a:gd name="connsiteY7" fmla="*/ 3665287 h 3667419"/>
                <a:gd name="connsiteX8" fmla="*/ 6459177 w 8731992"/>
                <a:gd name="connsiteY8" fmla="*/ 3667419 h 3667419"/>
                <a:gd name="connsiteX9" fmla="*/ 2806856 w 8731992"/>
                <a:gd name="connsiteY9" fmla="*/ 3667419 h 3667419"/>
                <a:gd name="connsiteX10" fmla="*/ 2807182 w 8731992"/>
                <a:gd name="connsiteY10" fmla="*/ 3665287 h 3667419"/>
                <a:gd name="connsiteX11" fmla="*/ 2811119 w 8731992"/>
                <a:gd name="connsiteY11" fmla="*/ 3587320 h 3667419"/>
                <a:gd name="connsiteX12" fmla="*/ 2048567 w 8731992"/>
                <a:gd name="connsiteY12" fmla="*/ 2824768 h 3667419"/>
                <a:gd name="connsiteX13" fmla="*/ 1286015 w 8731992"/>
                <a:gd name="connsiteY13" fmla="*/ 3587320 h 3667419"/>
                <a:gd name="connsiteX14" fmla="*/ 1289952 w 8731992"/>
                <a:gd name="connsiteY14" fmla="*/ 3665287 h 3667419"/>
                <a:gd name="connsiteX15" fmla="*/ 1290277 w 8731992"/>
                <a:gd name="connsiteY15" fmla="*/ 3667419 h 3667419"/>
                <a:gd name="connsiteX16" fmla="*/ 26505 w 8731992"/>
                <a:gd name="connsiteY16" fmla="*/ 3667419 h 3667419"/>
                <a:gd name="connsiteX17" fmla="*/ 0 w 8731992"/>
                <a:gd name="connsiteY17" fmla="*/ 2514479 h 3667419"/>
                <a:gd name="connsiteX18" fmla="*/ 1099932 w 8731992"/>
                <a:gd name="connsiteY18" fmla="*/ 1626583 h 3667419"/>
                <a:gd name="connsiteX19" fmla="*/ 2305879 w 8731992"/>
                <a:gd name="connsiteY19" fmla="*/ 36323 h 3667419"/>
                <a:gd name="connsiteX20" fmla="*/ 8123584 w 8731992"/>
                <a:gd name="connsiteY20" fmla="*/ 9818 h 3667419"/>
                <a:gd name="connsiteX21" fmla="*/ 8201567 w 8731992"/>
                <a:gd name="connsiteY21" fmla="*/ 0 h 3667419"/>
                <a:gd name="connsiteX22" fmla="*/ 3286541 w 8731992"/>
                <a:gd name="connsiteY22" fmla="*/ 309776 h 3667419"/>
                <a:gd name="connsiteX23" fmla="*/ 3286541 w 8731992"/>
                <a:gd name="connsiteY23" fmla="*/ 1633209 h 3667419"/>
                <a:gd name="connsiteX24" fmla="*/ 4850298 w 8731992"/>
                <a:gd name="connsiteY24" fmla="*/ 1633209 h 3667419"/>
                <a:gd name="connsiteX25" fmla="*/ 4850298 w 8731992"/>
                <a:gd name="connsiteY25" fmla="*/ 309776 h 3667419"/>
                <a:gd name="connsiteX26" fmla="*/ 3286541 w 8731992"/>
                <a:gd name="connsiteY26" fmla="*/ 309776 h 3667419"/>
                <a:gd name="connsiteX27" fmla="*/ 4996071 w 8731992"/>
                <a:gd name="connsiteY27" fmla="*/ 309776 h 3667419"/>
                <a:gd name="connsiteX28" fmla="*/ 4996071 w 8731992"/>
                <a:gd name="connsiteY28" fmla="*/ 1633209 h 3667419"/>
                <a:gd name="connsiteX29" fmla="*/ 6559828 w 8731992"/>
                <a:gd name="connsiteY29" fmla="*/ 1633209 h 3667419"/>
                <a:gd name="connsiteX30" fmla="*/ 6559828 w 8731992"/>
                <a:gd name="connsiteY30" fmla="*/ 309776 h 3667419"/>
                <a:gd name="connsiteX31" fmla="*/ 4996071 w 8731992"/>
                <a:gd name="connsiteY31" fmla="*/ 309776 h 3667419"/>
                <a:gd name="connsiteX32" fmla="*/ 6705601 w 8731992"/>
                <a:gd name="connsiteY32" fmla="*/ 309776 h 3667419"/>
                <a:gd name="connsiteX33" fmla="*/ 6705601 w 8731992"/>
                <a:gd name="connsiteY33" fmla="*/ 1633209 h 3667419"/>
                <a:gd name="connsiteX34" fmla="*/ 8269358 w 8731992"/>
                <a:gd name="connsiteY34" fmla="*/ 1633209 h 3667419"/>
                <a:gd name="connsiteX35" fmla="*/ 8269358 w 8731992"/>
                <a:gd name="connsiteY35" fmla="*/ 309776 h 3667419"/>
                <a:gd name="connsiteX36" fmla="*/ 6705601 w 8731992"/>
                <a:gd name="connsiteY36" fmla="*/ 309776 h 3667419"/>
                <a:gd name="connsiteX37" fmla="*/ 2542349 w 8731992"/>
                <a:gd name="connsiteY37" fmla="*/ 312883 h 3667419"/>
                <a:gd name="connsiteX38" fmla="*/ 1484246 w 8731992"/>
                <a:gd name="connsiteY38" fmla="*/ 1606705 h 3667419"/>
                <a:gd name="connsiteX39" fmla="*/ 2902228 w 8731992"/>
                <a:gd name="connsiteY39" fmla="*/ 1606705 h 3667419"/>
                <a:gd name="connsiteX40" fmla="*/ 2902228 w 8731992"/>
                <a:gd name="connsiteY40" fmla="*/ 341122 h 3667419"/>
                <a:gd name="connsiteX41" fmla="*/ 2542349 w 8731992"/>
                <a:gd name="connsiteY41" fmla="*/ 312883 h 3667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8731992" h="3667419">
                  <a:moveTo>
                    <a:pt x="8201567" y="0"/>
                  </a:moveTo>
                  <a:cubicBezTo>
                    <a:pt x="8979247" y="153741"/>
                    <a:pt x="8701019" y="3559608"/>
                    <a:pt x="8600661" y="3667419"/>
                  </a:cubicBezTo>
                  <a:lnTo>
                    <a:pt x="7975757" y="3667419"/>
                  </a:lnTo>
                  <a:cubicBezTo>
                    <a:pt x="7975865" y="3666708"/>
                    <a:pt x="7975974" y="3665998"/>
                    <a:pt x="7976082" y="3665287"/>
                  </a:cubicBezTo>
                  <a:cubicBezTo>
                    <a:pt x="7978685" y="3639652"/>
                    <a:pt x="7980019" y="3613642"/>
                    <a:pt x="7980019" y="3587320"/>
                  </a:cubicBezTo>
                  <a:cubicBezTo>
                    <a:pt x="7980019" y="3166174"/>
                    <a:pt x="7638613" y="2824768"/>
                    <a:pt x="7217467" y="2824768"/>
                  </a:cubicBezTo>
                  <a:cubicBezTo>
                    <a:pt x="6796321" y="2824768"/>
                    <a:pt x="6454915" y="3166174"/>
                    <a:pt x="6454915" y="3587320"/>
                  </a:cubicBezTo>
                  <a:cubicBezTo>
                    <a:pt x="6454915" y="3613642"/>
                    <a:pt x="6456248" y="3639652"/>
                    <a:pt x="6458852" y="3665287"/>
                  </a:cubicBezTo>
                  <a:cubicBezTo>
                    <a:pt x="6458960" y="3665998"/>
                    <a:pt x="6459069" y="3666708"/>
                    <a:pt x="6459177" y="3667419"/>
                  </a:cubicBezTo>
                  <a:lnTo>
                    <a:pt x="2806856" y="3667419"/>
                  </a:lnTo>
                  <a:cubicBezTo>
                    <a:pt x="2806965" y="3666708"/>
                    <a:pt x="2807073" y="3665998"/>
                    <a:pt x="2807182" y="3665287"/>
                  </a:cubicBezTo>
                  <a:cubicBezTo>
                    <a:pt x="2809785" y="3639652"/>
                    <a:pt x="2811119" y="3613642"/>
                    <a:pt x="2811119" y="3587320"/>
                  </a:cubicBezTo>
                  <a:cubicBezTo>
                    <a:pt x="2811119" y="3166174"/>
                    <a:pt x="2469713" y="2824768"/>
                    <a:pt x="2048567" y="2824768"/>
                  </a:cubicBezTo>
                  <a:cubicBezTo>
                    <a:pt x="1627421" y="2824768"/>
                    <a:pt x="1286015" y="3166174"/>
                    <a:pt x="1286015" y="3587320"/>
                  </a:cubicBezTo>
                  <a:cubicBezTo>
                    <a:pt x="1286015" y="3613642"/>
                    <a:pt x="1287348" y="3639652"/>
                    <a:pt x="1289952" y="3665287"/>
                  </a:cubicBezTo>
                  <a:cubicBezTo>
                    <a:pt x="1290060" y="3665998"/>
                    <a:pt x="1290169" y="3666708"/>
                    <a:pt x="1290277" y="3667419"/>
                  </a:cubicBezTo>
                  <a:lnTo>
                    <a:pt x="26505" y="3667419"/>
                  </a:lnTo>
                  <a:cubicBezTo>
                    <a:pt x="22087" y="3283106"/>
                    <a:pt x="4418" y="2898792"/>
                    <a:pt x="0" y="2514479"/>
                  </a:cubicBezTo>
                  <a:cubicBezTo>
                    <a:pt x="13252" y="2280358"/>
                    <a:pt x="542237" y="1695052"/>
                    <a:pt x="1099932" y="1626583"/>
                  </a:cubicBezTo>
                  <a:cubicBezTo>
                    <a:pt x="1342888" y="1162757"/>
                    <a:pt x="1745423" y="93749"/>
                    <a:pt x="2305879" y="36323"/>
                  </a:cubicBezTo>
                  <a:cubicBezTo>
                    <a:pt x="4245114" y="-10612"/>
                    <a:pt x="6184349" y="18653"/>
                    <a:pt x="8123584" y="9818"/>
                  </a:cubicBezTo>
                  <a:cubicBezTo>
                    <a:pt x="8150917" y="4434"/>
                    <a:pt x="8176890" y="1186"/>
                    <a:pt x="8201567" y="0"/>
                  </a:cubicBezTo>
                  <a:close/>
                  <a:moveTo>
                    <a:pt x="3286541" y="309776"/>
                  </a:moveTo>
                  <a:lnTo>
                    <a:pt x="3286541" y="1633209"/>
                  </a:lnTo>
                  <a:lnTo>
                    <a:pt x="4850298" y="1633209"/>
                  </a:lnTo>
                  <a:lnTo>
                    <a:pt x="4850298" y="309776"/>
                  </a:lnTo>
                  <a:lnTo>
                    <a:pt x="3286541" y="309776"/>
                  </a:lnTo>
                  <a:close/>
                  <a:moveTo>
                    <a:pt x="4996071" y="309776"/>
                  </a:moveTo>
                  <a:lnTo>
                    <a:pt x="4996071" y="1633209"/>
                  </a:lnTo>
                  <a:lnTo>
                    <a:pt x="6559828" y="1633209"/>
                  </a:lnTo>
                  <a:lnTo>
                    <a:pt x="6559828" y="309776"/>
                  </a:lnTo>
                  <a:lnTo>
                    <a:pt x="4996071" y="309776"/>
                  </a:lnTo>
                  <a:close/>
                  <a:moveTo>
                    <a:pt x="6705601" y="309776"/>
                  </a:moveTo>
                  <a:lnTo>
                    <a:pt x="6705601" y="1633209"/>
                  </a:lnTo>
                  <a:lnTo>
                    <a:pt x="8269358" y="1633209"/>
                  </a:lnTo>
                  <a:lnTo>
                    <a:pt x="8269358" y="309776"/>
                  </a:lnTo>
                  <a:lnTo>
                    <a:pt x="6705601" y="309776"/>
                  </a:lnTo>
                  <a:close/>
                  <a:moveTo>
                    <a:pt x="2542349" y="312883"/>
                  </a:moveTo>
                  <a:cubicBezTo>
                    <a:pt x="1824385" y="371284"/>
                    <a:pt x="1897824" y="1237576"/>
                    <a:pt x="1484246" y="1606705"/>
                  </a:cubicBezTo>
                  <a:lnTo>
                    <a:pt x="2902228" y="1606705"/>
                  </a:lnTo>
                  <a:lnTo>
                    <a:pt x="2902228" y="341122"/>
                  </a:lnTo>
                  <a:cubicBezTo>
                    <a:pt x="2763632" y="312685"/>
                    <a:pt x="2644915" y="304540"/>
                    <a:pt x="2542349" y="312883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8759C4A-E7BF-54D9-B3CF-269BE1DD3674}"/>
                </a:ext>
              </a:extLst>
            </p:cNvPr>
            <p:cNvSpPr/>
            <p:nvPr/>
          </p:nvSpPr>
          <p:spPr>
            <a:xfrm>
              <a:off x="8375373" y="4176805"/>
              <a:ext cx="1525104" cy="1525104"/>
            </a:xfrm>
            <a:custGeom>
              <a:avLst/>
              <a:gdLst>
                <a:gd name="connsiteX0" fmla="*/ 762552 w 1525104"/>
                <a:gd name="connsiteY0" fmla="*/ 0 h 1525104"/>
                <a:gd name="connsiteX1" fmla="*/ 1525104 w 1525104"/>
                <a:gd name="connsiteY1" fmla="*/ 762552 h 1525104"/>
                <a:gd name="connsiteX2" fmla="*/ 762552 w 1525104"/>
                <a:gd name="connsiteY2" fmla="*/ 1525104 h 1525104"/>
                <a:gd name="connsiteX3" fmla="*/ 0 w 1525104"/>
                <a:gd name="connsiteY3" fmla="*/ 762552 h 1525104"/>
                <a:gd name="connsiteX4" fmla="*/ 762552 w 1525104"/>
                <a:gd name="connsiteY4" fmla="*/ 0 h 1525104"/>
                <a:gd name="connsiteX5" fmla="*/ 757307 w 1525104"/>
                <a:gd name="connsiteY5" fmla="*/ 390388 h 1525104"/>
                <a:gd name="connsiteX6" fmla="*/ 376031 w 1525104"/>
                <a:gd name="connsiteY6" fmla="*/ 771664 h 1525104"/>
                <a:gd name="connsiteX7" fmla="*/ 757307 w 1525104"/>
                <a:gd name="connsiteY7" fmla="*/ 1152940 h 1525104"/>
                <a:gd name="connsiteX8" fmla="*/ 1138583 w 1525104"/>
                <a:gd name="connsiteY8" fmla="*/ 771664 h 1525104"/>
                <a:gd name="connsiteX9" fmla="*/ 757307 w 1525104"/>
                <a:gd name="connsiteY9" fmla="*/ 390388 h 152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25104" h="1525104">
                  <a:moveTo>
                    <a:pt x="762552" y="0"/>
                  </a:moveTo>
                  <a:cubicBezTo>
                    <a:pt x="1183698" y="0"/>
                    <a:pt x="1525104" y="341406"/>
                    <a:pt x="1525104" y="762552"/>
                  </a:cubicBezTo>
                  <a:cubicBezTo>
                    <a:pt x="1525104" y="1183698"/>
                    <a:pt x="1183698" y="1525104"/>
                    <a:pt x="762552" y="1525104"/>
                  </a:cubicBezTo>
                  <a:cubicBezTo>
                    <a:pt x="341406" y="1525104"/>
                    <a:pt x="0" y="1183698"/>
                    <a:pt x="0" y="762552"/>
                  </a:cubicBezTo>
                  <a:cubicBezTo>
                    <a:pt x="0" y="341406"/>
                    <a:pt x="341406" y="0"/>
                    <a:pt x="762552" y="0"/>
                  </a:cubicBezTo>
                  <a:close/>
                  <a:moveTo>
                    <a:pt x="757307" y="390388"/>
                  </a:moveTo>
                  <a:cubicBezTo>
                    <a:pt x="546734" y="390388"/>
                    <a:pt x="376031" y="561091"/>
                    <a:pt x="376031" y="771664"/>
                  </a:cubicBezTo>
                  <a:cubicBezTo>
                    <a:pt x="376031" y="982237"/>
                    <a:pt x="546734" y="1152940"/>
                    <a:pt x="757307" y="1152940"/>
                  </a:cubicBezTo>
                  <a:cubicBezTo>
                    <a:pt x="967880" y="1152940"/>
                    <a:pt x="1138583" y="982237"/>
                    <a:pt x="1138583" y="771664"/>
                  </a:cubicBezTo>
                  <a:cubicBezTo>
                    <a:pt x="1138583" y="561091"/>
                    <a:pt x="967880" y="390388"/>
                    <a:pt x="757307" y="390388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D24DDEA-0968-1420-A714-E281EF8BE167}"/>
                </a:ext>
              </a:extLst>
            </p:cNvPr>
            <p:cNvCxnSpPr>
              <a:cxnSpLocks/>
              <a:stCxn id="39" idx="6"/>
              <a:endCxn id="39" idx="8"/>
            </p:cNvCxnSpPr>
            <p:nvPr/>
          </p:nvCxnSpPr>
          <p:spPr>
            <a:xfrm>
              <a:off x="3569804" y="4948469"/>
              <a:ext cx="762552" cy="0"/>
            </a:xfrm>
            <a:prstGeom prst="lin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47F0A7F-A9B9-83E5-29B8-8B75F60D7974}"/>
                </a:ext>
              </a:extLst>
            </p:cNvPr>
            <p:cNvCxnSpPr>
              <a:cxnSpLocks/>
              <a:stCxn id="39" idx="5"/>
              <a:endCxn id="39" idx="7"/>
            </p:cNvCxnSpPr>
            <p:nvPr/>
          </p:nvCxnSpPr>
          <p:spPr>
            <a:xfrm>
              <a:off x="3951080" y="4567193"/>
              <a:ext cx="0" cy="762552"/>
            </a:xfrm>
            <a:prstGeom prst="lin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DC83412-3772-20FA-E0CB-5A622CA383EB}"/>
                </a:ext>
              </a:extLst>
            </p:cNvPr>
            <p:cNvCxnSpPr>
              <a:stCxn id="41" idx="6"/>
              <a:endCxn id="41" idx="8"/>
            </p:cNvCxnSpPr>
            <p:nvPr/>
          </p:nvCxnSpPr>
          <p:spPr>
            <a:xfrm>
              <a:off x="8751404" y="4948469"/>
              <a:ext cx="762552" cy="0"/>
            </a:xfrm>
            <a:prstGeom prst="lin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F7F11C6-5944-BB56-EE26-6F04E743A9BA}"/>
                </a:ext>
              </a:extLst>
            </p:cNvPr>
            <p:cNvCxnSpPr>
              <a:stCxn id="41" idx="5"/>
              <a:endCxn id="41" idx="7"/>
            </p:cNvCxnSpPr>
            <p:nvPr/>
          </p:nvCxnSpPr>
          <p:spPr>
            <a:xfrm>
              <a:off x="9132680" y="4567193"/>
              <a:ext cx="0" cy="762552"/>
            </a:xfrm>
            <a:prstGeom prst="lin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42C38AA-DEE1-05DC-1AF0-D69AEBCC20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1562" y="3806574"/>
              <a:ext cx="8731993" cy="30785"/>
            </a:xfrm>
            <a:prstGeom prst="lin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42B00B8-3A18-C8B4-00B7-65B54DD338A8}"/>
                </a:ext>
              </a:extLst>
            </p:cNvPr>
            <p:cNvSpPr/>
            <p:nvPr/>
          </p:nvSpPr>
          <p:spPr>
            <a:xfrm>
              <a:off x="1921562" y="3843531"/>
              <a:ext cx="491437" cy="267805"/>
            </a:xfrm>
            <a:prstGeom prst="rect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DC40CF0-77D0-C44C-1141-6A8FC29D8FBE}"/>
                </a:ext>
              </a:extLst>
            </p:cNvPr>
            <p:cNvCxnSpPr>
              <a:stCxn id="37" idx="6"/>
              <a:endCxn id="37" idx="8"/>
            </p:cNvCxnSpPr>
            <p:nvPr/>
          </p:nvCxnSpPr>
          <p:spPr>
            <a:xfrm>
              <a:off x="3685982" y="2745490"/>
              <a:ext cx="107950" cy="0"/>
            </a:xfrm>
            <a:prstGeom prst="lin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EBDE10A-B2FA-259D-197F-CC585AACE988}"/>
                </a:ext>
              </a:extLst>
            </p:cNvPr>
            <p:cNvCxnSpPr>
              <a:stCxn id="37" idx="5"/>
              <a:endCxn id="37" idx="7"/>
            </p:cNvCxnSpPr>
            <p:nvPr/>
          </p:nvCxnSpPr>
          <p:spPr>
            <a:xfrm>
              <a:off x="3739957" y="2585083"/>
              <a:ext cx="0" cy="320814"/>
            </a:xfrm>
            <a:prstGeom prst="lin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949760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60425F3-D71A-0FB3-8E71-D7F9C3156643}"/>
              </a:ext>
            </a:extLst>
          </p:cNvPr>
          <p:cNvGrpSpPr/>
          <p:nvPr/>
        </p:nvGrpSpPr>
        <p:grpSpPr>
          <a:xfrm>
            <a:off x="246102" y="2123269"/>
            <a:ext cx="9566195" cy="4545640"/>
            <a:chOff x="315374" y="1798817"/>
            <a:chExt cx="5780626" cy="274682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B058BEE-43CA-83DD-2C34-C08F9D0235AF}"/>
                </a:ext>
              </a:extLst>
            </p:cNvPr>
            <p:cNvGrpSpPr/>
            <p:nvPr/>
          </p:nvGrpSpPr>
          <p:grpSpPr>
            <a:xfrm>
              <a:off x="315374" y="1798817"/>
              <a:ext cx="5780626" cy="2746823"/>
              <a:chOff x="1842448" y="1310184"/>
              <a:chExt cx="7233313" cy="3437107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8E6F74C5-BC0A-3EBD-EDD2-168B5BE7154F}"/>
                  </a:ext>
                </a:extLst>
              </p:cNvPr>
              <p:cNvSpPr/>
              <p:nvPr/>
            </p:nvSpPr>
            <p:spPr>
              <a:xfrm>
                <a:off x="2538485" y="1559553"/>
                <a:ext cx="914398" cy="2562071"/>
              </a:xfrm>
              <a:custGeom>
                <a:avLst/>
                <a:gdLst>
                  <a:gd name="connsiteX0" fmla="*/ 152403 w 914398"/>
                  <a:gd name="connsiteY0" fmla="*/ 0 h 2562071"/>
                  <a:gd name="connsiteX1" fmla="*/ 761995 w 914398"/>
                  <a:gd name="connsiteY1" fmla="*/ 0 h 2562071"/>
                  <a:gd name="connsiteX2" fmla="*/ 914398 w 914398"/>
                  <a:gd name="connsiteY2" fmla="*/ 152403 h 2562071"/>
                  <a:gd name="connsiteX3" fmla="*/ 914398 w 914398"/>
                  <a:gd name="connsiteY3" fmla="*/ 2409668 h 2562071"/>
                  <a:gd name="connsiteX4" fmla="*/ 761995 w 914398"/>
                  <a:gd name="connsiteY4" fmla="*/ 2562071 h 2562071"/>
                  <a:gd name="connsiteX5" fmla="*/ 152403 w 914398"/>
                  <a:gd name="connsiteY5" fmla="*/ 2562071 h 2562071"/>
                  <a:gd name="connsiteX6" fmla="*/ 0 w 914398"/>
                  <a:gd name="connsiteY6" fmla="*/ 2409668 h 2562071"/>
                  <a:gd name="connsiteX7" fmla="*/ 0 w 914398"/>
                  <a:gd name="connsiteY7" fmla="*/ 152403 h 2562071"/>
                  <a:gd name="connsiteX8" fmla="*/ 152403 w 914398"/>
                  <a:gd name="connsiteY8" fmla="*/ 0 h 2562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14398" h="2562071">
                    <a:moveTo>
                      <a:pt x="152403" y="0"/>
                    </a:moveTo>
                    <a:lnTo>
                      <a:pt x="761995" y="0"/>
                    </a:lnTo>
                    <a:cubicBezTo>
                      <a:pt x="846165" y="0"/>
                      <a:pt x="914398" y="68233"/>
                      <a:pt x="914398" y="152403"/>
                    </a:cubicBezTo>
                    <a:lnTo>
                      <a:pt x="914398" y="2409668"/>
                    </a:lnTo>
                    <a:cubicBezTo>
                      <a:pt x="914398" y="2493838"/>
                      <a:pt x="846165" y="2562071"/>
                      <a:pt x="761995" y="2562071"/>
                    </a:cubicBezTo>
                    <a:lnTo>
                      <a:pt x="152403" y="2562071"/>
                    </a:lnTo>
                    <a:cubicBezTo>
                      <a:pt x="68233" y="2562071"/>
                      <a:pt x="0" y="2493838"/>
                      <a:pt x="0" y="2409668"/>
                    </a:cubicBezTo>
                    <a:lnTo>
                      <a:pt x="0" y="152403"/>
                    </a:lnTo>
                    <a:cubicBezTo>
                      <a:pt x="0" y="68233"/>
                      <a:pt x="68233" y="0"/>
                      <a:pt x="152403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74000">
                    <a:srgbClr val="2FD3FF"/>
                  </a:gs>
                  <a:gs pos="100000">
                    <a:srgbClr val="2FD3FF"/>
                  </a:gs>
                </a:gsLst>
                <a:lin ang="5400000" scaled="1"/>
              </a:gra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8BB00CA0-5E6B-8AB2-FC24-6E18144437E2}"/>
                  </a:ext>
                </a:extLst>
              </p:cNvPr>
              <p:cNvSpPr/>
              <p:nvPr/>
            </p:nvSpPr>
            <p:spPr>
              <a:xfrm>
                <a:off x="3702254" y="1575054"/>
                <a:ext cx="5141500" cy="1099906"/>
              </a:xfrm>
              <a:custGeom>
                <a:avLst/>
                <a:gdLst>
                  <a:gd name="connsiteX0" fmla="*/ 183321 w 5141500"/>
                  <a:gd name="connsiteY0" fmla="*/ 0 h 1099906"/>
                  <a:gd name="connsiteX1" fmla="*/ 4958180 w 5141500"/>
                  <a:gd name="connsiteY1" fmla="*/ 0 h 1099906"/>
                  <a:gd name="connsiteX2" fmla="*/ 5141500 w 5141500"/>
                  <a:gd name="connsiteY2" fmla="*/ 183321 h 1099906"/>
                  <a:gd name="connsiteX3" fmla="*/ 5141500 w 5141500"/>
                  <a:gd name="connsiteY3" fmla="*/ 916585 h 1099906"/>
                  <a:gd name="connsiteX4" fmla="*/ 4958180 w 5141500"/>
                  <a:gd name="connsiteY4" fmla="*/ 1099906 h 1099906"/>
                  <a:gd name="connsiteX5" fmla="*/ 183321 w 5141500"/>
                  <a:gd name="connsiteY5" fmla="*/ 1099906 h 1099906"/>
                  <a:gd name="connsiteX6" fmla="*/ 0 w 5141500"/>
                  <a:gd name="connsiteY6" fmla="*/ 916585 h 1099906"/>
                  <a:gd name="connsiteX7" fmla="*/ 0 w 5141500"/>
                  <a:gd name="connsiteY7" fmla="*/ 183321 h 1099906"/>
                  <a:gd name="connsiteX8" fmla="*/ 183321 w 5141500"/>
                  <a:gd name="connsiteY8" fmla="*/ 0 h 109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141500" h="1099906">
                    <a:moveTo>
                      <a:pt x="183321" y="0"/>
                    </a:moveTo>
                    <a:lnTo>
                      <a:pt x="4958180" y="0"/>
                    </a:lnTo>
                    <a:cubicBezTo>
                      <a:pt x="5059424" y="0"/>
                      <a:pt x="5141500" y="82076"/>
                      <a:pt x="5141500" y="183321"/>
                    </a:cubicBezTo>
                    <a:lnTo>
                      <a:pt x="5141500" y="916585"/>
                    </a:lnTo>
                    <a:cubicBezTo>
                      <a:pt x="5141500" y="1017830"/>
                      <a:pt x="5059424" y="1099906"/>
                      <a:pt x="4958180" y="1099906"/>
                    </a:cubicBezTo>
                    <a:lnTo>
                      <a:pt x="183321" y="1099906"/>
                    </a:lnTo>
                    <a:cubicBezTo>
                      <a:pt x="82076" y="1099906"/>
                      <a:pt x="0" y="1017830"/>
                      <a:pt x="0" y="916585"/>
                    </a:cubicBezTo>
                    <a:lnTo>
                      <a:pt x="0" y="183321"/>
                    </a:lnTo>
                    <a:cubicBezTo>
                      <a:pt x="0" y="82076"/>
                      <a:pt x="82076" y="0"/>
                      <a:pt x="183321" y="0"/>
                    </a:cubicBezTo>
                    <a:close/>
                  </a:path>
                </a:pathLst>
              </a:custGeom>
              <a:solidFill>
                <a:srgbClr val="8BE6FD">
                  <a:alpha val="78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FC4F302E-80B7-4681-668A-DC456D692447}"/>
                  </a:ext>
                </a:extLst>
              </p:cNvPr>
              <p:cNvSpPr/>
              <p:nvPr/>
            </p:nvSpPr>
            <p:spPr>
              <a:xfrm>
                <a:off x="1889693" y="1582563"/>
                <a:ext cx="553256" cy="1115408"/>
              </a:xfrm>
              <a:custGeom>
                <a:avLst/>
                <a:gdLst>
                  <a:gd name="connsiteX0" fmla="*/ 306952 w 553256"/>
                  <a:gd name="connsiteY0" fmla="*/ 0 h 1115408"/>
                  <a:gd name="connsiteX1" fmla="*/ 437248 w 553256"/>
                  <a:gd name="connsiteY1" fmla="*/ 0 h 1115408"/>
                  <a:gd name="connsiteX2" fmla="*/ 553256 w 553256"/>
                  <a:gd name="connsiteY2" fmla="*/ 116008 h 1115408"/>
                  <a:gd name="connsiteX3" fmla="*/ 553256 w 553256"/>
                  <a:gd name="connsiteY3" fmla="*/ 999400 h 1115408"/>
                  <a:gd name="connsiteX4" fmla="*/ 437248 w 553256"/>
                  <a:gd name="connsiteY4" fmla="*/ 1115408 h 1115408"/>
                  <a:gd name="connsiteX5" fmla="*/ 0 w 553256"/>
                  <a:gd name="connsiteY5" fmla="*/ 1115408 h 1115408"/>
                  <a:gd name="connsiteX6" fmla="*/ 24619 w 553256"/>
                  <a:gd name="connsiteY6" fmla="*/ 973173 h 1115408"/>
                  <a:gd name="connsiteX7" fmla="*/ 245116 w 553256"/>
                  <a:gd name="connsiteY7" fmla="*/ 158145 h 1115408"/>
                  <a:gd name="connsiteX8" fmla="*/ 306952 w 553256"/>
                  <a:gd name="connsiteY8" fmla="*/ 0 h 1115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53256" h="1115408">
                    <a:moveTo>
                      <a:pt x="306952" y="0"/>
                    </a:moveTo>
                    <a:lnTo>
                      <a:pt x="437248" y="0"/>
                    </a:lnTo>
                    <a:cubicBezTo>
                      <a:pt x="501317" y="0"/>
                      <a:pt x="553256" y="51939"/>
                      <a:pt x="553256" y="116008"/>
                    </a:cubicBezTo>
                    <a:lnTo>
                      <a:pt x="553256" y="999400"/>
                    </a:lnTo>
                    <a:cubicBezTo>
                      <a:pt x="553256" y="1063469"/>
                      <a:pt x="501317" y="1115408"/>
                      <a:pt x="437248" y="1115408"/>
                    </a:cubicBezTo>
                    <a:lnTo>
                      <a:pt x="0" y="1115408"/>
                    </a:lnTo>
                    <a:lnTo>
                      <a:pt x="24619" y="973173"/>
                    </a:lnTo>
                    <a:cubicBezTo>
                      <a:pt x="78499" y="698938"/>
                      <a:pt x="146880" y="428968"/>
                      <a:pt x="245116" y="158145"/>
                    </a:cubicBezTo>
                    <a:lnTo>
                      <a:pt x="306952" y="0"/>
                    </a:lnTo>
                    <a:close/>
                  </a:path>
                </a:pathLst>
              </a:custGeom>
              <a:solidFill>
                <a:srgbClr val="8BE6FD">
                  <a:alpha val="78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FED8E18B-900C-73A5-6310-83130AA04A6E}"/>
                  </a:ext>
                </a:extLst>
              </p:cNvPr>
              <p:cNvSpPr/>
              <p:nvPr/>
            </p:nvSpPr>
            <p:spPr>
              <a:xfrm>
                <a:off x="1842448" y="1310184"/>
                <a:ext cx="7233313" cy="3111690"/>
              </a:xfrm>
              <a:custGeom>
                <a:avLst/>
                <a:gdLst>
                  <a:gd name="connsiteX0" fmla="*/ 464024 w 7233313"/>
                  <a:gd name="connsiteY0" fmla="*/ 0 h 3111690"/>
                  <a:gd name="connsiteX1" fmla="*/ 7233313 w 7233313"/>
                  <a:gd name="connsiteY1" fmla="*/ 0 h 3111690"/>
                  <a:gd name="connsiteX2" fmla="*/ 7233313 w 7233313"/>
                  <a:gd name="connsiteY2" fmla="*/ 3098042 h 3111690"/>
                  <a:gd name="connsiteX3" fmla="*/ 27296 w 7233313"/>
                  <a:gd name="connsiteY3" fmla="*/ 3111690 h 3111690"/>
                  <a:gd name="connsiteX4" fmla="*/ 0 w 7233313"/>
                  <a:gd name="connsiteY4" fmla="*/ 1637731 h 3111690"/>
                  <a:gd name="connsiteX5" fmla="*/ 464024 w 7233313"/>
                  <a:gd name="connsiteY5" fmla="*/ 0 h 3111690"/>
                  <a:gd name="connsiteX6" fmla="*/ 848440 w 7233313"/>
                  <a:gd name="connsiteY6" fmla="*/ 249368 h 3111690"/>
                  <a:gd name="connsiteX7" fmla="*/ 696037 w 7233313"/>
                  <a:gd name="connsiteY7" fmla="*/ 401771 h 3111690"/>
                  <a:gd name="connsiteX8" fmla="*/ 696037 w 7233313"/>
                  <a:gd name="connsiteY8" fmla="*/ 2659036 h 3111690"/>
                  <a:gd name="connsiteX9" fmla="*/ 848440 w 7233313"/>
                  <a:gd name="connsiteY9" fmla="*/ 2811439 h 3111690"/>
                  <a:gd name="connsiteX10" fmla="*/ 1458032 w 7233313"/>
                  <a:gd name="connsiteY10" fmla="*/ 2811439 h 3111690"/>
                  <a:gd name="connsiteX11" fmla="*/ 1610435 w 7233313"/>
                  <a:gd name="connsiteY11" fmla="*/ 2659036 h 3111690"/>
                  <a:gd name="connsiteX12" fmla="*/ 1610435 w 7233313"/>
                  <a:gd name="connsiteY12" fmla="*/ 401771 h 3111690"/>
                  <a:gd name="connsiteX13" fmla="*/ 1458032 w 7233313"/>
                  <a:gd name="connsiteY13" fmla="*/ 249368 h 3111690"/>
                  <a:gd name="connsiteX14" fmla="*/ 848440 w 7233313"/>
                  <a:gd name="connsiteY14" fmla="*/ 249368 h 3111690"/>
                  <a:gd name="connsiteX15" fmla="*/ 2043127 w 7233313"/>
                  <a:gd name="connsiteY15" fmla="*/ 264869 h 3111690"/>
                  <a:gd name="connsiteX16" fmla="*/ 1859806 w 7233313"/>
                  <a:gd name="connsiteY16" fmla="*/ 448190 h 3111690"/>
                  <a:gd name="connsiteX17" fmla="*/ 1859806 w 7233313"/>
                  <a:gd name="connsiteY17" fmla="*/ 1181454 h 3111690"/>
                  <a:gd name="connsiteX18" fmla="*/ 2043127 w 7233313"/>
                  <a:gd name="connsiteY18" fmla="*/ 1364775 h 3111690"/>
                  <a:gd name="connsiteX19" fmla="*/ 6817986 w 7233313"/>
                  <a:gd name="connsiteY19" fmla="*/ 1364775 h 3111690"/>
                  <a:gd name="connsiteX20" fmla="*/ 7001306 w 7233313"/>
                  <a:gd name="connsiteY20" fmla="*/ 1181454 h 3111690"/>
                  <a:gd name="connsiteX21" fmla="*/ 7001306 w 7233313"/>
                  <a:gd name="connsiteY21" fmla="*/ 448190 h 3111690"/>
                  <a:gd name="connsiteX22" fmla="*/ 6817986 w 7233313"/>
                  <a:gd name="connsiteY22" fmla="*/ 264869 h 3111690"/>
                  <a:gd name="connsiteX23" fmla="*/ 2043127 w 7233313"/>
                  <a:gd name="connsiteY23" fmla="*/ 264869 h 3111690"/>
                  <a:gd name="connsiteX24" fmla="*/ 354197 w 7233313"/>
                  <a:gd name="connsiteY24" fmla="*/ 272378 h 3111690"/>
                  <a:gd name="connsiteX25" fmla="*/ 292361 w 7233313"/>
                  <a:gd name="connsiteY25" fmla="*/ 430523 h 3111690"/>
                  <a:gd name="connsiteX26" fmla="*/ 71864 w 7233313"/>
                  <a:gd name="connsiteY26" fmla="*/ 1245551 h 3111690"/>
                  <a:gd name="connsiteX27" fmla="*/ 47245 w 7233313"/>
                  <a:gd name="connsiteY27" fmla="*/ 1387786 h 3111690"/>
                  <a:gd name="connsiteX28" fmla="*/ 484493 w 7233313"/>
                  <a:gd name="connsiteY28" fmla="*/ 1387786 h 3111690"/>
                  <a:gd name="connsiteX29" fmla="*/ 600501 w 7233313"/>
                  <a:gd name="connsiteY29" fmla="*/ 1271778 h 3111690"/>
                  <a:gd name="connsiteX30" fmla="*/ 600501 w 7233313"/>
                  <a:gd name="connsiteY30" fmla="*/ 388386 h 3111690"/>
                  <a:gd name="connsiteX31" fmla="*/ 484493 w 7233313"/>
                  <a:gd name="connsiteY31" fmla="*/ 272378 h 3111690"/>
                  <a:gd name="connsiteX32" fmla="*/ 354197 w 7233313"/>
                  <a:gd name="connsiteY32" fmla="*/ 272378 h 311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7233313" h="3111690">
                    <a:moveTo>
                      <a:pt x="464024" y="0"/>
                    </a:moveTo>
                    <a:lnTo>
                      <a:pt x="7233313" y="0"/>
                    </a:lnTo>
                    <a:lnTo>
                      <a:pt x="7233313" y="3098042"/>
                    </a:lnTo>
                    <a:lnTo>
                      <a:pt x="27296" y="3111690"/>
                    </a:lnTo>
                    <a:cubicBezTo>
                      <a:pt x="27296" y="2606723"/>
                      <a:pt x="0" y="2142698"/>
                      <a:pt x="0" y="1637731"/>
                    </a:cubicBezTo>
                    <a:cubicBezTo>
                      <a:pt x="86436" y="1078173"/>
                      <a:pt x="200167" y="545910"/>
                      <a:pt x="464024" y="0"/>
                    </a:cubicBezTo>
                    <a:close/>
                    <a:moveTo>
                      <a:pt x="848440" y="249368"/>
                    </a:moveTo>
                    <a:cubicBezTo>
                      <a:pt x="764270" y="249368"/>
                      <a:pt x="696037" y="317601"/>
                      <a:pt x="696037" y="401771"/>
                    </a:cubicBezTo>
                    <a:lnTo>
                      <a:pt x="696037" y="2659036"/>
                    </a:lnTo>
                    <a:cubicBezTo>
                      <a:pt x="696037" y="2743206"/>
                      <a:pt x="764270" y="2811439"/>
                      <a:pt x="848440" y="2811439"/>
                    </a:cubicBezTo>
                    <a:lnTo>
                      <a:pt x="1458032" y="2811439"/>
                    </a:lnTo>
                    <a:cubicBezTo>
                      <a:pt x="1542202" y="2811439"/>
                      <a:pt x="1610435" y="2743206"/>
                      <a:pt x="1610435" y="2659036"/>
                    </a:cubicBezTo>
                    <a:lnTo>
                      <a:pt x="1610435" y="401771"/>
                    </a:lnTo>
                    <a:cubicBezTo>
                      <a:pt x="1610435" y="317601"/>
                      <a:pt x="1542202" y="249368"/>
                      <a:pt x="1458032" y="249368"/>
                    </a:cubicBezTo>
                    <a:lnTo>
                      <a:pt x="848440" y="249368"/>
                    </a:lnTo>
                    <a:close/>
                    <a:moveTo>
                      <a:pt x="2043127" y="264869"/>
                    </a:moveTo>
                    <a:cubicBezTo>
                      <a:pt x="1941882" y="264869"/>
                      <a:pt x="1859806" y="346945"/>
                      <a:pt x="1859806" y="448190"/>
                    </a:cubicBezTo>
                    <a:lnTo>
                      <a:pt x="1859806" y="1181454"/>
                    </a:lnTo>
                    <a:cubicBezTo>
                      <a:pt x="1859806" y="1282699"/>
                      <a:pt x="1941882" y="1364775"/>
                      <a:pt x="2043127" y="1364775"/>
                    </a:cubicBezTo>
                    <a:lnTo>
                      <a:pt x="6817986" y="1364775"/>
                    </a:lnTo>
                    <a:cubicBezTo>
                      <a:pt x="6919230" y="1364775"/>
                      <a:pt x="7001306" y="1282699"/>
                      <a:pt x="7001306" y="1181454"/>
                    </a:cubicBezTo>
                    <a:lnTo>
                      <a:pt x="7001306" y="448190"/>
                    </a:lnTo>
                    <a:cubicBezTo>
                      <a:pt x="7001306" y="346945"/>
                      <a:pt x="6919230" y="264869"/>
                      <a:pt x="6817986" y="264869"/>
                    </a:cubicBezTo>
                    <a:lnTo>
                      <a:pt x="2043127" y="264869"/>
                    </a:lnTo>
                    <a:close/>
                    <a:moveTo>
                      <a:pt x="354197" y="272378"/>
                    </a:moveTo>
                    <a:lnTo>
                      <a:pt x="292361" y="430523"/>
                    </a:lnTo>
                    <a:cubicBezTo>
                      <a:pt x="194125" y="701346"/>
                      <a:pt x="125744" y="971316"/>
                      <a:pt x="71864" y="1245551"/>
                    </a:cubicBezTo>
                    <a:lnTo>
                      <a:pt x="47245" y="1387786"/>
                    </a:lnTo>
                    <a:lnTo>
                      <a:pt x="484493" y="1387786"/>
                    </a:lnTo>
                    <a:cubicBezTo>
                      <a:pt x="548562" y="1387786"/>
                      <a:pt x="600501" y="1335847"/>
                      <a:pt x="600501" y="1271778"/>
                    </a:cubicBezTo>
                    <a:lnTo>
                      <a:pt x="600501" y="388386"/>
                    </a:lnTo>
                    <a:cubicBezTo>
                      <a:pt x="600501" y="324317"/>
                      <a:pt x="548562" y="272378"/>
                      <a:pt x="484493" y="272378"/>
                    </a:cubicBezTo>
                    <a:lnTo>
                      <a:pt x="354197" y="272378"/>
                    </a:lnTo>
                    <a:close/>
                  </a:path>
                </a:pathLst>
              </a:custGeom>
              <a:solidFill>
                <a:srgbClr val="FFFF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F8E1A608-8034-7246-0B0E-908EACD00C4A}"/>
                  </a:ext>
                </a:extLst>
              </p:cNvPr>
              <p:cNvSpPr/>
              <p:nvPr/>
            </p:nvSpPr>
            <p:spPr>
              <a:xfrm>
                <a:off x="1852897" y="3330252"/>
                <a:ext cx="101623" cy="222743"/>
              </a:xfrm>
              <a:custGeom>
                <a:avLst/>
                <a:gdLst>
                  <a:gd name="connsiteX0" fmla="*/ 0 w 101623"/>
                  <a:gd name="connsiteY0" fmla="*/ 0 h 222743"/>
                  <a:gd name="connsiteX1" fmla="*/ 67503 w 101623"/>
                  <a:gd name="connsiteY1" fmla="*/ 0 h 222743"/>
                  <a:gd name="connsiteX2" fmla="*/ 101623 w 101623"/>
                  <a:gd name="connsiteY2" fmla="*/ 34120 h 222743"/>
                  <a:gd name="connsiteX3" fmla="*/ 101623 w 101623"/>
                  <a:gd name="connsiteY3" fmla="*/ 188623 h 222743"/>
                  <a:gd name="connsiteX4" fmla="*/ 67503 w 101623"/>
                  <a:gd name="connsiteY4" fmla="*/ 222743 h 222743"/>
                  <a:gd name="connsiteX5" fmla="*/ 5732 w 101623"/>
                  <a:gd name="connsiteY5" fmla="*/ 222743 h 222743"/>
                  <a:gd name="connsiteX6" fmla="*/ 0 w 101623"/>
                  <a:gd name="connsiteY6" fmla="*/ 0 h 222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1623" h="222743">
                    <a:moveTo>
                      <a:pt x="0" y="0"/>
                    </a:moveTo>
                    <a:lnTo>
                      <a:pt x="67503" y="0"/>
                    </a:lnTo>
                    <a:cubicBezTo>
                      <a:pt x="86347" y="0"/>
                      <a:pt x="101623" y="15276"/>
                      <a:pt x="101623" y="34120"/>
                    </a:cubicBezTo>
                    <a:lnTo>
                      <a:pt x="101623" y="188623"/>
                    </a:lnTo>
                    <a:cubicBezTo>
                      <a:pt x="101623" y="207467"/>
                      <a:pt x="86347" y="222743"/>
                      <a:pt x="67503" y="222743"/>
                    </a:cubicBezTo>
                    <a:lnTo>
                      <a:pt x="5732" y="2227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4546A">
                  <a:lumMod val="20000"/>
                  <a:lumOff val="80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380747E0-B7CE-91F7-4218-129164E061F6}"/>
                  </a:ext>
                </a:extLst>
              </p:cNvPr>
              <p:cNvSpPr/>
              <p:nvPr/>
            </p:nvSpPr>
            <p:spPr>
              <a:xfrm>
                <a:off x="8940004" y="4121624"/>
                <a:ext cx="131604" cy="286851"/>
              </a:xfrm>
              <a:custGeom>
                <a:avLst/>
                <a:gdLst>
                  <a:gd name="connsiteX0" fmla="*/ 37857 w 131604"/>
                  <a:gd name="connsiteY0" fmla="*/ 0 h 286851"/>
                  <a:gd name="connsiteX1" fmla="*/ 131604 w 131604"/>
                  <a:gd name="connsiteY1" fmla="*/ 0 h 286851"/>
                  <a:gd name="connsiteX2" fmla="*/ 131604 w 131604"/>
                  <a:gd name="connsiteY2" fmla="*/ 286602 h 286851"/>
                  <a:gd name="connsiteX3" fmla="*/ 0 w 131604"/>
                  <a:gd name="connsiteY3" fmla="*/ 286851 h 286851"/>
                  <a:gd name="connsiteX4" fmla="*/ 0 w 131604"/>
                  <a:gd name="connsiteY4" fmla="*/ 37857 h 286851"/>
                  <a:gd name="connsiteX5" fmla="*/ 37857 w 131604"/>
                  <a:gd name="connsiteY5" fmla="*/ 0 h 286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1604" h="286851">
                    <a:moveTo>
                      <a:pt x="37857" y="0"/>
                    </a:moveTo>
                    <a:lnTo>
                      <a:pt x="131604" y="0"/>
                    </a:lnTo>
                    <a:lnTo>
                      <a:pt x="131604" y="286602"/>
                    </a:lnTo>
                    <a:lnTo>
                      <a:pt x="0" y="286851"/>
                    </a:lnTo>
                    <a:lnTo>
                      <a:pt x="0" y="37857"/>
                    </a:lnTo>
                    <a:cubicBezTo>
                      <a:pt x="0" y="16949"/>
                      <a:pt x="16949" y="0"/>
                      <a:pt x="37857" y="0"/>
                    </a:cubicBezTo>
                    <a:close/>
                  </a:path>
                </a:pathLst>
              </a:custGeom>
              <a:solidFill>
                <a:srgbClr val="FFC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0EFA8A27-846F-62C0-1400-6C52DFABE326}"/>
                  </a:ext>
                </a:extLst>
              </p:cNvPr>
              <p:cNvSpPr/>
              <p:nvPr/>
            </p:nvSpPr>
            <p:spPr>
              <a:xfrm>
                <a:off x="1875169" y="4247433"/>
                <a:ext cx="130705" cy="174442"/>
              </a:xfrm>
              <a:custGeom>
                <a:avLst/>
                <a:gdLst>
                  <a:gd name="connsiteX0" fmla="*/ 0 w 130705"/>
                  <a:gd name="connsiteY0" fmla="*/ 0 h 174442"/>
                  <a:gd name="connsiteX1" fmla="*/ 96585 w 130705"/>
                  <a:gd name="connsiteY1" fmla="*/ 0 h 174442"/>
                  <a:gd name="connsiteX2" fmla="*/ 130705 w 130705"/>
                  <a:gd name="connsiteY2" fmla="*/ 34120 h 174442"/>
                  <a:gd name="connsiteX3" fmla="*/ 130705 w 130705"/>
                  <a:gd name="connsiteY3" fmla="*/ 174198 h 174442"/>
                  <a:gd name="connsiteX4" fmla="*/ 1998 w 130705"/>
                  <a:gd name="connsiteY4" fmla="*/ 174442 h 174442"/>
                  <a:gd name="connsiteX5" fmla="*/ 0 w 130705"/>
                  <a:gd name="connsiteY5" fmla="*/ 0 h 174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0705" h="174442">
                    <a:moveTo>
                      <a:pt x="0" y="0"/>
                    </a:moveTo>
                    <a:lnTo>
                      <a:pt x="96585" y="0"/>
                    </a:lnTo>
                    <a:cubicBezTo>
                      <a:pt x="115429" y="0"/>
                      <a:pt x="130705" y="15276"/>
                      <a:pt x="130705" y="34120"/>
                    </a:cubicBezTo>
                    <a:lnTo>
                      <a:pt x="130705" y="174198"/>
                    </a:lnTo>
                    <a:lnTo>
                      <a:pt x="1998" y="174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470C47B7-6ADD-DB50-61B0-F66D04947D78}"/>
                  </a:ext>
                </a:extLst>
              </p:cNvPr>
              <p:cNvGrpSpPr/>
              <p:nvPr/>
            </p:nvGrpSpPr>
            <p:grpSpPr>
              <a:xfrm rot="19613720">
                <a:off x="3548418" y="3318820"/>
                <a:ext cx="1422400" cy="1422400"/>
                <a:chOff x="3548418" y="3318820"/>
                <a:chExt cx="1422400" cy="142240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49134B41-D9DF-D9A5-1AF2-CD71FC58E301}"/>
                    </a:ext>
                  </a:extLst>
                </p:cNvPr>
                <p:cNvSpPr/>
                <p:nvPr/>
              </p:nvSpPr>
              <p:spPr>
                <a:xfrm>
                  <a:off x="3548418" y="3318820"/>
                  <a:ext cx="1422400" cy="142240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8B8065F0-4A73-53EF-F2DF-BEC21DE0BD58}"/>
                    </a:ext>
                  </a:extLst>
                </p:cNvPr>
                <p:cNvSpPr/>
                <p:nvPr/>
              </p:nvSpPr>
              <p:spPr>
                <a:xfrm>
                  <a:off x="3908674" y="3679076"/>
                  <a:ext cx="701887" cy="701887"/>
                </a:xfrm>
                <a:prstGeom prst="ellipse">
                  <a:avLst/>
                </a:prstGeom>
                <a:solidFill>
                  <a:srgbClr val="E7E6E6">
                    <a:lumMod val="50000"/>
                  </a:srgbClr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Rectangle: Rounded Corners 25">
                  <a:extLst>
                    <a:ext uri="{FF2B5EF4-FFF2-40B4-BE49-F238E27FC236}">
                      <a16:creationId xmlns:a16="http://schemas.microsoft.com/office/drawing/2014/main" id="{FA405759-FE94-5611-7924-B8A8441B4487}"/>
                    </a:ext>
                  </a:extLst>
                </p:cNvPr>
                <p:cNvSpPr/>
                <p:nvPr/>
              </p:nvSpPr>
              <p:spPr>
                <a:xfrm>
                  <a:off x="4350394" y="3986270"/>
                  <a:ext cx="57090" cy="87497"/>
                </a:xfrm>
                <a:prstGeom prst="roundRect">
                  <a:avLst/>
                </a:prstGeom>
                <a:solidFill>
                  <a:sysClr val="window" lastClr="FFFFFF">
                    <a:lumMod val="85000"/>
                  </a:sysClr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1D3EDFC2-A80E-11D2-9DAE-A1D7F6AE2EDF}"/>
                    </a:ext>
                  </a:extLst>
                </p:cNvPr>
                <p:cNvSpPr/>
                <p:nvPr/>
              </p:nvSpPr>
              <p:spPr>
                <a:xfrm>
                  <a:off x="4231072" y="3898773"/>
                  <a:ext cx="57090" cy="87497"/>
                </a:xfrm>
                <a:prstGeom prst="roundRect">
                  <a:avLst/>
                </a:prstGeom>
                <a:solidFill>
                  <a:sysClr val="window" lastClr="FFFFFF">
                    <a:lumMod val="85000"/>
                  </a:sysClr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Rectangle: Rounded Corners 27">
                  <a:extLst>
                    <a:ext uri="{FF2B5EF4-FFF2-40B4-BE49-F238E27FC236}">
                      <a16:creationId xmlns:a16="http://schemas.microsoft.com/office/drawing/2014/main" id="{13734D2A-FEFB-27DF-B78C-2E122C5E9A7A}"/>
                    </a:ext>
                  </a:extLst>
                </p:cNvPr>
                <p:cNvSpPr/>
                <p:nvPr/>
              </p:nvSpPr>
              <p:spPr>
                <a:xfrm>
                  <a:off x="4104003" y="3986270"/>
                  <a:ext cx="57090" cy="87497"/>
                </a:xfrm>
                <a:prstGeom prst="roundRect">
                  <a:avLst/>
                </a:prstGeom>
                <a:solidFill>
                  <a:sysClr val="window" lastClr="FFFFFF">
                    <a:lumMod val="85000"/>
                  </a:sysClr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Rectangle: Rounded Corners 28">
                  <a:extLst>
                    <a:ext uri="{FF2B5EF4-FFF2-40B4-BE49-F238E27FC236}">
                      <a16:creationId xmlns:a16="http://schemas.microsoft.com/office/drawing/2014/main" id="{1B1FF2F5-C618-04C3-AC3D-694C52A57E76}"/>
                    </a:ext>
                  </a:extLst>
                </p:cNvPr>
                <p:cNvSpPr/>
                <p:nvPr/>
              </p:nvSpPr>
              <p:spPr>
                <a:xfrm>
                  <a:off x="4231072" y="4090518"/>
                  <a:ext cx="57090" cy="87497"/>
                </a:xfrm>
                <a:prstGeom prst="roundRect">
                  <a:avLst/>
                </a:prstGeom>
                <a:solidFill>
                  <a:sysClr val="window" lastClr="FFFFFF">
                    <a:lumMod val="85000"/>
                  </a:sysClr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29119B92-0A2F-88BA-64F1-ADF2B6ABF2B5}"/>
                  </a:ext>
                </a:extLst>
              </p:cNvPr>
              <p:cNvGrpSpPr/>
              <p:nvPr/>
            </p:nvGrpSpPr>
            <p:grpSpPr>
              <a:xfrm rot="19375015">
                <a:off x="7041898" y="3324891"/>
                <a:ext cx="1422400" cy="1422400"/>
                <a:chOff x="3548418" y="3318820"/>
                <a:chExt cx="1422400" cy="1422400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25BD40EE-AB61-6900-035B-35822EFC69C9}"/>
                    </a:ext>
                  </a:extLst>
                </p:cNvPr>
                <p:cNvSpPr/>
                <p:nvPr/>
              </p:nvSpPr>
              <p:spPr>
                <a:xfrm>
                  <a:off x="3548418" y="3318820"/>
                  <a:ext cx="1422400" cy="142240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0F5B4EF4-7F0E-4464-2BB3-1223D9177146}"/>
                    </a:ext>
                  </a:extLst>
                </p:cNvPr>
                <p:cNvSpPr/>
                <p:nvPr/>
              </p:nvSpPr>
              <p:spPr>
                <a:xfrm>
                  <a:off x="3908674" y="3679076"/>
                  <a:ext cx="701887" cy="701887"/>
                </a:xfrm>
                <a:prstGeom prst="ellipse">
                  <a:avLst/>
                </a:prstGeom>
                <a:solidFill>
                  <a:srgbClr val="E7E6E6">
                    <a:lumMod val="50000"/>
                  </a:srgbClr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7002DE15-2C5E-74E9-F120-EC878F4833CE}"/>
                    </a:ext>
                  </a:extLst>
                </p:cNvPr>
                <p:cNvSpPr/>
                <p:nvPr/>
              </p:nvSpPr>
              <p:spPr>
                <a:xfrm>
                  <a:off x="4350394" y="3986270"/>
                  <a:ext cx="57090" cy="87497"/>
                </a:xfrm>
                <a:prstGeom prst="roundRect">
                  <a:avLst/>
                </a:prstGeom>
                <a:solidFill>
                  <a:sysClr val="window" lastClr="FFFFFF">
                    <a:lumMod val="85000"/>
                  </a:sysClr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" name="Rectangle: Rounded Corners 20">
                  <a:extLst>
                    <a:ext uri="{FF2B5EF4-FFF2-40B4-BE49-F238E27FC236}">
                      <a16:creationId xmlns:a16="http://schemas.microsoft.com/office/drawing/2014/main" id="{69F68B29-4046-03CA-0CDC-29F9D31C4F2D}"/>
                    </a:ext>
                  </a:extLst>
                </p:cNvPr>
                <p:cNvSpPr/>
                <p:nvPr/>
              </p:nvSpPr>
              <p:spPr>
                <a:xfrm>
                  <a:off x="4231072" y="3898773"/>
                  <a:ext cx="57090" cy="87497"/>
                </a:xfrm>
                <a:prstGeom prst="roundRect">
                  <a:avLst/>
                </a:prstGeom>
                <a:solidFill>
                  <a:sysClr val="window" lastClr="FFFFFF">
                    <a:lumMod val="85000"/>
                  </a:sysClr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Rectangle: Rounded Corners 21">
                  <a:extLst>
                    <a:ext uri="{FF2B5EF4-FFF2-40B4-BE49-F238E27FC236}">
                      <a16:creationId xmlns:a16="http://schemas.microsoft.com/office/drawing/2014/main" id="{D5891F36-F621-DDB7-2251-62524E21C4C4}"/>
                    </a:ext>
                  </a:extLst>
                </p:cNvPr>
                <p:cNvSpPr/>
                <p:nvPr/>
              </p:nvSpPr>
              <p:spPr>
                <a:xfrm>
                  <a:off x="4104003" y="3986270"/>
                  <a:ext cx="57090" cy="87497"/>
                </a:xfrm>
                <a:prstGeom prst="roundRect">
                  <a:avLst/>
                </a:prstGeom>
                <a:solidFill>
                  <a:sysClr val="window" lastClr="FFFFFF">
                    <a:lumMod val="85000"/>
                  </a:sysClr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789FFFAA-5CD1-EED7-F539-825768174EE6}"/>
                    </a:ext>
                  </a:extLst>
                </p:cNvPr>
                <p:cNvSpPr/>
                <p:nvPr/>
              </p:nvSpPr>
              <p:spPr>
                <a:xfrm>
                  <a:off x="4231072" y="4090518"/>
                  <a:ext cx="57090" cy="87497"/>
                </a:xfrm>
                <a:prstGeom prst="roundRect">
                  <a:avLst/>
                </a:prstGeom>
                <a:solidFill>
                  <a:sysClr val="window" lastClr="FFFFFF">
                    <a:lumMod val="85000"/>
                  </a:sysClr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A59CE385-30CF-C24C-EC5C-2731078B1E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95684" y="1559553"/>
                <a:ext cx="0" cy="2562071"/>
              </a:xfrm>
              <a:prstGeom prst="line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979E9C2-8CAC-8900-D5CE-5FDE3024E595}"/>
                </a:ext>
              </a:extLst>
            </p:cNvPr>
            <p:cNvGrpSpPr/>
            <p:nvPr/>
          </p:nvGrpSpPr>
          <p:grpSpPr>
            <a:xfrm>
              <a:off x="2857500" y="2010494"/>
              <a:ext cx="2061178" cy="879010"/>
              <a:chOff x="2857500" y="2010747"/>
              <a:chExt cx="2061178" cy="897143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FBC265FA-1491-6862-BFBC-E9568BBB88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57500" y="2010747"/>
                <a:ext cx="0" cy="897142"/>
              </a:xfrm>
              <a:prstGeom prst="line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6D611768-7C2F-FA39-6131-7F7011511D1B}"/>
                  </a:ext>
                </a:extLst>
              </p:cNvPr>
              <p:cNvCxnSpPr/>
              <p:nvPr/>
            </p:nvCxnSpPr>
            <p:spPr>
              <a:xfrm>
                <a:off x="3930650" y="2016494"/>
                <a:ext cx="0" cy="891396"/>
              </a:xfrm>
              <a:prstGeom prst="line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06BF914A-E0C5-27E3-9864-EF4C905E9689}"/>
                  </a:ext>
                </a:extLst>
              </p:cNvPr>
              <p:cNvCxnSpPr/>
              <p:nvPr/>
            </p:nvCxnSpPr>
            <p:spPr>
              <a:xfrm>
                <a:off x="4918678" y="2016494"/>
                <a:ext cx="0" cy="891396"/>
              </a:xfrm>
              <a:prstGeom prst="line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DFCAD9E-508D-DA85-B005-B186DD9FC443}"/>
              </a:ext>
            </a:extLst>
          </p:cNvPr>
          <p:cNvGrpSpPr/>
          <p:nvPr/>
        </p:nvGrpSpPr>
        <p:grpSpPr>
          <a:xfrm>
            <a:off x="-807783" y="2123269"/>
            <a:ext cx="9566195" cy="4545640"/>
            <a:chOff x="315374" y="1798817"/>
            <a:chExt cx="5780626" cy="2746823"/>
          </a:xfrm>
          <a:solidFill>
            <a:schemeClr val="bg1"/>
          </a:solidFill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BF06476-9FDC-C555-24ED-C85132568519}"/>
                </a:ext>
              </a:extLst>
            </p:cNvPr>
            <p:cNvGrpSpPr/>
            <p:nvPr/>
          </p:nvGrpSpPr>
          <p:grpSpPr>
            <a:xfrm>
              <a:off x="315374" y="1798817"/>
              <a:ext cx="5780626" cy="2746823"/>
              <a:chOff x="1842448" y="1310184"/>
              <a:chExt cx="7233313" cy="3437107"/>
            </a:xfrm>
            <a:grpFill/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7F8DC77F-2D39-496F-3E46-F9366C14B971}"/>
                  </a:ext>
                </a:extLst>
              </p:cNvPr>
              <p:cNvSpPr/>
              <p:nvPr/>
            </p:nvSpPr>
            <p:spPr>
              <a:xfrm>
                <a:off x="2538485" y="1559553"/>
                <a:ext cx="914398" cy="2562071"/>
              </a:xfrm>
              <a:custGeom>
                <a:avLst/>
                <a:gdLst>
                  <a:gd name="connsiteX0" fmla="*/ 152403 w 914398"/>
                  <a:gd name="connsiteY0" fmla="*/ 0 h 2562071"/>
                  <a:gd name="connsiteX1" fmla="*/ 761995 w 914398"/>
                  <a:gd name="connsiteY1" fmla="*/ 0 h 2562071"/>
                  <a:gd name="connsiteX2" fmla="*/ 914398 w 914398"/>
                  <a:gd name="connsiteY2" fmla="*/ 152403 h 2562071"/>
                  <a:gd name="connsiteX3" fmla="*/ 914398 w 914398"/>
                  <a:gd name="connsiteY3" fmla="*/ 2409668 h 2562071"/>
                  <a:gd name="connsiteX4" fmla="*/ 761995 w 914398"/>
                  <a:gd name="connsiteY4" fmla="*/ 2562071 h 2562071"/>
                  <a:gd name="connsiteX5" fmla="*/ 152403 w 914398"/>
                  <a:gd name="connsiteY5" fmla="*/ 2562071 h 2562071"/>
                  <a:gd name="connsiteX6" fmla="*/ 0 w 914398"/>
                  <a:gd name="connsiteY6" fmla="*/ 2409668 h 2562071"/>
                  <a:gd name="connsiteX7" fmla="*/ 0 w 914398"/>
                  <a:gd name="connsiteY7" fmla="*/ 152403 h 2562071"/>
                  <a:gd name="connsiteX8" fmla="*/ 152403 w 914398"/>
                  <a:gd name="connsiteY8" fmla="*/ 0 h 2562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14398" h="2562071">
                    <a:moveTo>
                      <a:pt x="152403" y="0"/>
                    </a:moveTo>
                    <a:lnTo>
                      <a:pt x="761995" y="0"/>
                    </a:lnTo>
                    <a:cubicBezTo>
                      <a:pt x="846165" y="0"/>
                      <a:pt x="914398" y="68233"/>
                      <a:pt x="914398" y="152403"/>
                    </a:cubicBezTo>
                    <a:lnTo>
                      <a:pt x="914398" y="2409668"/>
                    </a:lnTo>
                    <a:cubicBezTo>
                      <a:pt x="914398" y="2493838"/>
                      <a:pt x="846165" y="2562071"/>
                      <a:pt x="761995" y="2562071"/>
                    </a:cubicBezTo>
                    <a:lnTo>
                      <a:pt x="152403" y="2562071"/>
                    </a:lnTo>
                    <a:cubicBezTo>
                      <a:pt x="68233" y="2562071"/>
                      <a:pt x="0" y="2493838"/>
                      <a:pt x="0" y="2409668"/>
                    </a:cubicBezTo>
                    <a:lnTo>
                      <a:pt x="0" y="152403"/>
                    </a:lnTo>
                    <a:cubicBezTo>
                      <a:pt x="0" y="68233"/>
                      <a:pt x="68233" y="0"/>
                      <a:pt x="152403" y="0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D9AAA33B-2621-8924-7544-7315EEF27346}"/>
                  </a:ext>
                </a:extLst>
              </p:cNvPr>
              <p:cNvSpPr/>
              <p:nvPr/>
            </p:nvSpPr>
            <p:spPr>
              <a:xfrm>
                <a:off x="3702254" y="1575054"/>
                <a:ext cx="5141500" cy="1099906"/>
              </a:xfrm>
              <a:custGeom>
                <a:avLst/>
                <a:gdLst>
                  <a:gd name="connsiteX0" fmla="*/ 183321 w 5141500"/>
                  <a:gd name="connsiteY0" fmla="*/ 0 h 1099906"/>
                  <a:gd name="connsiteX1" fmla="*/ 4958180 w 5141500"/>
                  <a:gd name="connsiteY1" fmla="*/ 0 h 1099906"/>
                  <a:gd name="connsiteX2" fmla="*/ 5141500 w 5141500"/>
                  <a:gd name="connsiteY2" fmla="*/ 183321 h 1099906"/>
                  <a:gd name="connsiteX3" fmla="*/ 5141500 w 5141500"/>
                  <a:gd name="connsiteY3" fmla="*/ 916585 h 1099906"/>
                  <a:gd name="connsiteX4" fmla="*/ 4958180 w 5141500"/>
                  <a:gd name="connsiteY4" fmla="*/ 1099906 h 1099906"/>
                  <a:gd name="connsiteX5" fmla="*/ 183321 w 5141500"/>
                  <a:gd name="connsiteY5" fmla="*/ 1099906 h 1099906"/>
                  <a:gd name="connsiteX6" fmla="*/ 0 w 5141500"/>
                  <a:gd name="connsiteY6" fmla="*/ 916585 h 1099906"/>
                  <a:gd name="connsiteX7" fmla="*/ 0 w 5141500"/>
                  <a:gd name="connsiteY7" fmla="*/ 183321 h 1099906"/>
                  <a:gd name="connsiteX8" fmla="*/ 183321 w 5141500"/>
                  <a:gd name="connsiteY8" fmla="*/ 0 h 109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141500" h="1099906">
                    <a:moveTo>
                      <a:pt x="183321" y="0"/>
                    </a:moveTo>
                    <a:lnTo>
                      <a:pt x="4958180" y="0"/>
                    </a:lnTo>
                    <a:cubicBezTo>
                      <a:pt x="5059424" y="0"/>
                      <a:pt x="5141500" y="82076"/>
                      <a:pt x="5141500" y="183321"/>
                    </a:cubicBezTo>
                    <a:lnTo>
                      <a:pt x="5141500" y="916585"/>
                    </a:lnTo>
                    <a:cubicBezTo>
                      <a:pt x="5141500" y="1017830"/>
                      <a:pt x="5059424" y="1099906"/>
                      <a:pt x="4958180" y="1099906"/>
                    </a:cubicBezTo>
                    <a:lnTo>
                      <a:pt x="183321" y="1099906"/>
                    </a:lnTo>
                    <a:cubicBezTo>
                      <a:pt x="82076" y="1099906"/>
                      <a:pt x="0" y="1017830"/>
                      <a:pt x="0" y="916585"/>
                    </a:cubicBezTo>
                    <a:lnTo>
                      <a:pt x="0" y="183321"/>
                    </a:lnTo>
                    <a:cubicBezTo>
                      <a:pt x="0" y="82076"/>
                      <a:pt x="82076" y="0"/>
                      <a:pt x="183321" y="0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E78CBAC0-69D8-0351-2D78-F63BBE3086BA}"/>
                  </a:ext>
                </a:extLst>
              </p:cNvPr>
              <p:cNvSpPr/>
              <p:nvPr/>
            </p:nvSpPr>
            <p:spPr>
              <a:xfrm>
                <a:off x="1889693" y="1582563"/>
                <a:ext cx="553256" cy="1115408"/>
              </a:xfrm>
              <a:custGeom>
                <a:avLst/>
                <a:gdLst>
                  <a:gd name="connsiteX0" fmla="*/ 306952 w 553256"/>
                  <a:gd name="connsiteY0" fmla="*/ 0 h 1115408"/>
                  <a:gd name="connsiteX1" fmla="*/ 437248 w 553256"/>
                  <a:gd name="connsiteY1" fmla="*/ 0 h 1115408"/>
                  <a:gd name="connsiteX2" fmla="*/ 553256 w 553256"/>
                  <a:gd name="connsiteY2" fmla="*/ 116008 h 1115408"/>
                  <a:gd name="connsiteX3" fmla="*/ 553256 w 553256"/>
                  <a:gd name="connsiteY3" fmla="*/ 999400 h 1115408"/>
                  <a:gd name="connsiteX4" fmla="*/ 437248 w 553256"/>
                  <a:gd name="connsiteY4" fmla="*/ 1115408 h 1115408"/>
                  <a:gd name="connsiteX5" fmla="*/ 0 w 553256"/>
                  <a:gd name="connsiteY5" fmla="*/ 1115408 h 1115408"/>
                  <a:gd name="connsiteX6" fmla="*/ 24619 w 553256"/>
                  <a:gd name="connsiteY6" fmla="*/ 973173 h 1115408"/>
                  <a:gd name="connsiteX7" fmla="*/ 245116 w 553256"/>
                  <a:gd name="connsiteY7" fmla="*/ 158145 h 1115408"/>
                  <a:gd name="connsiteX8" fmla="*/ 306952 w 553256"/>
                  <a:gd name="connsiteY8" fmla="*/ 0 h 1115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53256" h="1115408">
                    <a:moveTo>
                      <a:pt x="306952" y="0"/>
                    </a:moveTo>
                    <a:lnTo>
                      <a:pt x="437248" y="0"/>
                    </a:lnTo>
                    <a:cubicBezTo>
                      <a:pt x="501317" y="0"/>
                      <a:pt x="553256" y="51939"/>
                      <a:pt x="553256" y="116008"/>
                    </a:cubicBezTo>
                    <a:lnTo>
                      <a:pt x="553256" y="999400"/>
                    </a:lnTo>
                    <a:cubicBezTo>
                      <a:pt x="553256" y="1063469"/>
                      <a:pt x="501317" y="1115408"/>
                      <a:pt x="437248" y="1115408"/>
                    </a:cubicBezTo>
                    <a:lnTo>
                      <a:pt x="0" y="1115408"/>
                    </a:lnTo>
                    <a:lnTo>
                      <a:pt x="24619" y="973173"/>
                    </a:lnTo>
                    <a:cubicBezTo>
                      <a:pt x="78499" y="698938"/>
                      <a:pt x="146880" y="428968"/>
                      <a:pt x="245116" y="158145"/>
                    </a:cubicBezTo>
                    <a:lnTo>
                      <a:pt x="306952" y="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4A6790F2-85C0-7C09-6476-9809C963FD8F}"/>
                  </a:ext>
                </a:extLst>
              </p:cNvPr>
              <p:cNvSpPr/>
              <p:nvPr/>
            </p:nvSpPr>
            <p:spPr>
              <a:xfrm>
                <a:off x="1842448" y="1310184"/>
                <a:ext cx="7233313" cy="3111690"/>
              </a:xfrm>
              <a:custGeom>
                <a:avLst/>
                <a:gdLst>
                  <a:gd name="connsiteX0" fmla="*/ 464024 w 7233313"/>
                  <a:gd name="connsiteY0" fmla="*/ 0 h 3111690"/>
                  <a:gd name="connsiteX1" fmla="*/ 7233313 w 7233313"/>
                  <a:gd name="connsiteY1" fmla="*/ 0 h 3111690"/>
                  <a:gd name="connsiteX2" fmla="*/ 7233313 w 7233313"/>
                  <a:gd name="connsiteY2" fmla="*/ 3098042 h 3111690"/>
                  <a:gd name="connsiteX3" fmla="*/ 27296 w 7233313"/>
                  <a:gd name="connsiteY3" fmla="*/ 3111690 h 3111690"/>
                  <a:gd name="connsiteX4" fmla="*/ 0 w 7233313"/>
                  <a:gd name="connsiteY4" fmla="*/ 1637731 h 3111690"/>
                  <a:gd name="connsiteX5" fmla="*/ 464024 w 7233313"/>
                  <a:gd name="connsiteY5" fmla="*/ 0 h 3111690"/>
                  <a:gd name="connsiteX6" fmla="*/ 848440 w 7233313"/>
                  <a:gd name="connsiteY6" fmla="*/ 249368 h 3111690"/>
                  <a:gd name="connsiteX7" fmla="*/ 696037 w 7233313"/>
                  <a:gd name="connsiteY7" fmla="*/ 401771 h 3111690"/>
                  <a:gd name="connsiteX8" fmla="*/ 696037 w 7233313"/>
                  <a:gd name="connsiteY8" fmla="*/ 2659036 h 3111690"/>
                  <a:gd name="connsiteX9" fmla="*/ 848440 w 7233313"/>
                  <a:gd name="connsiteY9" fmla="*/ 2811439 h 3111690"/>
                  <a:gd name="connsiteX10" fmla="*/ 1458032 w 7233313"/>
                  <a:gd name="connsiteY10" fmla="*/ 2811439 h 3111690"/>
                  <a:gd name="connsiteX11" fmla="*/ 1610435 w 7233313"/>
                  <a:gd name="connsiteY11" fmla="*/ 2659036 h 3111690"/>
                  <a:gd name="connsiteX12" fmla="*/ 1610435 w 7233313"/>
                  <a:gd name="connsiteY12" fmla="*/ 401771 h 3111690"/>
                  <a:gd name="connsiteX13" fmla="*/ 1458032 w 7233313"/>
                  <a:gd name="connsiteY13" fmla="*/ 249368 h 3111690"/>
                  <a:gd name="connsiteX14" fmla="*/ 848440 w 7233313"/>
                  <a:gd name="connsiteY14" fmla="*/ 249368 h 3111690"/>
                  <a:gd name="connsiteX15" fmla="*/ 2043127 w 7233313"/>
                  <a:gd name="connsiteY15" fmla="*/ 264869 h 3111690"/>
                  <a:gd name="connsiteX16" fmla="*/ 1859806 w 7233313"/>
                  <a:gd name="connsiteY16" fmla="*/ 448190 h 3111690"/>
                  <a:gd name="connsiteX17" fmla="*/ 1859806 w 7233313"/>
                  <a:gd name="connsiteY17" fmla="*/ 1181454 h 3111690"/>
                  <a:gd name="connsiteX18" fmla="*/ 2043127 w 7233313"/>
                  <a:gd name="connsiteY18" fmla="*/ 1364775 h 3111690"/>
                  <a:gd name="connsiteX19" fmla="*/ 6817986 w 7233313"/>
                  <a:gd name="connsiteY19" fmla="*/ 1364775 h 3111690"/>
                  <a:gd name="connsiteX20" fmla="*/ 7001306 w 7233313"/>
                  <a:gd name="connsiteY20" fmla="*/ 1181454 h 3111690"/>
                  <a:gd name="connsiteX21" fmla="*/ 7001306 w 7233313"/>
                  <a:gd name="connsiteY21" fmla="*/ 448190 h 3111690"/>
                  <a:gd name="connsiteX22" fmla="*/ 6817986 w 7233313"/>
                  <a:gd name="connsiteY22" fmla="*/ 264869 h 3111690"/>
                  <a:gd name="connsiteX23" fmla="*/ 2043127 w 7233313"/>
                  <a:gd name="connsiteY23" fmla="*/ 264869 h 3111690"/>
                  <a:gd name="connsiteX24" fmla="*/ 354197 w 7233313"/>
                  <a:gd name="connsiteY24" fmla="*/ 272378 h 3111690"/>
                  <a:gd name="connsiteX25" fmla="*/ 292361 w 7233313"/>
                  <a:gd name="connsiteY25" fmla="*/ 430523 h 3111690"/>
                  <a:gd name="connsiteX26" fmla="*/ 71864 w 7233313"/>
                  <a:gd name="connsiteY26" fmla="*/ 1245551 h 3111690"/>
                  <a:gd name="connsiteX27" fmla="*/ 47245 w 7233313"/>
                  <a:gd name="connsiteY27" fmla="*/ 1387786 h 3111690"/>
                  <a:gd name="connsiteX28" fmla="*/ 484493 w 7233313"/>
                  <a:gd name="connsiteY28" fmla="*/ 1387786 h 3111690"/>
                  <a:gd name="connsiteX29" fmla="*/ 600501 w 7233313"/>
                  <a:gd name="connsiteY29" fmla="*/ 1271778 h 3111690"/>
                  <a:gd name="connsiteX30" fmla="*/ 600501 w 7233313"/>
                  <a:gd name="connsiteY30" fmla="*/ 388386 h 3111690"/>
                  <a:gd name="connsiteX31" fmla="*/ 484493 w 7233313"/>
                  <a:gd name="connsiteY31" fmla="*/ 272378 h 3111690"/>
                  <a:gd name="connsiteX32" fmla="*/ 354197 w 7233313"/>
                  <a:gd name="connsiteY32" fmla="*/ 272378 h 311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7233313" h="3111690">
                    <a:moveTo>
                      <a:pt x="464024" y="0"/>
                    </a:moveTo>
                    <a:lnTo>
                      <a:pt x="7233313" y="0"/>
                    </a:lnTo>
                    <a:lnTo>
                      <a:pt x="7233313" y="3098042"/>
                    </a:lnTo>
                    <a:lnTo>
                      <a:pt x="27296" y="3111690"/>
                    </a:lnTo>
                    <a:cubicBezTo>
                      <a:pt x="27296" y="2606723"/>
                      <a:pt x="0" y="2142698"/>
                      <a:pt x="0" y="1637731"/>
                    </a:cubicBezTo>
                    <a:cubicBezTo>
                      <a:pt x="86436" y="1078173"/>
                      <a:pt x="200167" y="545910"/>
                      <a:pt x="464024" y="0"/>
                    </a:cubicBezTo>
                    <a:close/>
                    <a:moveTo>
                      <a:pt x="848440" y="249368"/>
                    </a:moveTo>
                    <a:cubicBezTo>
                      <a:pt x="764270" y="249368"/>
                      <a:pt x="696037" y="317601"/>
                      <a:pt x="696037" y="401771"/>
                    </a:cubicBezTo>
                    <a:lnTo>
                      <a:pt x="696037" y="2659036"/>
                    </a:lnTo>
                    <a:cubicBezTo>
                      <a:pt x="696037" y="2743206"/>
                      <a:pt x="764270" y="2811439"/>
                      <a:pt x="848440" y="2811439"/>
                    </a:cubicBezTo>
                    <a:lnTo>
                      <a:pt x="1458032" y="2811439"/>
                    </a:lnTo>
                    <a:cubicBezTo>
                      <a:pt x="1542202" y="2811439"/>
                      <a:pt x="1610435" y="2743206"/>
                      <a:pt x="1610435" y="2659036"/>
                    </a:cubicBezTo>
                    <a:lnTo>
                      <a:pt x="1610435" y="401771"/>
                    </a:lnTo>
                    <a:cubicBezTo>
                      <a:pt x="1610435" y="317601"/>
                      <a:pt x="1542202" y="249368"/>
                      <a:pt x="1458032" y="249368"/>
                    </a:cubicBezTo>
                    <a:lnTo>
                      <a:pt x="848440" y="249368"/>
                    </a:lnTo>
                    <a:close/>
                    <a:moveTo>
                      <a:pt x="2043127" y="264869"/>
                    </a:moveTo>
                    <a:cubicBezTo>
                      <a:pt x="1941882" y="264869"/>
                      <a:pt x="1859806" y="346945"/>
                      <a:pt x="1859806" y="448190"/>
                    </a:cubicBezTo>
                    <a:lnTo>
                      <a:pt x="1859806" y="1181454"/>
                    </a:lnTo>
                    <a:cubicBezTo>
                      <a:pt x="1859806" y="1282699"/>
                      <a:pt x="1941882" y="1364775"/>
                      <a:pt x="2043127" y="1364775"/>
                    </a:cubicBezTo>
                    <a:lnTo>
                      <a:pt x="6817986" y="1364775"/>
                    </a:lnTo>
                    <a:cubicBezTo>
                      <a:pt x="6919230" y="1364775"/>
                      <a:pt x="7001306" y="1282699"/>
                      <a:pt x="7001306" y="1181454"/>
                    </a:cubicBezTo>
                    <a:lnTo>
                      <a:pt x="7001306" y="448190"/>
                    </a:lnTo>
                    <a:cubicBezTo>
                      <a:pt x="7001306" y="346945"/>
                      <a:pt x="6919230" y="264869"/>
                      <a:pt x="6817986" y="264869"/>
                    </a:cubicBezTo>
                    <a:lnTo>
                      <a:pt x="2043127" y="264869"/>
                    </a:lnTo>
                    <a:close/>
                    <a:moveTo>
                      <a:pt x="354197" y="272378"/>
                    </a:moveTo>
                    <a:lnTo>
                      <a:pt x="292361" y="430523"/>
                    </a:lnTo>
                    <a:cubicBezTo>
                      <a:pt x="194125" y="701346"/>
                      <a:pt x="125744" y="971316"/>
                      <a:pt x="71864" y="1245551"/>
                    </a:cubicBezTo>
                    <a:lnTo>
                      <a:pt x="47245" y="1387786"/>
                    </a:lnTo>
                    <a:lnTo>
                      <a:pt x="484493" y="1387786"/>
                    </a:lnTo>
                    <a:cubicBezTo>
                      <a:pt x="548562" y="1387786"/>
                      <a:pt x="600501" y="1335847"/>
                      <a:pt x="600501" y="1271778"/>
                    </a:cubicBezTo>
                    <a:lnTo>
                      <a:pt x="600501" y="388386"/>
                    </a:lnTo>
                    <a:cubicBezTo>
                      <a:pt x="600501" y="324317"/>
                      <a:pt x="548562" y="272378"/>
                      <a:pt x="484493" y="272378"/>
                    </a:cubicBezTo>
                    <a:lnTo>
                      <a:pt x="354197" y="272378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D216C7E5-C9DF-53F7-70C5-6777A2A139E3}"/>
                  </a:ext>
                </a:extLst>
              </p:cNvPr>
              <p:cNvSpPr/>
              <p:nvPr/>
            </p:nvSpPr>
            <p:spPr>
              <a:xfrm>
                <a:off x="1852897" y="3330252"/>
                <a:ext cx="101623" cy="222743"/>
              </a:xfrm>
              <a:custGeom>
                <a:avLst/>
                <a:gdLst>
                  <a:gd name="connsiteX0" fmla="*/ 0 w 101623"/>
                  <a:gd name="connsiteY0" fmla="*/ 0 h 222743"/>
                  <a:gd name="connsiteX1" fmla="*/ 67503 w 101623"/>
                  <a:gd name="connsiteY1" fmla="*/ 0 h 222743"/>
                  <a:gd name="connsiteX2" fmla="*/ 101623 w 101623"/>
                  <a:gd name="connsiteY2" fmla="*/ 34120 h 222743"/>
                  <a:gd name="connsiteX3" fmla="*/ 101623 w 101623"/>
                  <a:gd name="connsiteY3" fmla="*/ 188623 h 222743"/>
                  <a:gd name="connsiteX4" fmla="*/ 67503 w 101623"/>
                  <a:gd name="connsiteY4" fmla="*/ 222743 h 222743"/>
                  <a:gd name="connsiteX5" fmla="*/ 5732 w 101623"/>
                  <a:gd name="connsiteY5" fmla="*/ 222743 h 222743"/>
                  <a:gd name="connsiteX6" fmla="*/ 0 w 101623"/>
                  <a:gd name="connsiteY6" fmla="*/ 0 h 222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1623" h="222743">
                    <a:moveTo>
                      <a:pt x="0" y="0"/>
                    </a:moveTo>
                    <a:lnTo>
                      <a:pt x="67503" y="0"/>
                    </a:lnTo>
                    <a:cubicBezTo>
                      <a:pt x="86347" y="0"/>
                      <a:pt x="101623" y="15276"/>
                      <a:pt x="101623" y="34120"/>
                    </a:cubicBezTo>
                    <a:lnTo>
                      <a:pt x="101623" y="188623"/>
                    </a:lnTo>
                    <a:cubicBezTo>
                      <a:pt x="101623" y="207467"/>
                      <a:pt x="86347" y="222743"/>
                      <a:pt x="67503" y="222743"/>
                    </a:cubicBezTo>
                    <a:lnTo>
                      <a:pt x="5732" y="22274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23A9BD74-C847-9209-E11B-875A030C6099}"/>
                  </a:ext>
                </a:extLst>
              </p:cNvPr>
              <p:cNvSpPr/>
              <p:nvPr/>
            </p:nvSpPr>
            <p:spPr>
              <a:xfrm>
                <a:off x="8940004" y="4121624"/>
                <a:ext cx="131604" cy="286851"/>
              </a:xfrm>
              <a:custGeom>
                <a:avLst/>
                <a:gdLst>
                  <a:gd name="connsiteX0" fmla="*/ 37857 w 131604"/>
                  <a:gd name="connsiteY0" fmla="*/ 0 h 286851"/>
                  <a:gd name="connsiteX1" fmla="*/ 131604 w 131604"/>
                  <a:gd name="connsiteY1" fmla="*/ 0 h 286851"/>
                  <a:gd name="connsiteX2" fmla="*/ 131604 w 131604"/>
                  <a:gd name="connsiteY2" fmla="*/ 286602 h 286851"/>
                  <a:gd name="connsiteX3" fmla="*/ 0 w 131604"/>
                  <a:gd name="connsiteY3" fmla="*/ 286851 h 286851"/>
                  <a:gd name="connsiteX4" fmla="*/ 0 w 131604"/>
                  <a:gd name="connsiteY4" fmla="*/ 37857 h 286851"/>
                  <a:gd name="connsiteX5" fmla="*/ 37857 w 131604"/>
                  <a:gd name="connsiteY5" fmla="*/ 0 h 286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1604" h="286851">
                    <a:moveTo>
                      <a:pt x="37857" y="0"/>
                    </a:moveTo>
                    <a:lnTo>
                      <a:pt x="131604" y="0"/>
                    </a:lnTo>
                    <a:lnTo>
                      <a:pt x="131604" y="286602"/>
                    </a:lnTo>
                    <a:lnTo>
                      <a:pt x="0" y="286851"/>
                    </a:lnTo>
                    <a:lnTo>
                      <a:pt x="0" y="37857"/>
                    </a:lnTo>
                    <a:cubicBezTo>
                      <a:pt x="0" y="16949"/>
                      <a:pt x="16949" y="0"/>
                      <a:pt x="37857" y="0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41E56E78-FB61-E0AC-A582-3127047B0BE1}"/>
                  </a:ext>
                </a:extLst>
              </p:cNvPr>
              <p:cNvSpPr/>
              <p:nvPr/>
            </p:nvSpPr>
            <p:spPr>
              <a:xfrm>
                <a:off x="1875169" y="4247433"/>
                <a:ext cx="130705" cy="174442"/>
              </a:xfrm>
              <a:custGeom>
                <a:avLst/>
                <a:gdLst>
                  <a:gd name="connsiteX0" fmla="*/ 0 w 130705"/>
                  <a:gd name="connsiteY0" fmla="*/ 0 h 174442"/>
                  <a:gd name="connsiteX1" fmla="*/ 96585 w 130705"/>
                  <a:gd name="connsiteY1" fmla="*/ 0 h 174442"/>
                  <a:gd name="connsiteX2" fmla="*/ 130705 w 130705"/>
                  <a:gd name="connsiteY2" fmla="*/ 34120 h 174442"/>
                  <a:gd name="connsiteX3" fmla="*/ 130705 w 130705"/>
                  <a:gd name="connsiteY3" fmla="*/ 174198 h 174442"/>
                  <a:gd name="connsiteX4" fmla="*/ 1998 w 130705"/>
                  <a:gd name="connsiteY4" fmla="*/ 174442 h 174442"/>
                  <a:gd name="connsiteX5" fmla="*/ 0 w 130705"/>
                  <a:gd name="connsiteY5" fmla="*/ 0 h 174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0705" h="174442">
                    <a:moveTo>
                      <a:pt x="0" y="0"/>
                    </a:moveTo>
                    <a:lnTo>
                      <a:pt x="96585" y="0"/>
                    </a:lnTo>
                    <a:cubicBezTo>
                      <a:pt x="115429" y="0"/>
                      <a:pt x="130705" y="15276"/>
                      <a:pt x="130705" y="34120"/>
                    </a:cubicBezTo>
                    <a:lnTo>
                      <a:pt x="130705" y="174198"/>
                    </a:lnTo>
                    <a:lnTo>
                      <a:pt x="1998" y="1744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46D59B75-E1FF-8C9F-7B25-CF5CB2BFEFB8}"/>
                  </a:ext>
                </a:extLst>
              </p:cNvPr>
              <p:cNvGrpSpPr/>
              <p:nvPr/>
            </p:nvGrpSpPr>
            <p:grpSpPr>
              <a:xfrm rot="19613720">
                <a:off x="3548418" y="3318820"/>
                <a:ext cx="1422400" cy="1422400"/>
                <a:chOff x="3548418" y="3318820"/>
                <a:chExt cx="1422400" cy="1422400"/>
              </a:xfrm>
              <a:grpFill/>
            </p:grpSpPr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D36F0D76-BEAB-5F17-975D-E4D1D646C2A9}"/>
                    </a:ext>
                  </a:extLst>
                </p:cNvPr>
                <p:cNvSpPr/>
                <p:nvPr/>
              </p:nvSpPr>
              <p:spPr>
                <a:xfrm>
                  <a:off x="3548418" y="3318820"/>
                  <a:ext cx="1422400" cy="1422400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177DE309-8EE7-84D0-7253-885D22FE634E}"/>
                    </a:ext>
                  </a:extLst>
                </p:cNvPr>
                <p:cNvSpPr/>
                <p:nvPr/>
              </p:nvSpPr>
              <p:spPr>
                <a:xfrm>
                  <a:off x="3908674" y="3679076"/>
                  <a:ext cx="701887" cy="70188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Rectangle: Rounded Corners 53">
                  <a:extLst>
                    <a:ext uri="{FF2B5EF4-FFF2-40B4-BE49-F238E27FC236}">
                      <a16:creationId xmlns:a16="http://schemas.microsoft.com/office/drawing/2014/main" id="{9BA59A5D-6E96-0860-9420-2416A6FBD2A9}"/>
                    </a:ext>
                  </a:extLst>
                </p:cNvPr>
                <p:cNvSpPr/>
                <p:nvPr/>
              </p:nvSpPr>
              <p:spPr>
                <a:xfrm>
                  <a:off x="4350394" y="3986270"/>
                  <a:ext cx="57090" cy="87497"/>
                </a:xfrm>
                <a:prstGeom prst="roundRect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Rectangle: Rounded Corners 54">
                  <a:extLst>
                    <a:ext uri="{FF2B5EF4-FFF2-40B4-BE49-F238E27FC236}">
                      <a16:creationId xmlns:a16="http://schemas.microsoft.com/office/drawing/2014/main" id="{5078E77A-53FE-EA3F-E8FE-16A2F9AF899D}"/>
                    </a:ext>
                  </a:extLst>
                </p:cNvPr>
                <p:cNvSpPr/>
                <p:nvPr/>
              </p:nvSpPr>
              <p:spPr>
                <a:xfrm>
                  <a:off x="4231072" y="3898773"/>
                  <a:ext cx="57090" cy="87497"/>
                </a:xfrm>
                <a:prstGeom prst="roundRect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Rectangle: Rounded Corners 55">
                  <a:extLst>
                    <a:ext uri="{FF2B5EF4-FFF2-40B4-BE49-F238E27FC236}">
                      <a16:creationId xmlns:a16="http://schemas.microsoft.com/office/drawing/2014/main" id="{E7637415-CDA9-04D3-1D8D-B396A3C3C96A}"/>
                    </a:ext>
                  </a:extLst>
                </p:cNvPr>
                <p:cNvSpPr/>
                <p:nvPr/>
              </p:nvSpPr>
              <p:spPr>
                <a:xfrm>
                  <a:off x="4104003" y="3986270"/>
                  <a:ext cx="57090" cy="87497"/>
                </a:xfrm>
                <a:prstGeom prst="roundRect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Rectangle: Rounded Corners 56">
                  <a:extLst>
                    <a:ext uri="{FF2B5EF4-FFF2-40B4-BE49-F238E27FC236}">
                      <a16:creationId xmlns:a16="http://schemas.microsoft.com/office/drawing/2014/main" id="{FFF4ADA4-2C9B-1DBF-6CE2-8A3E1396344C}"/>
                    </a:ext>
                  </a:extLst>
                </p:cNvPr>
                <p:cNvSpPr/>
                <p:nvPr/>
              </p:nvSpPr>
              <p:spPr>
                <a:xfrm>
                  <a:off x="4231072" y="4090518"/>
                  <a:ext cx="57090" cy="87497"/>
                </a:xfrm>
                <a:prstGeom prst="roundRect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03956A00-6610-577A-E281-6E0B168A1A45}"/>
                  </a:ext>
                </a:extLst>
              </p:cNvPr>
              <p:cNvGrpSpPr/>
              <p:nvPr/>
            </p:nvGrpSpPr>
            <p:grpSpPr>
              <a:xfrm rot="19375015">
                <a:off x="7041898" y="3324891"/>
                <a:ext cx="1422400" cy="1422400"/>
                <a:chOff x="3548418" y="3318820"/>
                <a:chExt cx="1422400" cy="1422400"/>
              </a:xfrm>
              <a:grpFill/>
            </p:grpSpPr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EB15386D-F7F5-96DA-B2DC-37995E258904}"/>
                    </a:ext>
                  </a:extLst>
                </p:cNvPr>
                <p:cNvSpPr/>
                <p:nvPr/>
              </p:nvSpPr>
              <p:spPr>
                <a:xfrm>
                  <a:off x="3548418" y="3318820"/>
                  <a:ext cx="1422400" cy="1422400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E832CBED-67E4-64F0-7F45-F03A8C40C5D4}"/>
                    </a:ext>
                  </a:extLst>
                </p:cNvPr>
                <p:cNvSpPr/>
                <p:nvPr/>
              </p:nvSpPr>
              <p:spPr>
                <a:xfrm>
                  <a:off x="3908674" y="3679076"/>
                  <a:ext cx="701887" cy="70188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5BA773CE-ABB7-2F0C-9527-98B6AC4C47D4}"/>
                    </a:ext>
                  </a:extLst>
                </p:cNvPr>
                <p:cNvSpPr/>
                <p:nvPr/>
              </p:nvSpPr>
              <p:spPr>
                <a:xfrm>
                  <a:off x="4350394" y="3986270"/>
                  <a:ext cx="57090" cy="87497"/>
                </a:xfrm>
                <a:prstGeom prst="roundRect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DB864F8B-281A-4730-E2F9-34F6F1DB7993}"/>
                    </a:ext>
                  </a:extLst>
                </p:cNvPr>
                <p:cNvSpPr/>
                <p:nvPr/>
              </p:nvSpPr>
              <p:spPr>
                <a:xfrm>
                  <a:off x="4231072" y="3898773"/>
                  <a:ext cx="57090" cy="87497"/>
                </a:xfrm>
                <a:prstGeom prst="roundRect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9CA7168E-4081-9C6D-3644-83FE6F1E9135}"/>
                    </a:ext>
                  </a:extLst>
                </p:cNvPr>
                <p:cNvSpPr/>
                <p:nvPr/>
              </p:nvSpPr>
              <p:spPr>
                <a:xfrm>
                  <a:off x="4104003" y="3986270"/>
                  <a:ext cx="57090" cy="87497"/>
                </a:xfrm>
                <a:prstGeom prst="roundRect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Rectangle: Rounded Corners 50">
                  <a:extLst>
                    <a:ext uri="{FF2B5EF4-FFF2-40B4-BE49-F238E27FC236}">
                      <a16:creationId xmlns:a16="http://schemas.microsoft.com/office/drawing/2014/main" id="{73F30B83-F25C-746B-EB82-8374DAB8EB15}"/>
                    </a:ext>
                  </a:extLst>
                </p:cNvPr>
                <p:cNvSpPr/>
                <p:nvPr/>
              </p:nvSpPr>
              <p:spPr>
                <a:xfrm>
                  <a:off x="4231072" y="4090518"/>
                  <a:ext cx="57090" cy="87497"/>
                </a:xfrm>
                <a:prstGeom prst="roundRect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195F0E11-95D2-3EC2-9B74-BBA47F7616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95684" y="1559553"/>
                <a:ext cx="0" cy="2562071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1765E86-3AA8-E586-97C2-EE2393952B55}"/>
                </a:ext>
              </a:extLst>
            </p:cNvPr>
            <p:cNvGrpSpPr/>
            <p:nvPr/>
          </p:nvGrpSpPr>
          <p:grpSpPr>
            <a:xfrm>
              <a:off x="2857500" y="2010494"/>
              <a:ext cx="2061178" cy="879010"/>
              <a:chOff x="2857500" y="2010747"/>
              <a:chExt cx="2061178" cy="897143"/>
            </a:xfrm>
            <a:grpFill/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5C15111-BAE5-24FD-9757-229D1B5656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57500" y="2010747"/>
                <a:ext cx="0" cy="897142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FC759BC1-947C-7CF6-9D79-5182ED13D287}"/>
                  </a:ext>
                </a:extLst>
              </p:cNvPr>
              <p:cNvCxnSpPr/>
              <p:nvPr/>
            </p:nvCxnSpPr>
            <p:spPr>
              <a:xfrm>
                <a:off x="3930650" y="2016494"/>
                <a:ext cx="0" cy="891396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BC58DCCD-E762-00AA-DF1F-C3F9559328F7}"/>
                  </a:ext>
                </a:extLst>
              </p:cNvPr>
              <p:cNvCxnSpPr/>
              <p:nvPr/>
            </p:nvCxnSpPr>
            <p:spPr>
              <a:xfrm>
                <a:off x="4918678" y="2016494"/>
                <a:ext cx="0" cy="891396"/>
              </a:xfrm>
              <a:prstGeom prst="lin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5A35B0F-67A0-9BCF-9A74-FF2BCE4404E3}"/>
              </a:ext>
            </a:extLst>
          </p:cNvPr>
          <p:cNvGrpSpPr/>
          <p:nvPr/>
        </p:nvGrpSpPr>
        <p:grpSpPr>
          <a:xfrm>
            <a:off x="-499483" y="763405"/>
            <a:ext cx="9566195" cy="4545640"/>
            <a:chOff x="315374" y="1798817"/>
            <a:chExt cx="5780626" cy="2746823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C8F7C065-6AA8-7B2D-0E4C-959157F9FE6F}"/>
                </a:ext>
              </a:extLst>
            </p:cNvPr>
            <p:cNvGrpSpPr/>
            <p:nvPr/>
          </p:nvGrpSpPr>
          <p:grpSpPr>
            <a:xfrm>
              <a:off x="315374" y="1798817"/>
              <a:ext cx="5780626" cy="2746823"/>
              <a:chOff x="1842448" y="1310184"/>
              <a:chExt cx="7233313" cy="3437107"/>
            </a:xfrm>
          </p:grpSpPr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23CED498-CE6B-C99C-ABBD-F21A977060C3}"/>
                  </a:ext>
                </a:extLst>
              </p:cNvPr>
              <p:cNvSpPr/>
              <p:nvPr/>
            </p:nvSpPr>
            <p:spPr>
              <a:xfrm>
                <a:off x="2538485" y="1559553"/>
                <a:ext cx="914398" cy="2562071"/>
              </a:xfrm>
              <a:custGeom>
                <a:avLst/>
                <a:gdLst>
                  <a:gd name="connsiteX0" fmla="*/ 152403 w 914398"/>
                  <a:gd name="connsiteY0" fmla="*/ 0 h 2562071"/>
                  <a:gd name="connsiteX1" fmla="*/ 761995 w 914398"/>
                  <a:gd name="connsiteY1" fmla="*/ 0 h 2562071"/>
                  <a:gd name="connsiteX2" fmla="*/ 914398 w 914398"/>
                  <a:gd name="connsiteY2" fmla="*/ 152403 h 2562071"/>
                  <a:gd name="connsiteX3" fmla="*/ 914398 w 914398"/>
                  <a:gd name="connsiteY3" fmla="*/ 2409668 h 2562071"/>
                  <a:gd name="connsiteX4" fmla="*/ 761995 w 914398"/>
                  <a:gd name="connsiteY4" fmla="*/ 2562071 h 2562071"/>
                  <a:gd name="connsiteX5" fmla="*/ 152403 w 914398"/>
                  <a:gd name="connsiteY5" fmla="*/ 2562071 h 2562071"/>
                  <a:gd name="connsiteX6" fmla="*/ 0 w 914398"/>
                  <a:gd name="connsiteY6" fmla="*/ 2409668 h 2562071"/>
                  <a:gd name="connsiteX7" fmla="*/ 0 w 914398"/>
                  <a:gd name="connsiteY7" fmla="*/ 152403 h 2562071"/>
                  <a:gd name="connsiteX8" fmla="*/ 152403 w 914398"/>
                  <a:gd name="connsiteY8" fmla="*/ 0 h 2562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14398" h="2562071">
                    <a:moveTo>
                      <a:pt x="152403" y="0"/>
                    </a:moveTo>
                    <a:lnTo>
                      <a:pt x="761995" y="0"/>
                    </a:lnTo>
                    <a:cubicBezTo>
                      <a:pt x="846165" y="0"/>
                      <a:pt x="914398" y="68233"/>
                      <a:pt x="914398" y="152403"/>
                    </a:cubicBezTo>
                    <a:lnTo>
                      <a:pt x="914398" y="2409668"/>
                    </a:lnTo>
                    <a:cubicBezTo>
                      <a:pt x="914398" y="2493838"/>
                      <a:pt x="846165" y="2562071"/>
                      <a:pt x="761995" y="2562071"/>
                    </a:cubicBezTo>
                    <a:lnTo>
                      <a:pt x="152403" y="2562071"/>
                    </a:lnTo>
                    <a:cubicBezTo>
                      <a:pt x="68233" y="2562071"/>
                      <a:pt x="0" y="2493838"/>
                      <a:pt x="0" y="2409668"/>
                    </a:cubicBezTo>
                    <a:lnTo>
                      <a:pt x="0" y="152403"/>
                    </a:lnTo>
                    <a:cubicBezTo>
                      <a:pt x="0" y="68233"/>
                      <a:pt x="68233" y="0"/>
                      <a:pt x="152403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74000">
                    <a:srgbClr val="2FD3FF"/>
                  </a:gs>
                  <a:gs pos="100000">
                    <a:srgbClr val="2FD3FF"/>
                  </a:gs>
                </a:gsLst>
                <a:lin ang="5400000" scaled="1"/>
              </a:gra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1F3CD9E7-B258-F001-0D57-2F71A9E64F3D}"/>
                  </a:ext>
                </a:extLst>
              </p:cNvPr>
              <p:cNvSpPr/>
              <p:nvPr/>
            </p:nvSpPr>
            <p:spPr>
              <a:xfrm>
                <a:off x="3702254" y="1575054"/>
                <a:ext cx="5141500" cy="1099906"/>
              </a:xfrm>
              <a:custGeom>
                <a:avLst/>
                <a:gdLst>
                  <a:gd name="connsiteX0" fmla="*/ 183321 w 5141500"/>
                  <a:gd name="connsiteY0" fmla="*/ 0 h 1099906"/>
                  <a:gd name="connsiteX1" fmla="*/ 4958180 w 5141500"/>
                  <a:gd name="connsiteY1" fmla="*/ 0 h 1099906"/>
                  <a:gd name="connsiteX2" fmla="*/ 5141500 w 5141500"/>
                  <a:gd name="connsiteY2" fmla="*/ 183321 h 1099906"/>
                  <a:gd name="connsiteX3" fmla="*/ 5141500 w 5141500"/>
                  <a:gd name="connsiteY3" fmla="*/ 916585 h 1099906"/>
                  <a:gd name="connsiteX4" fmla="*/ 4958180 w 5141500"/>
                  <a:gd name="connsiteY4" fmla="*/ 1099906 h 1099906"/>
                  <a:gd name="connsiteX5" fmla="*/ 183321 w 5141500"/>
                  <a:gd name="connsiteY5" fmla="*/ 1099906 h 1099906"/>
                  <a:gd name="connsiteX6" fmla="*/ 0 w 5141500"/>
                  <a:gd name="connsiteY6" fmla="*/ 916585 h 1099906"/>
                  <a:gd name="connsiteX7" fmla="*/ 0 w 5141500"/>
                  <a:gd name="connsiteY7" fmla="*/ 183321 h 1099906"/>
                  <a:gd name="connsiteX8" fmla="*/ 183321 w 5141500"/>
                  <a:gd name="connsiteY8" fmla="*/ 0 h 109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141500" h="1099906">
                    <a:moveTo>
                      <a:pt x="183321" y="0"/>
                    </a:moveTo>
                    <a:lnTo>
                      <a:pt x="4958180" y="0"/>
                    </a:lnTo>
                    <a:cubicBezTo>
                      <a:pt x="5059424" y="0"/>
                      <a:pt x="5141500" y="82076"/>
                      <a:pt x="5141500" y="183321"/>
                    </a:cubicBezTo>
                    <a:lnTo>
                      <a:pt x="5141500" y="916585"/>
                    </a:lnTo>
                    <a:cubicBezTo>
                      <a:pt x="5141500" y="1017830"/>
                      <a:pt x="5059424" y="1099906"/>
                      <a:pt x="4958180" y="1099906"/>
                    </a:cubicBezTo>
                    <a:lnTo>
                      <a:pt x="183321" y="1099906"/>
                    </a:lnTo>
                    <a:cubicBezTo>
                      <a:pt x="82076" y="1099906"/>
                      <a:pt x="0" y="1017830"/>
                      <a:pt x="0" y="916585"/>
                    </a:cubicBezTo>
                    <a:lnTo>
                      <a:pt x="0" y="183321"/>
                    </a:lnTo>
                    <a:cubicBezTo>
                      <a:pt x="0" y="82076"/>
                      <a:pt x="82076" y="0"/>
                      <a:pt x="183321" y="0"/>
                    </a:cubicBezTo>
                    <a:close/>
                  </a:path>
                </a:pathLst>
              </a:custGeom>
              <a:solidFill>
                <a:srgbClr val="8BE6FD">
                  <a:alpha val="78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484C2ED0-FB3E-A905-8724-26152942EEB7}"/>
                  </a:ext>
                </a:extLst>
              </p:cNvPr>
              <p:cNvSpPr/>
              <p:nvPr/>
            </p:nvSpPr>
            <p:spPr>
              <a:xfrm>
                <a:off x="1889693" y="1582563"/>
                <a:ext cx="553256" cy="1115408"/>
              </a:xfrm>
              <a:custGeom>
                <a:avLst/>
                <a:gdLst>
                  <a:gd name="connsiteX0" fmla="*/ 306952 w 553256"/>
                  <a:gd name="connsiteY0" fmla="*/ 0 h 1115408"/>
                  <a:gd name="connsiteX1" fmla="*/ 437248 w 553256"/>
                  <a:gd name="connsiteY1" fmla="*/ 0 h 1115408"/>
                  <a:gd name="connsiteX2" fmla="*/ 553256 w 553256"/>
                  <a:gd name="connsiteY2" fmla="*/ 116008 h 1115408"/>
                  <a:gd name="connsiteX3" fmla="*/ 553256 w 553256"/>
                  <a:gd name="connsiteY3" fmla="*/ 999400 h 1115408"/>
                  <a:gd name="connsiteX4" fmla="*/ 437248 w 553256"/>
                  <a:gd name="connsiteY4" fmla="*/ 1115408 h 1115408"/>
                  <a:gd name="connsiteX5" fmla="*/ 0 w 553256"/>
                  <a:gd name="connsiteY5" fmla="*/ 1115408 h 1115408"/>
                  <a:gd name="connsiteX6" fmla="*/ 24619 w 553256"/>
                  <a:gd name="connsiteY6" fmla="*/ 973173 h 1115408"/>
                  <a:gd name="connsiteX7" fmla="*/ 245116 w 553256"/>
                  <a:gd name="connsiteY7" fmla="*/ 158145 h 1115408"/>
                  <a:gd name="connsiteX8" fmla="*/ 306952 w 553256"/>
                  <a:gd name="connsiteY8" fmla="*/ 0 h 1115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53256" h="1115408">
                    <a:moveTo>
                      <a:pt x="306952" y="0"/>
                    </a:moveTo>
                    <a:lnTo>
                      <a:pt x="437248" y="0"/>
                    </a:lnTo>
                    <a:cubicBezTo>
                      <a:pt x="501317" y="0"/>
                      <a:pt x="553256" y="51939"/>
                      <a:pt x="553256" y="116008"/>
                    </a:cubicBezTo>
                    <a:lnTo>
                      <a:pt x="553256" y="999400"/>
                    </a:lnTo>
                    <a:cubicBezTo>
                      <a:pt x="553256" y="1063469"/>
                      <a:pt x="501317" y="1115408"/>
                      <a:pt x="437248" y="1115408"/>
                    </a:cubicBezTo>
                    <a:lnTo>
                      <a:pt x="0" y="1115408"/>
                    </a:lnTo>
                    <a:lnTo>
                      <a:pt x="24619" y="973173"/>
                    </a:lnTo>
                    <a:cubicBezTo>
                      <a:pt x="78499" y="698938"/>
                      <a:pt x="146880" y="428968"/>
                      <a:pt x="245116" y="158145"/>
                    </a:cubicBezTo>
                    <a:lnTo>
                      <a:pt x="306952" y="0"/>
                    </a:lnTo>
                    <a:close/>
                  </a:path>
                </a:pathLst>
              </a:custGeom>
              <a:solidFill>
                <a:srgbClr val="8BE6FD">
                  <a:alpha val="78000"/>
                </a:srgbClr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B446C21F-D672-CB4C-B186-075FBE917FA3}"/>
                  </a:ext>
                </a:extLst>
              </p:cNvPr>
              <p:cNvSpPr/>
              <p:nvPr/>
            </p:nvSpPr>
            <p:spPr>
              <a:xfrm>
                <a:off x="1842448" y="1310184"/>
                <a:ext cx="7233313" cy="3111690"/>
              </a:xfrm>
              <a:custGeom>
                <a:avLst/>
                <a:gdLst>
                  <a:gd name="connsiteX0" fmla="*/ 464024 w 7233313"/>
                  <a:gd name="connsiteY0" fmla="*/ 0 h 3111690"/>
                  <a:gd name="connsiteX1" fmla="*/ 7233313 w 7233313"/>
                  <a:gd name="connsiteY1" fmla="*/ 0 h 3111690"/>
                  <a:gd name="connsiteX2" fmla="*/ 7233313 w 7233313"/>
                  <a:gd name="connsiteY2" fmla="*/ 3098042 h 3111690"/>
                  <a:gd name="connsiteX3" fmla="*/ 27296 w 7233313"/>
                  <a:gd name="connsiteY3" fmla="*/ 3111690 h 3111690"/>
                  <a:gd name="connsiteX4" fmla="*/ 0 w 7233313"/>
                  <a:gd name="connsiteY4" fmla="*/ 1637731 h 3111690"/>
                  <a:gd name="connsiteX5" fmla="*/ 464024 w 7233313"/>
                  <a:gd name="connsiteY5" fmla="*/ 0 h 3111690"/>
                  <a:gd name="connsiteX6" fmla="*/ 848440 w 7233313"/>
                  <a:gd name="connsiteY6" fmla="*/ 249368 h 3111690"/>
                  <a:gd name="connsiteX7" fmla="*/ 696037 w 7233313"/>
                  <a:gd name="connsiteY7" fmla="*/ 401771 h 3111690"/>
                  <a:gd name="connsiteX8" fmla="*/ 696037 w 7233313"/>
                  <a:gd name="connsiteY8" fmla="*/ 2659036 h 3111690"/>
                  <a:gd name="connsiteX9" fmla="*/ 848440 w 7233313"/>
                  <a:gd name="connsiteY9" fmla="*/ 2811439 h 3111690"/>
                  <a:gd name="connsiteX10" fmla="*/ 1458032 w 7233313"/>
                  <a:gd name="connsiteY10" fmla="*/ 2811439 h 3111690"/>
                  <a:gd name="connsiteX11" fmla="*/ 1610435 w 7233313"/>
                  <a:gd name="connsiteY11" fmla="*/ 2659036 h 3111690"/>
                  <a:gd name="connsiteX12" fmla="*/ 1610435 w 7233313"/>
                  <a:gd name="connsiteY12" fmla="*/ 401771 h 3111690"/>
                  <a:gd name="connsiteX13" fmla="*/ 1458032 w 7233313"/>
                  <a:gd name="connsiteY13" fmla="*/ 249368 h 3111690"/>
                  <a:gd name="connsiteX14" fmla="*/ 848440 w 7233313"/>
                  <a:gd name="connsiteY14" fmla="*/ 249368 h 3111690"/>
                  <a:gd name="connsiteX15" fmla="*/ 2043127 w 7233313"/>
                  <a:gd name="connsiteY15" fmla="*/ 264869 h 3111690"/>
                  <a:gd name="connsiteX16" fmla="*/ 1859806 w 7233313"/>
                  <a:gd name="connsiteY16" fmla="*/ 448190 h 3111690"/>
                  <a:gd name="connsiteX17" fmla="*/ 1859806 w 7233313"/>
                  <a:gd name="connsiteY17" fmla="*/ 1181454 h 3111690"/>
                  <a:gd name="connsiteX18" fmla="*/ 2043127 w 7233313"/>
                  <a:gd name="connsiteY18" fmla="*/ 1364775 h 3111690"/>
                  <a:gd name="connsiteX19" fmla="*/ 6817986 w 7233313"/>
                  <a:gd name="connsiteY19" fmla="*/ 1364775 h 3111690"/>
                  <a:gd name="connsiteX20" fmla="*/ 7001306 w 7233313"/>
                  <a:gd name="connsiteY20" fmla="*/ 1181454 h 3111690"/>
                  <a:gd name="connsiteX21" fmla="*/ 7001306 w 7233313"/>
                  <a:gd name="connsiteY21" fmla="*/ 448190 h 3111690"/>
                  <a:gd name="connsiteX22" fmla="*/ 6817986 w 7233313"/>
                  <a:gd name="connsiteY22" fmla="*/ 264869 h 3111690"/>
                  <a:gd name="connsiteX23" fmla="*/ 2043127 w 7233313"/>
                  <a:gd name="connsiteY23" fmla="*/ 264869 h 3111690"/>
                  <a:gd name="connsiteX24" fmla="*/ 354197 w 7233313"/>
                  <a:gd name="connsiteY24" fmla="*/ 272378 h 3111690"/>
                  <a:gd name="connsiteX25" fmla="*/ 292361 w 7233313"/>
                  <a:gd name="connsiteY25" fmla="*/ 430523 h 3111690"/>
                  <a:gd name="connsiteX26" fmla="*/ 71864 w 7233313"/>
                  <a:gd name="connsiteY26" fmla="*/ 1245551 h 3111690"/>
                  <a:gd name="connsiteX27" fmla="*/ 47245 w 7233313"/>
                  <a:gd name="connsiteY27" fmla="*/ 1387786 h 3111690"/>
                  <a:gd name="connsiteX28" fmla="*/ 484493 w 7233313"/>
                  <a:gd name="connsiteY28" fmla="*/ 1387786 h 3111690"/>
                  <a:gd name="connsiteX29" fmla="*/ 600501 w 7233313"/>
                  <a:gd name="connsiteY29" fmla="*/ 1271778 h 3111690"/>
                  <a:gd name="connsiteX30" fmla="*/ 600501 w 7233313"/>
                  <a:gd name="connsiteY30" fmla="*/ 388386 h 3111690"/>
                  <a:gd name="connsiteX31" fmla="*/ 484493 w 7233313"/>
                  <a:gd name="connsiteY31" fmla="*/ 272378 h 3111690"/>
                  <a:gd name="connsiteX32" fmla="*/ 354197 w 7233313"/>
                  <a:gd name="connsiteY32" fmla="*/ 272378 h 311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7233313" h="3111690">
                    <a:moveTo>
                      <a:pt x="464024" y="0"/>
                    </a:moveTo>
                    <a:lnTo>
                      <a:pt x="7233313" y="0"/>
                    </a:lnTo>
                    <a:lnTo>
                      <a:pt x="7233313" y="3098042"/>
                    </a:lnTo>
                    <a:lnTo>
                      <a:pt x="27296" y="3111690"/>
                    </a:lnTo>
                    <a:cubicBezTo>
                      <a:pt x="27296" y="2606723"/>
                      <a:pt x="0" y="2142698"/>
                      <a:pt x="0" y="1637731"/>
                    </a:cubicBezTo>
                    <a:cubicBezTo>
                      <a:pt x="86436" y="1078173"/>
                      <a:pt x="200167" y="545910"/>
                      <a:pt x="464024" y="0"/>
                    </a:cubicBezTo>
                    <a:close/>
                    <a:moveTo>
                      <a:pt x="848440" y="249368"/>
                    </a:moveTo>
                    <a:cubicBezTo>
                      <a:pt x="764270" y="249368"/>
                      <a:pt x="696037" y="317601"/>
                      <a:pt x="696037" y="401771"/>
                    </a:cubicBezTo>
                    <a:lnTo>
                      <a:pt x="696037" y="2659036"/>
                    </a:lnTo>
                    <a:cubicBezTo>
                      <a:pt x="696037" y="2743206"/>
                      <a:pt x="764270" y="2811439"/>
                      <a:pt x="848440" y="2811439"/>
                    </a:cubicBezTo>
                    <a:lnTo>
                      <a:pt x="1458032" y="2811439"/>
                    </a:lnTo>
                    <a:cubicBezTo>
                      <a:pt x="1542202" y="2811439"/>
                      <a:pt x="1610435" y="2743206"/>
                      <a:pt x="1610435" y="2659036"/>
                    </a:cubicBezTo>
                    <a:lnTo>
                      <a:pt x="1610435" y="401771"/>
                    </a:lnTo>
                    <a:cubicBezTo>
                      <a:pt x="1610435" y="317601"/>
                      <a:pt x="1542202" y="249368"/>
                      <a:pt x="1458032" y="249368"/>
                    </a:cubicBezTo>
                    <a:lnTo>
                      <a:pt x="848440" y="249368"/>
                    </a:lnTo>
                    <a:close/>
                    <a:moveTo>
                      <a:pt x="2043127" y="264869"/>
                    </a:moveTo>
                    <a:cubicBezTo>
                      <a:pt x="1941882" y="264869"/>
                      <a:pt x="1859806" y="346945"/>
                      <a:pt x="1859806" y="448190"/>
                    </a:cubicBezTo>
                    <a:lnTo>
                      <a:pt x="1859806" y="1181454"/>
                    </a:lnTo>
                    <a:cubicBezTo>
                      <a:pt x="1859806" y="1282699"/>
                      <a:pt x="1941882" y="1364775"/>
                      <a:pt x="2043127" y="1364775"/>
                    </a:cubicBezTo>
                    <a:lnTo>
                      <a:pt x="6817986" y="1364775"/>
                    </a:lnTo>
                    <a:cubicBezTo>
                      <a:pt x="6919230" y="1364775"/>
                      <a:pt x="7001306" y="1282699"/>
                      <a:pt x="7001306" y="1181454"/>
                    </a:cubicBezTo>
                    <a:lnTo>
                      <a:pt x="7001306" y="448190"/>
                    </a:lnTo>
                    <a:cubicBezTo>
                      <a:pt x="7001306" y="346945"/>
                      <a:pt x="6919230" y="264869"/>
                      <a:pt x="6817986" y="264869"/>
                    </a:cubicBezTo>
                    <a:lnTo>
                      <a:pt x="2043127" y="264869"/>
                    </a:lnTo>
                    <a:close/>
                    <a:moveTo>
                      <a:pt x="354197" y="272378"/>
                    </a:moveTo>
                    <a:lnTo>
                      <a:pt x="292361" y="430523"/>
                    </a:lnTo>
                    <a:cubicBezTo>
                      <a:pt x="194125" y="701346"/>
                      <a:pt x="125744" y="971316"/>
                      <a:pt x="71864" y="1245551"/>
                    </a:cubicBezTo>
                    <a:lnTo>
                      <a:pt x="47245" y="1387786"/>
                    </a:lnTo>
                    <a:lnTo>
                      <a:pt x="484493" y="1387786"/>
                    </a:lnTo>
                    <a:cubicBezTo>
                      <a:pt x="548562" y="1387786"/>
                      <a:pt x="600501" y="1335847"/>
                      <a:pt x="600501" y="1271778"/>
                    </a:cubicBezTo>
                    <a:lnTo>
                      <a:pt x="600501" y="388386"/>
                    </a:lnTo>
                    <a:cubicBezTo>
                      <a:pt x="600501" y="324317"/>
                      <a:pt x="548562" y="272378"/>
                      <a:pt x="484493" y="272378"/>
                    </a:cubicBezTo>
                    <a:lnTo>
                      <a:pt x="354197" y="272378"/>
                    </a:lnTo>
                    <a:close/>
                  </a:path>
                </a:pathLst>
              </a:custGeom>
              <a:solidFill>
                <a:srgbClr val="FFFF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2FB49A4F-86B6-295A-5D39-10D2DF0CFE63}"/>
                  </a:ext>
                </a:extLst>
              </p:cNvPr>
              <p:cNvSpPr/>
              <p:nvPr/>
            </p:nvSpPr>
            <p:spPr>
              <a:xfrm>
                <a:off x="1852897" y="3330252"/>
                <a:ext cx="101623" cy="222743"/>
              </a:xfrm>
              <a:custGeom>
                <a:avLst/>
                <a:gdLst>
                  <a:gd name="connsiteX0" fmla="*/ 0 w 101623"/>
                  <a:gd name="connsiteY0" fmla="*/ 0 h 222743"/>
                  <a:gd name="connsiteX1" fmla="*/ 67503 w 101623"/>
                  <a:gd name="connsiteY1" fmla="*/ 0 h 222743"/>
                  <a:gd name="connsiteX2" fmla="*/ 101623 w 101623"/>
                  <a:gd name="connsiteY2" fmla="*/ 34120 h 222743"/>
                  <a:gd name="connsiteX3" fmla="*/ 101623 w 101623"/>
                  <a:gd name="connsiteY3" fmla="*/ 188623 h 222743"/>
                  <a:gd name="connsiteX4" fmla="*/ 67503 w 101623"/>
                  <a:gd name="connsiteY4" fmla="*/ 222743 h 222743"/>
                  <a:gd name="connsiteX5" fmla="*/ 5732 w 101623"/>
                  <a:gd name="connsiteY5" fmla="*/ 222743 h 222743"/>
                  <a:gd name="connsiteX6" fmla="*/ 0 w 101623"/>
                  <a:gd name="connsiteY6" fmla="*/ 0 h 222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1623" h="222743">
                    <a:moveTo>
                      <a:pt x="0" y="0"/>
                    </a:moveTo>
                    <a:lnTo>
                      <a:pt x="67503" y="0"/>
                    </a:lnTo>
                    <a:cubicBezTo>
                      <a:pt x="86347" y="0"/>
                      <a:pt x="101623" y="15276"/>
                      <a:pt x="101623" y="34120"/>
                    </a:cubicBezTo>
                    <a:lnTo>
                      <a:pt x="101623" y="188623"/>
                    </a:lnTo>
                    <a:cubicBezTo>
                      <a:pt x="101623" y="207467"/>
                      <a:pt x="86347" y="222743"/>
                      <a:pt x="67503" y="222743"/>
                    </a:cubicBezTo>
                    <a:lnTo>
                      <a:pt x="5732" y="2227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4546A">
                  <a:lumMod val="20000"/>
                  <a:lumOff val="80000"/>
                </a:srgbClr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FEC63F43-0A64-5668-0725-51C9A66DE368}"/>
                  </a:ext>
                </a:extLst>
              </p:cNvPr>
              <p:cNvSpPr/>
              <p:nvPr/>
            </p:nvSpPr>
            <p:spPr>
              <a:xfrm>
                <a:off x="8940004" y="4121624"/>
                <a:ext cx="131604" cy="286851"/>
              </a:xfrm>
              <a:custGeom>
                <a:avLst/>
                <a:gdLst>
                  <a:gd name="connsiteX0" fmla="*/ 37857 w 131604"/>
                  <a:gd name="connsiteY0" fmla="*/ 0 h 286851"/>
                  <a:gd name="connsiteX1" fmla="*/ 131604 w 131604"/>
                  <a:gd name="connsiteY1" fmla="*/ 0 h 286851"/>
                  <a:gd name="connsiteX2" fmla="*/ 131604 w 131604"/>
                  <a:gd name="connsiteY2" fmla="*/ 286602 h 286851"/>
                  <a:gd name="connsiteX3" fmla="*/ 0 w 131604"/>
                  <a:gd name="connsiteY3" fmla="*/ 286851 h 286851"/>
                  <a:gd name="connsiteX4" fmla="*/ 0 w 131604"/>
                  <a:gd name="connsiteY4" fmla="*/ 37857 h 286851"/>
                  <a:gd name="connsiteX5" fmla="*/ 37857 w 131604"/>
                  <a:gd name="connsiteY5" fmla="*/ 0 h 286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1604" h="286851">
                    <a:moveTo>
                      <a:pt x="37857" y="0"/>
                    </a:moveTo>
                    <a:lnTo>
                      <a:pt x="131604" y="0"/>
                    </a:lnTo>
                    <a:lnTo>
                      <a:pt x="131604" y="286602"/>
                    </a:lnTo>
                    <a:lnTo>
                      <a:pt x="0" y="286851"/>
                    </a:lnTo>
                    <a:lnTo>
                      <a:pt x="0" y="37857"/>
                    </a:lnTo>
                    <a:cubicBezTo>
                      <a:pt x="0" y="16949"/>
                      <a:pt x="16949" y="0"/>
                      <a:pt x="37857" y="0"/>
                    </a:cubicBezTo>
                    <a:close/>
                  </a:path>
                </a:pathLst>
              </a:custGeom>
              <a:solidFill>
                <a:srgbClr val="FFC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B9743243-DF8B-A498-275A-85136B863CAB}"/>
                  </a:ext>
                </a:extLst>
              </p:cNvPr>
              <p:cNvSpPr/>
              <p:nvPr/>
            </p:nvSpPr>
            <p:spPr>
              <a:xfrm>
                <a:off x="1875169" y="4247433"/>
                <a:ext cx="130705" cy="174442"/>
              </a:xfrm>
              <a:custGeom>
                <a:avLst/>
                <a:gdLst>
                  <a:gd name="connsiteX0" fmla="*/ 0 w 130705"/>
                  <a:gd name="connsiteY0" fmla="*/ 0 h 174442"/>
                  <a:gd name="connsiteX1" fmla="*/ 96585 w 130705"/>
                  <a:gd name="connsiteY1" fmla="*/ 0 h 174442"/>
                  <a:gd name="connsiteX2" fmla="*/ 130705 w 130705"/>
                  <a:gd name="connsiteY2" fmla="*/ 34120 h 174442"/>
                  <a:gd name="connsiteX3" fmla="*/ 130705 w 130705"/>
                  <a:gd name="connsiteY3" fmla="*/ 174198 h 174442"/>
                  <a:gd name="connsiteX4" fmla="*/ 1998 w 130705"/>
                  <a:gd name="connsiteY4" fmla="*/ 174442 h 174442"/>
                  <a:gd name="connsiteX5" fmla="*/ 0 w 130705"/>
                  <a:gd name="connsiteY5" fmla="*/ 0 h 174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0705" h="174442">
                    <a:moveTo>
                      <a:pt x="0" y="0"/>
                    </a:moveTo>
                    <a:lnTo>
                      <a:pt x="96585" y="0"/>
                    </a:lnTo>
                    <a:cubicBezTo>
                      <a:pt x="115429" y="0"/>
                      <a:pt x="130705" y="15276"/>
                      <a:pt x="130705" y="34120"/>
                    </a:cubicBezTo>
                    <a:lnTo>
                      <a:pt x="130705" y="174198"/>
                    </a:lnTo>
                    <a:lnTo>
                      <a:pt x="1998" y="174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6B1F62C0-D50D-98B4-0E24-FFCA43F60E56}"/>
                  </a:ext>
                </a:extLst>
              </p:cNvPr>
              <p:cNvGrpSpPr/>
              <p:nvPr/>
            </p:nvGrpSpPr>
            <p:grpSpPr>
              <a:xfrm rot="19613720">
                <a:off x="3548418" y="3318820"/>
                <a:ext cx="1422400" cy="1422400"/>
                <a:chOff x="3548418" y="3318820"/>
                <a:chExt cx="1422400" cy="1422400"/>
              </a:xfrm>
            </p:grpSpPr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82B5C015-AFF7-611F-4FBB-AA1E5E5C6218}"/>
                    </a:ext>
                  </a:extLst>
                </p:cNvPr>
                <p:cNvSpPr/>
                <p:nvPr/>
              </p:nvSpPr>
              <p:spPr>
                <a:xfrm>
                  <a:off x="3548418" y="3318820"/>
                  <a:ext cx="1422400" cy="142240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D76855BB-0FCF-8A8C-DA06-E8E365A0D389}"/>
                    </a:ext>
                  </a:extLst>
                </p:cNvPr>
                <p:cNvSpPr/>
                <p:nvPr/>
              </p:nvSpPr>
              <p:spPr>
                <a:xfrm>
                  <a:off x="3908674" y="3679076"/>
                  <a:ext cx="701887" cy="701887"/>
                </a:xfrm>
                <a:prstGeom prst="ellipse">
                  <a:avLst/>
                </a:prstGeom>
                <a:solidFill>
                  <a:srgbClr val="E7E6E6">
                    <a:lumMod val="50000"/>
                  </a:srgbClr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2" name="Rectangle: Rounded Corners 81">
                  <a:extLst>
                    <a:ext uri="{FF2B5EF4-FFF2-40B4-BE49-F238E27FC236}">
                      <a16:creationId xmlns:a16="http://schemas.microsoft.com/office/drawing/2014/main" id="{B3C6FB47-F1E5-A502-8700-B6D81BB7A790}"/>
                    </a:ext>
                  </a:extLst>
                </p:cNvPr>
                <p:cNvSpPr/>
                <p:nvPr/>
              </p:nvSpPr>
              <p:spPr>
                <a:xfrm>
                  <a:off x="4350394" y="3986270"/>
                  <a:ext cx="57090" cy="87497"/>
                </a:xfrm>
                <a:prstGeom prst="roundRect">
                  <a:avLst/>
                </a:prstGeom>
                <a:solidFill>
                  <a:sysClr val="window" lastClr="FFFFFF">
                    <a:lumMod val="85000"/>
                  </a:sys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48159B8E-39A2-62EA-A900-15A8CDD42253}"/>
                    </a:ext>
                  </a:extLst>
                </p:cNvPr>
                <p:cNvSpPr/>
                <p:nvPr/>
              </p:nvSpPr>
              <p:spPr>
                <a:xfrm>
                  <a:off x="4231072" y="3898773"/>
                  <a:ext cx="57090" cy="87497"/>
                </a:xfrm>
                <a:prstGeom prst="roundRect">
                  <a:avLst/>
                </a:prstGeom>
                <a:solidFill>
                  <a:sysClr val="window" lastClr="FFFFFF">
                    <a:lumMod val="85000"/>
                  </a:sys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Rectangle: Rounded Corners 83">
                  <a:extLst>
                    <a:ext uri="{FF2B5EF4-FFF2-40B4-BE49-F238E27FC236}">
                      <a16:creationId xmlns:a16="http://schemas.microsoft.com/office/drawing/2014/main" id="{FB0D05F8-FA9F-702C-5F18-2EB78C788290}"/>
                    </a:ext>
                  </a:extLst>
                </p:cNvPr>
                <p:cNvSpPr/>
                <p:nvPr/>
              </p:nvSpPr>
              <p:spPr>
                <a:xfrm>
                  <a:off x="4104003" y="3986270"/>
                  <a:ext cx="57090" cy="87497"/>
                </a:xfrm>
                <a:prstGeom prst="roundRect">
                  <a:avLst/>
                </a:prstGeom>
                <a:solidFill>
                  <a:sysClr val="window" lastClr="FFFFFF">
                    <a:lumMod val="85000"/>
                  </a:sys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Rectangle: Rounded Corners 84">
                  <a:extLst>
                    <a:ext uri="{FF2B5EF4-FFF2-40B4-BE49-F238E27FC236}">
                      <a16:creationId xmlns:a16="http://schemas.microsoft.com/office/drawing/2014/main" id="{D45D7E69-F0AF-A137-E47F-5B5D8807BB16}"/>
                    </a:ext>
                  </a:extLst>
                </p:cNvPr>
                <p:cNvSpPr/>
                <p:nvPr/>
              </p:nvSpPr>
              <p:spPr>
                <a:xfrm>
                  <a:off x="4231072" y="4090518"/>
                  <a:ext cx="57090" cy="87497"/>
                </a:xfrm>
                <a:prstGeom prst="roundRect">
                  <a:avLst/>
                </a:prstGeom>
                <a:solidFill>
                  <a:sysClr val="window" lastClr="FFFFFF">
                    <a:lumMod val="85000"/>
                  </a:sys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EEF1F3D0-2B4E-4968-6C23-6D08EDFC0EE5}"/>
                  </a:ext>
                </a:extLst>
              </p:cNvPr>
              <p:cNvGrpSpPr/>
              <p:nvPr/>
            </p:nvGrpSpPr>
            <p:grpSpPr>
              <a:xfrm rot="19375015">
                <a:off x="7041898" y="3324891"/>
                <a:ext cx="1422400" cy="1422400"/>
                <a:chOff x="3548418" y="3318820"/>
                <a:chExt cx="1422400" cy="1422400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B273D3D7-2148-7F95-3C99-025C86E1A503}"/>
                    </a:ext>
                  </a:extLst>
                </p:cNvPr>
                <p:cNvSpPr/>
                <p:nvPr/>
              </p:nvSpPr>
              <p:spPr>
                <a:xfrm>
                  <a:off x="3548418" y="3318820"/>
                  <a:ext cx="1422400" cy="142240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DB6070E5-14D6-D925-99AD-61EBFB542F6F}"/>
                    </a:ext>
                  </a:extLst>
                </p:cNvPr>
                <p:cNvSpPr/>
                <p:nvPr/>
              </p:nvSpPr>
              <p:spPr>
                <a:xfrm>
                  <a:off x="3908674" y="3679076"/>
                  <a:ext cx="701887" cy="701887"/>
                </a:xfrm>
                <a:prstGeom prst="ellipse">
                  <a:avLst/>
                </a:prstGeom>
                <a:solidFill>
                  <a:srgbClr val="E7E6E6">
                    <a:lumMod val="50000"/>
                  </a:srgbClr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6" name="Rectangle: Rounded Corners 75">
                  <a:extLst>
                    <a:ext uri="{FF2B5EF4-FFF2-40B4-BE49-F238E27FC236}">
                      <a16:creationId xmlns:a16="http://schemas.microsoft.com/office/drawing/2014/main" id="{D608DA17-50F6-E223-6C0D-2517ED776BE3}"/>
                    </a:ext>
                  </a:extLst>
                </p:cNvPr>
                <p:cNvSpPr/>
                <p:nvPr/>
              </p:nvSpPr>
              <p:spPr>
                <a:xfrm>
                  <a:off x="4350394" y="3986270"/>
                  <a:ext cx="57090" cy="87497"/>
                </a:xfrm>
                <a:prstGeom prst="roundRect">
                  <a:avLst/>
                </a:prstGeom>
                <a:solidFill>
                  <a:sysClr val="window" lastClr="FFFFFF">
                    <a:lumMod val="85000"/>
                  </a:sys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7" name="Rectangle: Rounded Corners 76">
                  <a:extLst>
                    <a:ext uri="{FF2B5EF4-FFF2-40B4-BE49-F238E27FC236}">
                      <a16:creationId xmlns:a16="http://schemas.microsoft.com/office/drawing/2014/main" id="{5334227E-44BE-C26B-B14C-16F3B786F50E}"/>
                    </a:ext>
                  </a:extLst>
                </p:cNvPr>
                <p:cNvSpPr/>
                <p:nvPr/>
              </p:nvSpPr>
              <p:spPr>
                <a:xfrm>
                  <a:off x="4231072" y="3898773"/>
                  <a:ext cx="57090" cy="87497"/>
                </a:xfrm>
                <a:prstGeom prst="roundRect">
                  <a:avLst/>
                </a:prstGeom>
                <a:solidFill>
                  <a:sysClr val="window" lastClr="FFFFFF">
                    <a:lumMod val="85000"/>
                  </a:sys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8" name="Rectangle: Rounded Corners 77">
                  <a:extLst>
                    <a:ext uri="{FF2B5EF4-FFF2-40B4-BE49-F238E27FC236}">
                      <a16:creationId xmlns:a16="http://schemas.microsoft.com/office/drawing/2014/main" id="{2B9DA47E-08D9-A0B8-7285-F58920F0B413}"/>
                    </a:ext>
                  </a:extLst>
                </p:cNvPr>
                <p:cNvSpPr/>
                <p:nvPr/>
              </p:nvSpPr>
              <p:spPr>
                <a:xfrm>
                  <a:off x="4104003" y="3986270"/>
                  <a:ext cx="57090" cy="87497"/>
                </a:xfrm>
                <a:prstGeom prst="roundRect">
                  <a:avLst/>
                </a:prstGeom>
                <a:solidFill>
                  <a:sysClr val="window" lastClr="FFFFFF">
                    <a:lumMod val="85000"/>
                  </a:sys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7BDAAD3C-2311-CE82-3537-B7D8FA530C0C}"/>
                    </a:ext>
                  </a:extLst>
                </p:cNvPr>
                <p:cNvSpPr/>
                <p:nvPr/>
              </p:nvSpPr>
              <p:spPr>
                <a:xfrm>
                  <a:off x="4231072" y="4090518"/>
                  <a:ext cx="57090" cy="87497"/>
                </a:xfrm>
                <a:prstGeom prst="roundRect">
                  <a:avLst/>
                </a:prstGeom>
                <a:solidFill>
                  <a:sysClr val="window" lastClr="FFFFFF">
                    <a:lumMod val="85000"/>
                  </a:sysClr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B19FF99E-49BF-17DE-8E66-394EE73154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95684" y="1559553"/>
                <a:ext cx="0" cy="2562071"/>
              </a:xfrm>
              <a:prstGeom prst="line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FC75A2F-C118-179D-B985-0CB0515BAEDE}"/>
                </a:ext>
              </a:extLst>
            </p:cNvPr>
            <p:cNvGrpSpPr/>
            <p:nvPr/>
          </p:nvGrpSpPr>
          <p:grpSpPr>
            <a:xfrm>
              <a:off x="2857500" y="2010494"/>
              <a:ext cx="2061178" cy="879010"/>
              <a:chOff x="2857500" y="2010747"/>
              <a:chExt cx="2061178" cy="897143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1325C89-DD82-3254-5675-850541A6A4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57500" y="2010747"/>
                <a:ext cx="0" cy="897142"/>
              </a:xfrm>
              <a:prstGeom prst="line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D8D840CA-F5C8-E0E1-C9B9-908E312B3A3C}"/>
                  </a:ext>
                </a:extLst>
              </p:cNvPr>
              <p:cNvCxnSpPr/>
              <p:nvPr/>
            </p:nvCxnSpPr>
            <p:spPr>
              <a:xfrm>
                <a:off x="3930650" y="2016494"/>
                <a:ext cx="0" cy="891396"/>
              </a:xfrm>
              <a:prstGeom prst="line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73E1030E-D0FD-3C7C-FD68-DBBD2E05A694}"/>
                  </a:ext>
                </a:extLst>
              </p:cNvPr>
              <p:cNvCxnSpPr/>
              <p:nvPr/>
            </p:nvCxnSpPr>
            <p:spPr>
              <a:xfrm>
                <a:off x="4918678" y="2016494"/>
                <a:ext cx="0" cy="891396"/>
              </a:xfrm>
              <a:prstGeom prst="line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1486712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0854CE3-B84E-AB32-EBA4-6527E3C95EA5}"/>
              </a:ext>
            </a:extLst>
          </p:cNvPr>
          <p:cNvGrpSpPr/>
          <p:nvPr/>
        </p:nvGrpSpPr>
        <p:grpSpPr>
          <a:xfrm flipH="1">
            <a:off x="2529947" y="1844441"/>
            <a:ext cx="7132106" cy="4032312"/>
            <a:chOff x="2773894" y="1201971"/>
            <a:chExt cx="8219481" cy="464708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AB593ABE-2A45-F3D0-EB31-5B403C386F4A}"/>
                </a:ext>
              </a:extLst>
            </p:cNvPr>
            <p:cNvSpPr/>
            <p:nvPr/>
          </p:nvSpPr>
          <p:spPr>
            <a:xfrm rot="679763">
              <a:off x="10391417" y="2549111"/>
              <a:ext cx="601958" cy="99542"/>
            </a:xfrm>
            <a:prstGeom prst="roundRect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1BD5443E-C8AA-A979-6B98-0267ECC84A46}"/>
                </a:ext>
              </a:extLst>
            </p:cNvPr>
            <p:cNvSpPr/>
            <p:nvPr/>
          </p:nvSpPr>
          <p:spPr>
            <a:xfrm rot="17487813">
              <a:off x="10226065" y="2209953"/>
              <a:ext cx="601958" cy="99542"/>
            </a:xfrm>
            <a:prstGeom prst="roundRect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84BD235-11E0-2605-99C3-5D8564645FE4}"/>
                </a:ext>
              </a:extLst>
            </p:cNvPr>
            <p:cNvSpPr/>
            <p:nvPr/>
          </p:nvSpPr>
          <p:spPr>
            <a:xfrm>
              <a:off x="6240994" y="2017572"/>
              <a:ext cx="998807" cy="437340"/>
            </a:xfrm>
            <a:prstGeom prst="ellipse">
              <a:avLst/>
            </a:prstGeom>
            <a:solidFill>
              <a:srgbClr val="4454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Oval 2">
              <a:extLst>
                <a:ext uri="{FF2B5EF4-FFF2-40B4-BE49-F238E27FC236}">
                  <a16:creationId xmlns:a16="http://schemas.microsoft.com/office/drawing/2014/main" id="{0378477F-5DF7-E5BA-D0EB-035CCABF5F81}"/>
                </a:ext>
              </a:extLst>
            </p:cNvPr>
            <p:cNvSpPr/>
            <p:nvPr/>
          </p:nvSpPr>
          <p:spPr>
            <a:xfrm rot="20662578">
              <a:off x="3339452" y="2400514"/>
              <a:ext cx="7148345" cy="1673008"/>
            </a:xfrm>
            <a:custGeom>
              <a:avLst/>
              <a:gdLst>
                <a:gd name="connsiteX0" fmla="*/ 0 w 6439059"/>
                <a:gd name="connsiteY0" fmla="*/ 677181 h 1354362"/>
                <a:gd name="connsiteX1" fmla="*/ 3219530 w 6439059"/>
                <a:gd name="connsiteY1" fmla="*/ 0 h 1354362"/>
                <a:gd name="connsiteX2" fmla="*/ 6439060 w 6439059"/>
                <a:gd name="connsiteY2" fmla="*/ 677181 h 1354362"/>
                <a:gd name="connsiteX3" fmla="*/ 3219530 w 6439059"/>
                <a:gd name="connsiteY3" fmla="*/ 1354362 h 1354362"/>
                <a:gd name="connsiteX4" fmla="*/ 0 w 6439059"/>
                <a:gd name="connsiteY4" fmla="*/ 677181 h 1354362"/>
                <a:gd name="connsiteX0" fmla="*/ 0 w 6464784"/>
                <a:gd name="connsiteY0" fmla="*/ 1003669 h 1680850"/>
                <a:gd name="connsiteX1" fmla="*/ 3219530 w 6464784"/>
                <a:gd name="connsiteY1" fmla="*/ 326488 h 1680850"/>
                <a:gd name="connsiteX2" fmla="*/ 4778004 w 6464784"/>
                <a:gd name="connsiteY2" fmla="*/ 28462 h 1680850"/>
                <a:gd name="connsiteX3" fmla="*/ 6439060 w 6464784"/>
                <a:gd name="connsiteY3" fmla="*/ 1003669 h 1680850"/>
                <a:gd name="connsiteX4" fmla="*/ 3219530 w 6464784"/>
                <a:gd name="connsiteY4" fmla="*/ 1680850 h 1680850"/>
                <a:gd name="connsiteX5" fmla="*/ 0 w 6464784"/>
                <a:gd name="connsiteY5" fmla="*/ 1003669 h 1680850"/>
                <a:gd name="connsiteX0" fmla="*/ 58280 w 6523064"/>
                <a:gd name="connsiteY0" fmla="*/ 1036954 h 1714135"/>
                <a:gd name="connsiteX1" fmla="*/ 1474606 w 6523064"/>
                <a:gd name="connsiteY1" fmla="*/ 158812 h 1714135"/>
                <a:gd name="connsiteX2" fmla="*/ 4836284 w 6523064"/>
                <a:gd name="connsiteY2" fmla="*/ 61747 h 1714135"/>
                <a:gd name="connsiteX3" fmla="*/ 6497340 w 6523064"/>
                <a:gd name="connsiteY3" fmla="*/ 1036954 h 1714135"/>
                <a:gd name="connsiteX4" fmla="*/ 3277810 w 6523064"/>
                <a:gd name="connsiteY4" fmla="*/ 1714135 h 1714135"/>
                <a:gd name="connsiteX5" fmla="*/ 58280 w 6523064"/>
                <a:gd name="connsiteY5" fmla="*/ 1036954 h 1714135"/>
                <a:gd name="connsiteX0" fmla="*/ 41231 w 7094649"/>
                <a:gd name="connsiteY0" fmla="*/ 579340 h 1704987"/>
                <a:gd name="connsiteX1" fmla="*/ 2046191 w 7094649"/>
                <a:gd name="connsiteY1" fmla="*/ 142742 h 1704987"/>
                <a:gd name="connsiteX2" fmla="*/ 5407869 w 7094649"/>
                <a:gd name="connsiteY2" fmla="*/ 45677 h 1704987"/>
                <a:gd name="connsiteX3" fmla="*/ 7068925 w 7094649"/>
                <a:gd name="connsiteY3" fmla="*/ 1020884 h 1704987"/>
                <a:gd name="connsiteX4" fmla="*/ 3849395 w 7094649"/>
                <a:gd name="connsiteY4" fmla="*/ 1698065 h 1704987"/>
                <a:gd name="connsiteX5" fmla="*/ 41231 w 7094649"/>
                <a:gd name="connsiteY5" fmla="*/ 579340 h 1704987"/>
                <a:gd name="connsiteX0" fmla="*/ 44521 w 7097939"/>
                <a:gd name="connsiteY0" fmla="*/ 579340 h 1546589"/>
                <a:gd name="connsiteX1" fmla="*/ 2049481 w 7097939"/>
                <a:gd name="connsiteY1" fmla="*/ 142742 h 1546589"/>
                <a:gd name="connsiteX2" fmla="*/ 5411159 w 7097939"/>
                <a:gd name="connsiteY2" fmla="*/ 45677 h 1546589"/>
                <a:gd name="connsiteX3" fmla="*/ 7072215 w 7097939"/>
                <a:gd name="connsiteY3" fmla="*/ 1020884 h 1546589"/>
                <a:gd name="connsiteX4" fmla="*/ 3937262 w 7097939"/>
                <a:gd name="connsiteY4" fmla="*/ 1537096 h 1546589"/>
                <a:gd name="connsiteX5" fmla="*/ 44521 w 7097939"/>
                <a:gd name="connsiteY5" fmla="*/ 579340 h 1546589"/>
                <a:gd name="connsiteX0" fmla="*/ 44521 w 7097939"/>
                <a:gd name="connsiteY0" fmla="*/ 579340 h 1563703"/>
                <a:gd name="connsiteX1" fmla="*/ 2049481 w 7097939"/>
                <a:gd name="connsiteY1" fmla="*/ 142742 h 1563703"/>
                <a:gd name="connsiteX2" fmla="*/ 5411159 w 7097939"/>
                <a:gd name="connsiteY2" fmla="*/ 45677 h 1563703"/>
                <a:gd name="connsiteX3" fmla="*/ 7072215 w 7097939"/>
                <a:gd name="connsiteY3" fmla="*/ 1020884 h 1563703"/>
                <a:gd name="connsiteX4" fmla="*/ 3937262 w 7097939"/>
                <a:gd name="connsiteY4" fmla="*/ 1537096 h 1563703"/>
                <a:gd name="connsiteX5" fmla="*/ 44521 w 7097939"/>
                <a:gd name="connsiteY5" fmla="*/ 579340 h 1563703"/>
                <a:gd name="connsiteX0" fmla="*/ 94927 w 7148345"/>
                <a:gd name="connsiteY0" fmla="*/ 579340 h 1563703"/>
                <a:gd name="connsiteX1" fmla="*/ 2099887 w 7148345"/>
                <a:gd name="connsiteY1" fmla="*/ 142742 h 1563703"/>
                <a:gd name="connsiteX2" fmla="*/ 5461565 w 7148345"/>
                <a:gd name="connsiteY2" fmla="*/ 45677 h 1563703"/>
                <a:gd name="connsiteX3" fmla="*/ 7122621 w 7148345"/>
                <a:gd name="connsiteY3" fmla="*/ 1020884 h 1563703"/>
                <a:gd name="connsiteX4" fmla="*/ 3987668 w 7148345"/>
                <a:gd name="connsiteY4" fmla="*/ 1537096 h 1563703"/>
                <a:gd name="connsiteX5" fmla="*/ 94927 w 7148345"/>
                <a:gd name="connsiteY5" fmla="*/ 579340 h 1563703"/>
                <a:gd name="connsiteX0" fmla="*/ 94927 w 7148345"/>
                <a:gd name="connsiteY0" fmla="*/ 579340 h 1540303"/>
                <a:gd name="connsiteX1" fmla="*/ 2099887 w 7148345"/>
                <a:gd name="connsiteY1" fmla="*/ 142742 h 1540303"/>
                <a:gd name="connsiteX2" fmla="*/ 5461565 w 7148345"/>
                <a:gd name="connsiteY2" fmla="*/ 45677 h 1540303"/>
                <a:gd name="connsiteX3" fmla="*/ 7122621 w 7148345"/>
                <a:gd name="connsiteY3" fmla="*/ 1020884 h 1540303"/>
                <a:gd name="connsiteX4" fmla="*/ 3987668 w 7148345"/>
                <a:gd name="connsiteY4" fmla="*/ 1537096 h 1540303"/>
                <a:gd name="connsiteX5" fmla="*/ 94927 w 7148345"/>
                <a:gd name="connsiteY5" fmla="*/ 579340 h 1540303"/>
                <a:gd name="connsiteX0" fmla="*/ 94927 w 7148345"/>
                <a:gd name="connsiteY0" fmla="*/ 579340 h 1540303"/>
                <a:gd name="connsiteX1" fmla="*/ 2099887 w 7148345"/>
                <a:gd name="connsiteY1" fmla="*/ 142742 h 1540303"/>
                <a:gd name="connsiteX2" fmla="*/ 5461565 w 7148345"/>
                <a:gd name="connsiteY2" fmla="*/ 45677 h 1540303"/>
                <a:gd name="connsiteX3" fmla="*/ 7122621 w 7148345"/>
                <a:gd name="connsiteY3" fmla="*/ 1020884 h 1540303"/>
                <a:gd name="connsiteX4" fmla="*/ 3987668 w 7148345"/>
                <a:gd name="connsiteY4" fmla="*/ 1537096 h 1540303"/>
                <a:gd name="connsiteX5" fmla="*/ 94927 w 7148345"/>
                <a:gd name="connsiteY5" fmla="*/ 579340 h 1540303"/>
                <a:gd name="connsiteX0" fmla="*/ 94927 w 7148345"/>
                <a:gd name="connsiteY0" fmla="*/ 579340 h 1549711"/>
                <a:gd name="connsiteX1" fmla="*/ 2099887 w 7148345"/>
                <a:gd name="connsiteY1" fmla="*/ 142742 h 1549711"/>
                <a:gd name="connsiteX2" fmla="*/ 5461565 w 7148345"/>
                <a:gd name="connsiteY2" fmla="*/ 45677 h 1549711"/>
                <a:gd name="connsiteX3" fmla="*/ 7122621 w 7148345"/>
                <a:gd name="connsiteY3" fmla="*/ 1020884 h 1549711"/>
                <a:gd name="connsiteX4" fmla="*/ 3987668 w 7148345"/>
                <a:gd name="connsiteY4" fmla="*/ 1537096 h 1549711"/>
                <a:gd name="connsiteX5" fmla="*/ 94927 w 7148345"/>
                <a:gd name="connsiteY5" fmla="*/ 579340 h 1549711"/>
                <a:gd name="connsiteX0" fmla="*/ 94927 w 7148345"/>
                <a:gd name="connsiteY0" fmla="*/ 579340 h 1566059"/>
                <a:gd name="connsiteX1" fmla="*/ 2099887 w 7148345"/>
                <a:gd name="connsiteY1" fmla="*/ 142742 h 1566059"/>
                <a:gd name="connsiteX2" fmla="*/ 5461565 w 7148345"/>
                <a:gd name="connsiteY2" fmla="*/ 45677 h 1566059"/>
                <a:gd name="connsiteX3" fmla="*/ 7122621 w 7148345"/>
                <a:gd name="connsiteY3" fmla="*/ 1020884 h 1566059"/>
                <a:gd name="connsiteX4" fmla="*/ 3987668 w 7148345"/>
                <a:gd name="connsiteY4" fmla="*/ 1537096 h 1566059"/>
                <a:gd name="connsiteX5" fmla="*/ 94927 w 7148345"/>
                <a:gd name="connsiteY5" fmla="*/ 579340 h 1566059"/>
                <a:gd name="connsiteX0" fmla="*/ 94927 w 7148345"/>
                <a:gd name="connsiteY0" fmla="*/ 686289 h 1673008"/>
                <a:gd name="connsiteX1" fmla="*/ 2099887 w 7148345"/>
                <a:gd name="connsiteY1" fmla="*/ 249691 h 1673008"/>
                <a:gd name="connsiteX2" fmla="*/ 5461565 w 7148345"/>
                <a:gd name="connsiteY2" fmla="*/ 152626 h 1673008"/>
                <a:gd name="connsiteX3" fmla="*/ 7122621 w 7148345"/>
                <a:gd name="connsiteY3" fmla="*/ 1127833 h 1673008"/>
                <a:gd name="connsiteX4" fmla="*/ 3987668 w 7148345"/>
                <a:gd name="connsiteY4" fmla="*/ 1644045 h 1673008"/>
                <a:gd name="connsiteX5" fmla="*/ 94927 w 7148345"/>
                <a:gd name="connsiteY5" fmla="*/ 686289 h 1673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48345" h="1673008">
                  <a:moveTo>
                    <a:pt x="94927" y="686289"/>
                  </a:moveTo>
                  <a:cubicBezTo>
                    <a:pt x="-407516" y="559622"/>
                    <a:pt x="1205447" y="338635"/>
                    <a:pt x="2099887" y="249691"/>
                  </a:cubicBezTo>
                  <a:cubicBezTo>
                    <a:pt x="2994327" y="160747"/>
                    <a:pt x="4201393" y="-202150"/>
                    <a:pt x="5461565" y="152626"/>
                  </a:cubicBezTo>
                  <a:cubicBezTo>
                    <a:pt x="5998153" y="265489"/>
                    <a:pt x="7350996" y="909598"/>
                    <a:pt x="7122621" y="1127833"/>
                  </a:cubicBezTo>
                  <a:cubicBezTo>
                    <a:pt x="6590035" y="1537927"/>
                    <a:pt x="6519877" y="1755351"/>
                    <a:pt x="3987668" y="1644045"/>
                  </a:cubicBezTo>
                  <a:cubicBezTo>
                    <a:pt x="1455459" y="1532739"/>
                    <a:pt x="597370" y="812956"/>
                    <a:pt x="94927" y="686289"/>
                  </a:cubicBezTo>
                  <a:close/>
                </a:path>
              </a:pathLst>
            </a:cu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Oval 3">
              <a:extLst>
                <a:ext uri="{FF2B5EF4-FFF2-40B4-BE49-F238E27FC236}">
                  <a16:creationId xmlns:a16="http://schemas.microsoft.com/office/drawing/2014/main" id="{7437D39B-6BD7-D2C8-6929-1B0082E09D3A}"/>
                </a:ext>
              </a:extLst>
            </p:cNvPr>
            <p:cNvSpPr/>
            <p:nvPr/>
          </p:nvSpPr>
          <p:spPr>
            <a:xfrm>
              <a:off x="3201425" y="2422929"/>
              <a:ext cx="1548395" cy="1369006"/>
            </a:xfrm>
            <a:custGeom>
              <a:avLst/>
              <a:gdLst>
                <a:gd name="connsiteX0" fmla="*/ 0 w 1104900"/>
                <a:gd name="connsiteY0" fmla="*/ 717550 h 1435100"/>
                <a:gd name="connsiteX1" fmla="*/ 552450 w 1104900"/>
                <a:gd name="connsiteY1" fmla="*/ 0 h 1435100"/>
                <a:gd name="connsiteX2" fmla="*/ 1104900 w 1104900"/>
                <a:gd name="connsiteY2" fmla="*/ 717550 h 1435100"/>
                <a:gd name="connsiteX3" fmla="*/ 552450 w 1104900"/>
                <a:gd name="connsiteY3" fmla="*/ 1435100 h 1435100"/>
                <a:gd name="connsiteX4" fmla="*/ 0 w 1104900"/>
                <a:gd name="connsiteY4" fmla="*/ 717550 h 1435100"/>
                <a:gd name="connsiteX0" fmla="*/ 181577 w 1286477"/>
                <a:gd name="connsiteY0" fmla="*/ 666750 h 1384300"/>
                <a:gd name="connsiteX1" fmla="*/ 149827 w 1286477"/>
                <a:gd name="connsiteY1" fmla="*/ 0 h 1384300"/>
                <a:gd name="connsiteX2" fmla="*/ 1286477 w 1286477"/>
                <a:gd name="connsiteY2" fmla="*/ 666750 h 1384300"/>
                <a:gd name="connsiteX3" fmla="*/ 734027 w 1286477"/>
                <a:gd name="connsiteY3" fmla="*/ 1384300 h 1384300"/>
                <a:gd name="connsiteX4" fmla="*/ 181577 w 1286477"/>
                <a:gd name="connsiteY4" fmla="*/ 666750 h 1384300"/>
                <a:gd name="connsiteX0" fmla="*/ 178650 w 1207350"/>
                <a:gd name="connsiteY0" fmla="*/ 1293296 h 1474064"/>
                <a:gd name="connsiteX1" fmla="*/ 70700 w 1207350"/>
                <a:gd name="connsiteY1" fmla="*/ 16946 h 1474064"/>
                <a:gd name="connsiteX2" fmla="*/ 1207350 w 1207350"/>
                <a:gd name="connsiteY2" fmla="*/ 683696 h 1474064"/>
                <a:gd name="connsiteX3" fmla="*/ 654900 w 1207350"/>
                <a:gd name="connsiteY3" fmla="*/ 1401246 h 1474064"/>
                <a:gd name="connsiteX4" fmla="*/ 178650 w 1207350"/>
                <a:gd name="connsiteY4" fmla="*/ 1293296 h 1474064"/>
                <a:gd name="connsiteX0" fmla="*/ 251654 w 1280354"/>
                <a:gd name="connsiteY0" fmla="*/ 1300445 h 1481213"/>
                <a:gd name="connsiteX1" fmla="*/ 143704 w 1280354"/>
                <a:gd name="connsiteY1" fmla="*/ 24095 h 1481213"/>
                <a:gd name="connsiteX2" fmla="*/ 1280354 w 1280354"/>
                <a:gd name="connsiteY2" fmla="*/ 690845 h 1481213"/>
                <a:gd name="connsiteX3" fmla="*/ 727904 w 1280354"/>
                <a:gd name="connsiteY3" fmla="*/ 1408395 h 1481213"/>
                <a:gd name="connsiteX4" fmla="*/ 251654 w 1280354"/>
                <a:gd name="connsiteY4" fmla="*/ 1300445 h 1481213"/>
                <a:gd name="connsiteX0" fmla="*/ 202933 w 1561833"/>
                <a:gd name="connsiteY0" fmla="*/ 1286589 h 1460323"/>
                <a:gd name="connsiteX1" fmla="*/ 94983 w 1561833"/>
                <a:gd name="connsiteY1" fmla="*/ 10239 h 1460323"/>
                <a:gd name="connsiteX2" fmla="*/ 1561833 w 1561833"/>
                <a:gd name="connsiteY2" fmla="*/ 778589 h 1460323"/>
                <a:gd name="connsiteX3" fmla="*/ 679183 w 1561833"/>
                <a:gd name="connsiteY3" fmla="*/ 1394539 h 1460323"/>
                <a:gd name="connsiteX4" fmla="*/ 202933 w 1561833"/>
                <a:gd name="connsiteY4" fmla="*/ 1286589 h 1460323"/>
                <a:gd name="connsiteX0" fmla="*/ 276053 w 1634953"/>
                <a:gd name="connsiteY0" fmla="*/ 1305775 h 1479509"/>
                <a:gd name="connsiteX1" fmla="*/ 168103 w 1634953"/>
                <a:gd name="connsiteY1" fmla="*/ 29425 h 1479509"/>
                <a:gd name="connsiteX2" fmla="*/ 1634953 w 1634953"/>
                <a:gd name="connsiteY2" fmla="*/ 797775 h 1479509"/>
                <a:gd name="connsiteX3" fmla="*/ 752303 w 1634953"/>
                <a:gd name="connsiteY3" fmla="*/ 1413725 h 1479509"/>
                <a:gd name="connsiteX4" fmla="*/ 276053 w 1634953"/>
                <a:gd name="connsiteY4" fmla="*/ 1305775 h 1479509"/>
                <a:gd name="connsiteX0" fmla="*/ 195453 w 1452753"/>
                <a:gd name="connsiteY0" fmla="*/ 1284130 h 1454382"/>
                <a:gd name="connsiteX1" fmla="*/ 87503 w 1452753"/>
                <a:gd name="connsiteY1" fmla="*/ 7780 h 1454382"/>
                <a:gd name="connsiteX2" fmla="*/ 1452753 w 1452753"/>
                <a:gd name="connsiteY2" fmla="*/ 826930 h 1454382"/>
                <a:gd name="connsiteX3" fmla="*/ 671703 w 1452753"/>
                <a:gd name="connsiteY3" fmla="*/ 1392080 h 1454382"/>
                <a:gd name="connsiteX4" fmla="*/ 195453 w 1452753"/>
                <a:gd name="connsiteY4" fmla="*/ 1284130 h 1454382"/>
                <a:gd name="connsiteX0" fmla="*/ 240400 w 1497700"/>
                <a:gd name="connsiteY0" fmla="*/ 1294974 h 1465226"/>
                <a:gd name="connsiteX1" fmla="*/ 132450 w 1497700"/>
                <a:gd name="connsiteY1" fmla="*/ 18624 h 1465226"/>
                <a:gd name="connsiteX2" fmla="*/ 1497700 w 1497700"/>
                <a:gd name="connsiteY2" fmla="*/ 837774 h 1465226"/>
                <a:gd name="connsiteX3" fmla="*/ 716650 w 1497700"/>
                <a:gd name="connsiteY3" fmla="*/ 1402924 h 1465226"/>
                <a:gd name="connsiteX4" fmla="*/ 240400 w 1497700"/>
                <a:gd name="connsiteY4" fmla="*/ 1294974 h 1465226"/>
                <a:gd name="connsiteX0" fmla="*/ 240400 w 1497928"/>
                <a:gd name="connsiteY0" fmla="*/ 1294974 h 1323811"/>
                <a:gd name="connsiteX1" fmla="*/ 132450 w 1497928"/>
                <a:gd name="connsiteY1" fmla="*/ 18624 h 1323811"/>
                <a:gd name="connsiteX2" fmla="*/ 1497700 w 1497928"/>
                <a:gd name="connsiteY2" fmla="*/ 837774 h 1323811"/>
                <a:gd name="connsiteX3" fmla="*/ 240400 w 1497928"/>
                <a:gd name="connsiteY3" fmla="*/ 1294974 h 1323811"/>
                <a:gd name="connsiteX0" fmla="*/ 240400 w 1497720"/>
                <a:gd name="connsiteY0" fmla="*/ 1294974 h 1316820"/>
                <a:gd name="connsiteX1" fmla="*/ 132450 w 1497720"/>
                <a:gd name="connsiteY1" fmla="*/ 18624 h 1316820"/>
                <a:gd name="connsiteX2" fmla="*/ 1497700 w 1497720"/>
                <a:gd name="connsiteY2" fmla="*/ 837774 h 1316820"/>
                <a:gd name="connsiteX3" fmla="*/ 240400 w 1497720"/>
                <a:gd name="connsiteY3" fmla="*/ 1294974 h 1316820"/>
                <a:gd name="connsiteX0" fmla="*/ 195453 w 1452773"/>
                <a:gd name="connsiteY0" fmla="*/ 1323401 h 1344025"/>
                <a:gd name="connsiteX1" fmla="*/ 87503 w 1452773"/>
                <a:gd name="connsiteY1" fmla="*/ 8951 h 1344025"/>
                <a:gd name="connsiteX2" fmla="*/ 1452753 w 1452773"/>
                <a:gd name="connsiteY2" fmla="*/ 828101 h 1344025"/>
                <a:gd name="connsiteX3" fmla="*/ 195453 w 1452773"/>
                <a:gd name="connsiteY3" fmla="*/ 1323401 h 1344025"/>
                <a:gd name="connsiteX0" fmla="*/ 291075 w 1548395"/>
                <a:gd name="connsiteY0" fmla="*/ 1348382 h 1369006"/>
                <a:gd name="connsiteX1" fmla="*/ 183125 w 1548395"/>
                <a:gd name="connsiteY1" fmla="*/ 33932 h 1369006"/>
                <a:gd name="connsiteX2" fmla="*/ 1548375 w 1548395"/>
                <a:gd name="connsiteY2" fmla="*/ 853082 h 1369006"/>
                <a:gd name="connsiteX3" fmla="*/ 291075 w 1548395"/>
                <a:gd name="connsiteY3" fmla="*/ 1348382 h 1369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8395" h="1369006">
                  <a:moveTo>
                    <a:pt x="291075" y="1348382"/>
                  </a:moveTo>
                  <a:cubicBezTo>
                    <a:pt x="193708" y="1117665"/>
                    <a:pt x="-242325" y="218082"/>
                    <a:pt x="183125" y="33932"/>
                  </a:cubicBezTo>
                  <a:cubicBezTo>
                    <a:pt x="608575" y="-150218"/>
                    <a:pt x="1548375" y="456790"/>
                    <a:pt x="1548375" y="853082"/>
                  </a:cubicBezTo>
                  <a:cubicBezTo>
                    <a:pt x="1553667" y="900707"/>
                    <a:pt x="518617" y="1484907"/>
                    <a:pt x="291075" y="1348382"/>
                  </a:cubicBezTo>
                  <a:close/>
                </a:path>
              </a:pathLst>
            </a:cu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Oval 4">
              <a:extLst>
                <a:ext uri="{FF2B5EF4-FFF2-40B4-BE49-F238E27FC236}">
                  <a16:creationId xmlns:a16="http://schemas.microsoft.com/office/drawing/2014/main" id="{0319F419-F2F4-37D1-948F-25EA5A05A609}"/>
                </a:ext>
              </a:extLst>
            </p:cNvPr>
            <p:cNvSpPr/>
            <p:nvPr/>
          </p:nvSpPr>
          <p:spPr>
            <a:xfrm rot="19507236">
              <a:off x="2773894" y="3778528"/>
              <a:ext cx="1887030" cy="819976"/>
            </a:xfrm>
            <a:custGeom>
              <a:avLst/>
              <a:gdLst>
                <a:gd name="connsiteX0" fmla="*/ 0 w 1704956"/>
                <a:gd name="connsiteY0" fmla="*/ 407919 h 815837"/>
                <a:gd name="connsiteX1" fmla="*/ 852478 w 1704956"/>
                <a:gd name="connsiteY1" fmla="*/ 0 h 815837"/>
                <a:gd name="connsiteX2" fmla="*/ 1704956 w 1704956"/>
                <a:gd name="connsiteY2" fmla="*/ 407919 h 815837"/>
                <a:gd name="connsiteX3" fmla="*/ 852478 w 1704956"/>
                <a:gd name="connsiteY3" fmla="*/ 815838 h 815837"/>
                <a:gd name="connsiteX4" fmla="*/ 0 w 1704956"/>
                <a:gd name="connsiteY4" fmla="*/ 407919 h 815837"/>
                <a:gd name="connsiteX0" fmla="*/ 324 w 1705280"/>
                <a:gd name="connsiteY0" fmla="*/ 407919 h 815838"/>
                <a:gd name="connsiteX1" fmla="*/ 852802 w 1705280"/>
                <a:gd name="connsiteY1" fmla="*/ 0 h 815838"/>
                <a:gd name="connsiteX2" fmla="*/ 1705280 w 1705280"/>
                <a:gd name="connsiteY2" fmla="*/ 407919 h 815838"/>
                <a:gd name="connsiteX3" fmla="*/ 852802 w 1705280"/>
                <a:gd name="connsiteY3" fmla="*/ 815838 h 815838"/>
                <a:gd name="connsiteX4" fmla="*/ 324 w 1705280"/>
                <a:gd name="connsiteY4" fmla="*/ 407919 h 815838"/>
                <a:gd name="connsiteX0" fmla="*/ 0 w 1704956"/>
                <a:gd name="connsiteY0" fmla="*/ 407919 h 815838"/>
                <a:gd name="connsiteX1" fmla="*/ 852478 w 1704956"/>
                <a:gd name="connsiteY1" fmla="*/ 0 h 815838"/>
                <a:gd name="connsiteX2" fmla="*/ 1704956 w 1704956"/>
                <a:gd name="connsiteY2" fmla="*/ 407919 h 815838"/>
                <a:gd name="connsiteX3" fmla="*/ 852478 w 1704956"/>
                <a:gd name="connsiteY3" fmla="*/ 815838 h 815838"/>
                <a:gd name="connsiteX4" fmla="*/ 0 w 1704956"/>
                <a:gd name="connsiteY4" fmla="*/ 407919 h 815838"/>
                <a:gd name="connsiteX0" fmla="*/ 0 w 1704956"/>
                <a:gd name="connsiteY0" fmla="*/ 407919 h 818785"/>
                <a:gd name="connsiteX1" fmla="*/ 852478 w 1704956"/>
                <a:gd name="connsiteY1" fmla="*/ 0 h 818785"/>
                <a:gd name="connsiteX2" fmla="*/ 1704956 w 1704956"/>
                <a:gd name="connsiteY2" fmla="*/ 407919 h 818785"/>
                <a:gd name="connsiteX3" fmla="*/ 852478 w 1704956"/>
                <a:gd name="connsiteY3" fmla="*/ 815838 h 818785"/>
                <a:gd name="connsiteX4" fmla="*/ 0 w 1704956"/>
                <a:gd name="connsiteY4" fmla="*/ 407919 h 818785"/>
                <a:gd name="connsiteX0" fmla="*/ 0 w 1788498"/>
                <a:gd name="connsiteY0" fmla="*/ 407919 h 818893"/>
                <a:gd name="connsiteX1" fmla="*/ 852478 w 1788498"/>
                <a:gd name="connsiteY1" fmla="*/ 0 h 818893"/>
                <a:gd name="connsiteX2" fmla="*/ 1704956 w 1788498"/>
                <a:gd name="connsiteY2" fmla="*/ 407919 h 818893"/>
                <a:gd name="connsiteX3" fmla="*/ 852478 w 1788498"/>
                <a:gd name="connsiteY3" fmla="*/ 815838 h 818893"/>
                <a:gd name="connsiteX4" fmla="*/ 0 w 1788498"/>
                <a:gd name="connsiteY4" fmla="*/ 407919 h 818893"/>
                <a:gd name="connsiteX0" fmla="*/ 0 w 1858201"/>
                <a:gd name="connsiteY0" fmla="*/ 408129 h 816335"/>
                <a:gd name="connsiteX1" fmla="*/ 852478 w 1858201"/>
                <a:gd name="connsiteY1" fmla="*/ 210 h 816335"/>
                <a:gd name="connsiteX2" fmla="*/ 1813248 w 1858201"/>
                <a:gd name="connsiteY2" fmla="*/ 452654 h 816335"/>
                <a:gd name="connsiteX3" fmla="*/ 852478 w 1858201"/>
                <a:gd name="connsiteY3" fmla="*/ 816048 h 816335"/>
                <a:gd name="connsiteX4" fmla="*/ 0 w 1858201"/>
                <a:gd name="connsiteY4" fmla="*/ 408129 h 816335"/>
                <a:gd name="connsiteX0" fmla="*/ 0 w 1872533"/>
                <a:gd name="connsiteY0" fmla="*/ 408129 h 816274"/>
                <a:gd name="connsiteX1" fmla="*/ 852478 w 1872533"/>
                <a:gd name="connsiteY1" fmla="*/ 210 h 816274"/>
                <a:gd name="connsiteX2" fmla="*/ 1813248 w 1872533"/>
                <a:gd name="connsiteY2" fmla="*/ 452654 h 816274"/>
                <a:gd name="connsiteX3" fmla="*/ 852478 w 1872533"/>
                <a:gd name="connsiteY3" fmla="*/ 816048 h 816274"/>
                <a:gd name="connsiteX4" fmla="*/ 0 w 1872533"/>
                <a:gd name="connsiteY4" fmla="*/ 408129 h 816274"/>
                <a:gd name="connsiteX0" fmla="*/ 0 w 1887030"/>
                <a:gd name="connsiteY0" fmla="*/ 408129 h 819976"/>
                <a:gd name="connsiteX1" fmla="*/ 852478 w 1887030"/>
                <a:gd name="connsiteY1" fmla="*/ 210 h 819976"/>
                <a:gd name="connsiteX2" fmla="*/ 1813248 w 1887030"/>
                <a:gd name="connsiteY2" fmla="*/ 452654 h 819976"/>
                <a:gd name="connsiteX3" fmla="*/ 852478 w 1887030"/>
                <a:gd name="connsiteY3" fmla="*/ 816048 h 819976"/>
                <a:gd name="connsiteX4" fmla="*/ 0 w 1887030"/>
                <a:gd name="connsiteY4" fmla="*/ 408129 h 81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7030" h="819976">
                  <a:moveTo>
                    <a:pt x="0" y="408129"/>
                  </a:moveTo>
                  <a:cubicBezTo>
                    <a:pt x="0" y="182842"/>
                    <a:pt x="550270" y="-7211"/>
                    <a:pt x="852478" y="210"/>
                  </a:cubicBezTo>
                  <a:cubicBezTo>
                    <a:pt x="1154686" y="7631"/>
                    <a:pt x="1813248" y="227367"/>
                    <a:pt x="1813248" y="452654"/>
                  </a:cubicBezTo>
                  <a:cubicBezTo>
                    <a:pt x="2070251" y="686800"/>
                    <a:pt x="1633330" y="847499"/>
                    <a:pt x="852478" y="816048"/>
                  </a:cubicBezTo>
                  <a:cubicBezTo>
                    <a:pt x="71626" y="784597"/>
                    <a:pt x="0" y="633416"/>
                    <a:pt x="0" y="408129"/>
                  </a:cubicBezTo>
                  <a:close/>
                </a:path>
              </a:pathLst>
            </a:cu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Oval 6">
              <a:extLst>
                <a:ext uri="{FF2B5EF4-FFF2-40B4-BE49-F238E27FC236}">
                  <a16:creationId xmlns:a16="http://schemas.microsoft.com/office/drawing/2014/main" id="{8D2182E4-9F4F-3198-3B49-E46CB089EE87}"/>
                </a:ext>
              </a:extLst>
            </p:cNvPr>
            <p:cNvSpPr/>
            <p:nvPr/>
          </p:nvSpPr>
          <p:spPr>
            <a:xfrm rot="20086111">
              <a:off x="4439482" y="1201971"/>
              <a:ext cx="2181976" cy="1737204"/>
            </a:xfrm>
            <a:custGeom>
              <a:avLst/>
              <a:gdLst>
                <a:gd name="connsiteX0" fmla="*/ 0 w 1237957"/>
                <a:gd name="connsiteY0" fmla="*/ 1154120 h 2308239"/>
                <a:gd name="connsiteX1" fmla="*/ 618979 w 1237957"/>
                <a:gd name="connsiteY1" fmla="*/ 0 h 2308239"/>
                <a:gd name="connsiteX2" fmla="*/ 1237958 w 1237957"/>
                <a:gd name="connsiteY2" fmla="*/ 1154120 h 2308239"/>
                <a:gd name="connsiteX3" fmla="*/ 618979 w 1237957"/>
                <a:gd name="connsiteY3" fmla="*/ 2308240 h 2308239"/>
                <a:gd name="connsiteX4" fmla="*/ 0 w 1237957"/>
                <a:gd name="connsiteY4" fmla="*/ 1154120 h 2308239"/>
                <a:gd name="connsiteX0" fmla="*/ 0 w 1237958"/>
                <a:gd name="connsiteY0" fmla="*/ 1154120 h 1298384"/>
                <a:gd name="connsiteX1" fmla="*/ 618979 w 1237958"/>
                <a:gd name="connsiteY1" fmla="*/ 0 h 1298384"/>
                <a:gd name="connsiteX2" fmla="*/ 1237958 w 1237958"/>
                <a:gd name="connsiteY2" fmla="*/ 1154120 h 1298384"/>
                <a:gd name="connsiteX3" fmla="*/ 0 w 1237958"/>
                <a:gd name="connsiteY3" fmla="*/ 1154120 h 1298384"/>
                <a:gd name="connsiteX0" fmla="*/ 49139 w 1932190"/>
                <a:gd name="connsiteY0" fmla="*/ 1224584 h 3269941"/>
                <a:gd name="connsiteX1" fmla="*/ 668118 w 1932190"/>
                <a:gd name="connsiteY1" fmla="*/ 70464 h 3269941"/>
                <a:gd name="connsiteX2" fmla="*/ 1932190 w 1932190"/>
                <a:gd name="connsiteY2" fmla="*/ 3254781 h 3269941"/>
                <a:gd name="connsiteX3" fmla="*/ 49139 w 1932190"/>
                <a:gd name="connsiteY3" fmla="*/ 1224584 h 3269941"/>
                <a:gd name="connsiteX0" fmla="*/ 37413 w 2179756"/>
                <a:gd name="connsiteY0" fmla="*/ 2991719 h 3359619"/>
                <a:gd name="connsiteX1" fmla="*/ 915684 w 2179756"/>
                <a:gd name="connsiteY1" fmla="*/ 309 h 3359619"/>
                <a:gd name="connsiteX2" fmla="*/ 2179756 w 2179756"/>
                <a:gd name="connsiteY2" fmla="*/ 3184626 h 3359619"/>
                <a:gd name="connsiteX3" fmla="*/ 37413 w 2179756"/>
                <a:gd name="connsiteY3" fmla="*/ 2991719 h 3359619"/>
                <a:gd name="connsiteX0" fmla="*/ 83152 w 2225495"/>
                <a:gd name="connsiteY0" fmla="*/ 2991688 h 3277128"/>
                <a:gd name="connsiteX1" fmla="*/ 961423 w 2225495"/>
                <a:gd name="connsiteY1" fmla="*/ 278 h 3277128"/>
                <a:gd name="connsiteX2" fmla="*/ 2225495 w 2225495"/>
                <a:gd name="connsiteY2" fmla="*/ 3184595 h 3277128"/>
                <a:gd name="connsiteX3" fmla="*/ 83152 w 2225495"/>
                <a:gd name="connsiteY3" fmla="*/ 2991688 h 3277128"/>
                <a:gd name="connsiteX0" fmla="*/ 81822 w 2246688"/>
                <a:gd name="connsiteY0" fmla="*/ 3105254 h 3315065"/>
                <a:gd name="connsiteX1" fmla="*/ 982616 w 2246688"/>
                <a:gd name="connsiteY1" fmla="*/ 46 h 3315065"/>
                <a:gd name="connsiteX2" fmla="*/ 2246688 w 2246688"/>
                <a:gd name="connsiteY2" fmla="*/ 3184363 h 3315065"/>
                <a:gd name="connsiteX3" fmla="*/ 81822 w 2246688"/>
                <a:gd name="connsiteY3" fmla="*/ 3105254 h 3315065"/>
                <a:gd name="connsiteX0" fmla="*/ 102341 w 2267207"/>
                <a:gd name="connsiteY0" fmla="*/ 3107187 h 3316998"/>
                <a:gd name="connsiteX1" fmla="*/ 1003135 w 2267207"/>
                <a:gd name="connsiteY1" fmla="*/ 1979 h 3316998"/>
                <a:gd name="connsiteX2" fmla="*/ 2267207 w 2267207"/>
                <a:gd name="connsiteY2" fmla="*/ 3186296 h 3316998"/>
                <a:gd name="connsiteX3" fmla="*/ 102341 w 2267207"/>
                <a:gd name="connsiteY3" fmla="*/ 3107187 h 3316998"/>
                <a:gd name="connsiteX0" fmla="*/ 105143 w 2270009"/>
                <a:gd name="connsiteY0" fmla="*/ 3127530 h 3337341"/>
                <a:gd name="connsiteX1" fmla="*/ 1005937 w 2270009"/>
                <a:gd name="connsiteY1" fmla="*/ 22322 h 3337341"/>
                <a:gd name="connsiteX2" fmla="*/ 2270009 w 2270009"/>
                <a:gd name="connsiteY2" fmla="*/ 3206639 h 3337341"/>
                <a:gd name="connsiteX3" fmla="*/ 105143 w 2270009"/>
                <a:gd name="connsiteY3" fmla="*/ 3127530 h 3337341"/>
                <a:gd name="connsiteX0" fmla="*/ 6436 w 2171302"/>
                <a:gd name="connsiteY0" fmla="*/ 3127530 h 3375904"/>
                <a:gd name="connsiteX1" fmla="*/ 907230 w 2171302"/>
                <a:gd name="connsiteY1" fmla="*/ 22322 h 3375904"/>
                <a:gd name="connsiteX2" fmla="*/ 2171302 w 2171302"/>
                <a:gd name="connsiteY2" fmla="*/ 3206639 h 3375904"/>
                <a:gd name="connsiteX3" fmla="*/ 6436 w 2171302"/>
                <a:gd name="connsiteY3" fmla="*/ 3127530 h 3375904"/>
                <a:gd name="connsiteX0" fmla="*/ 6436 w 2171302"/>
                <a:gd name="connsiteY0" fmla="*/ 3127856 h 3376230"/>
                <a:gd name="connsiteX1" fmla="*/ 907230 w 2171302"/>
                <a:gd name="connsiteY1" fmla="*/ 22648 h 3376230"/>
                <a:gd name="connsiteX2" fmla="*/ 2171302 w 2171302"/>
                <a:gd name="connsiteY2" fmla="*/ 3206965 h 3376230"/>
                <a:gd name="connsiteX3" fmla="*/ 6436 w 2171302"/>
                <a:gd name="connsiteY3" fmla="*/ 3127856 h 3376230"/>
                <a:gd name="connsiteX0" fmla="*/ 4385 w 2169251"/>
                <a:gd name="connsiteY0" fmla="*/ 3127856 h 3307863"/>
                <a:gd name="connsiteX1" fmla="*/ 905179 w 2169251"/>
                <a:gd name="connsiteY1" fmla="*/ 22648 h 3307863"/>
                <a:gd name="connsiteX2" fmla="*/ 2169251 w 2169251"/>
                <a:gd name="connsiteY2" fmla="*/ 3206965 h 3307863"/>
                <a:gd name="connsiteX3" fmla="*/ 4385 w 2169251"/>
                <a:gd name="connsiteY3" fmla="*/ 3127856 h 3307863"/>
                <a:gd name="connsiteX0" fmla="*/ 4385 w 2169251"/>
                <a:gd name="connsiteY0" fmla="*/ 3127856 h 3251002"/>
                <a:gd name="connsiteX1" fmla="*/ 905179 w 2169251"/>
                <a:gd name="connsiteY1" fmla="*/ 22648 h 3251002"/>
                <a:gd name="connsiteX2" fmla="*/ 2169251 w 2169251"/>
                <a:gd name="connsiteY2" fmla="*/ 3206965 h 3251002"/>
                <a:gd name="connsiteX3" fmla="*/ 4385 w 2169251"/>
                <a:gd name="connsiteY3" fmla="*/ 3127856 h 3251002"/>
                <a:gd name="connsiteX0" fmla="*/ 36675 w 2202036"/>
                <a:gd name="connsiteY0" fmla="*/ 3105289 h 3389111"/>
                <a:gd name="connsiteX1" fmla="*/ 937469 w 2202036"/>
                <a:gd name="connsiteY1" fmla="*/ 81 h 3389111"/>
                <a:gd name="connsiteX2" fmla="*/ 2202036 w 2202036"/>
                <a:gd name="connsiteY2" fmla="*/ 3205690 h 3389111"/>
                <a:gd name="connsiteX3" fmla="*/ 36675 w 2202036"/>
                <a:gd name="connsiteY3" fmla="*/ 3105289 h 3389111"/>
                <a:gd name="connsiteX0" fmla="*/ 36688 w 2202298"/>
                <a:gd name="connsiteY0" fmla="*/ 3105306 h 3393752"/>
                <a:gd name="connsiteX1" fmla="*/ 937482 w 2202298"/>
                <a:gd name="connsiteY1" fmla="*/ 98 h 3393752"/>
                <a:gd name="connsiteX2" fmla="*/ 2202298 w 2202298"/>
                <a:gd name="connsiteY2" fmla="*/ 3216354 h 3393752"/>
                <a:gd name="connsiteX3" fmla="*/ 36688 w 2202298"/>
                <a:gd name="connsiteY3" fmla="*/ 3105306 h 3393752"/>
                <a:gd name="connsiteX0" fmla="*/ 18596 w 2184206"/>
                <a:gd name="connsiteY0" fmla="*/ 3105297 h 3267091"/>
                <a:gd name="connsiteX1" fmla="*/ 919390 w 2184206"/>
                <a:gd name="connsiteY1" fmla="*/ 89 h 3267091"/>
                <a:gd name="connsiteX2" fmla="*/ 2184206 w 2184206"/>
                <a:gd name="connsiteY2" fmla="*/ 3216345 h 3267091"/>
                <a:gd name="connsiteX3" fmla="*/ 18596 w 2184206"/>
                <a:gd name="connsiteY3" fmla="*/ 3105297 h 3267091"/>
                <a:gd name="connsiteX0" fmla="*/ 16366 w 2181976"/>
                <a:gd name="connsiteY0" fmla="*/ 3105295 h 3248177"/>
                <a:gd name="connsiteX1" fmla="*/ 917160 w 2181976"/>
                <a:gd name="connsiteY1" fmla="*/ 87 h 3248177"/>
                <a:gd name="connsiteX2" fmla="*/ 2181976 w 2181976"/>
                <a:gd name="connsiteY2" fmla="*/ 3216343 h 3248177"/>
                <a:gd name="connsiteX3" fmla="*/ 16366 w 2181976"/>
                <a:gd name="connsiteY3" fmla="*/ 3105295 h 324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976" h="3248177">
                  <a:moveTo>
                    <a:pt x="16366" y="3105295"/>
                  </a:moveTo>
                  <a:cubicBezTo>
                    <a:pt x="-113021" y="2955096"/>
                    <a:pt x="556225" y="-18421"/>
                    <a:pt x="917160" y="87"/>
                  </a:cubicBezTo>
                  <a:cubicBezTo>
                    <a:pt x="1278095" y="18595"/>
                    <a:pt x="1954381" y="2533894"/>
                    <a:pt x="2181976" y="3216343"/>
                  </a:cubicBezTo>
                  <a:cubicBezTo>
                    <a:pt x="2031710" y="3277640"/>
                    <a:pt x="145753" y="3255494"/>
                    <a:pt x="16366" y="3105295"/>
                  </a:cubicBezTo>
                  <a:close/>
                </a:path>
              </a:pathLst>
            </a:cu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2438A9C-AD05-D4EF-9BAB-B990F4E687CE}"/>
                </a:ext>
              </a:extLst>
            </p:cNvPr>
            <p:cNvSpPr/>
            <p:nvPr/>
          </p:nvSpPr>
          <p:spPr>
            <a:xfrm rot="20548788">
              <a:off x="6913818" y="4275044"/>
              <a:ext cx="1140457" cy="437340"/>
            </a:xfrm>
            <a:prstGeom prst="ellipse">
              <a:avLst/>
            </a:prstGeom>
            <a:solidFill>
              <a:srgbClr val="4454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661821-AD5D-0104-C029-419AB6AC6562}"/>
                </a:ext>
              </a:extLst>
            </p:cNvPr>
            <p:cNvSpPr/>
            <p:nvPr/>
          </p:nvSpPr>
          <p:spPr>
            <a:xfrm rot="20548788">
              <a:off x="5408572" y="5343450"/>
              <a:ext cx="1140457" cy="437340"/>
            </a:xfrm>
            <a:prstGeom prst="ellipse">
              <a:avLst/>
            </a:prstGeom>
            <a:solidFill>
              <a:srgbClr val="4454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Oval 10">
              <a:extLst>
                <a:ext uri="{FF2B5EF4-FFF2-40B4-BE49-F238E27FC236}">
                  <a16:creationId xmlns:a16="http://schemas.microsoft.com/office/drawing/2014/main" id="{C01C9227-C9BF-9B55-10A0-3BB267139F71}"/>
                </a:ext>
              </a:extLst>
            </p:cNvPr>
            <p:cNvSpPr/>
            <p:nvPr/>
          </p:nvSpPr>
          <p:spPr>
            <a:xfrm rot="19023686">
              <a:off x="3098303" y="4249447"/>
              <a:ext cx="5110607" cy="1478613"/>
            </a:xfrm>
            <a:custGeom>
              <a:avLst/>
              <a:gdLst>
                <a:gd name="connsiteX0" fmla="*/ 0 w 3193366"/>
                <a:gd name="connsiteY0" fmla="*/ 721459 h 1442918"/>
                <a:gd name="connsiteX1" fmla="*/ 1596683 w 3193366"/>
                <a:gd name="connsiteY1" fmla="*/ 0 h 1442918"/>
                <a:gd name="connsiteX2" fmla="*/ 3193366 w 3193366"/>
                <a:gd name="connsiteY2" fmla="*/ 721459 h 1442918"/>
                <a:gd name="connsiteX3" fmla="*/ 1596683 w 3193366"/>
                <a:gd name="connsiteY3" fmla="*/ 1442918 h 1442918"/>
                <a:gd name="connsiteX4" fmla="*/ 0 w 3193366"/>
                <a:gd name="connsiteY4" fmla="*/ 721459 h 1442918"/>
                <a:gd name="connsiteX0" fmla="*/ 0 w 5075266"/>
                <a:gd name="connsiteY0" fmla="*/ 738013 h 1611644"/>
                <a:gd name="connsiteX1" fmla="*/ 1596683 w 5075266"/>
                <a:gd name="connsiteY1" fmla="*/ 16554 h 1611644"/>
                <a:gd name="connsiteX2" fmla="*/ 5075266 w 5075266"/>
                <a:gd name="connsiteY2" fmla="*/ 1378891 h 1611644"/>
                <a:gd name="connsiteX3" fmla="*/ 1596683 w 5075266"/>
                <a:gd name="connsiteY3" fmla="*/ 1459472 h 1611644"/>
                <a:gd name="connsiteX4" fmla="*/ 0 w 5075266"/>
                <a:gd name="connsiteY4" fmla="*/ 738013 h 1611644"/>
                <a:gd name="connsiteX0" fmla="*/ 0 w 5109736"/>
                <a:gd name="connsiteY0" fmla="*/ 744052 h 1536275"/>
                <a:gd name="connsiteX1" fmla="*/ 1596683 w 5109736"/>
                <a:gd name="connsiteY1" fmla="*/ 22593 h 1536275"/>
                <a:gd name="connsiteX2" fmla="*/ 3674127 w 5109736"/>
                <a:gd name="connsiteY2" fmla="*/ 292732 h 1536275"/>
                <a:gd name="connsiteX3" fmla="*/ 5075266 w 5109736"/>
                <a:gd name="connsiteY3" fmla="*/ 1384930 h 1536275"/>
                <a:gd name="connsiteX4" fmla="*/ 1596683 w 5109736"/>
                <a:gd name="connsiteY4" fmla="*/ 1465511 h 1536275"/>
                <a:gd name="connsiteX5" fmla="*/ 0 w 5109736"/>
                <a:gd name="connsiteY5" fmla="*/ 744052 h 1536275"/>
                <a:gd name="connsiteX0" fmla="*/ 69 w 5109805"/>
                <a:gd name="connsiteY0" fmla="*/ 572816 h 1365039"/>
                <a:gd name="connsiteX1" fmla="*/ 1647377 w 5109805"/>
                <a:gd name="connsiteY1" fmla="*/ 116550 h 1365039"/>
                <a:gd name="connsiteX2" fmla="*/ 3674196 w 5109805"/>
                <a:gd name="connsiteY2" fmla="*/ 121496 h 1365039"/>
                <a:gd name="connsiteX3" fmla="*/ 5075335 w 5109805"/>
                <a:gd name="connsiteY3" fmla="*/ 1213694 h 1365039"/>
                <a:gd name="connsiteX4" fmla="*/ 1596752 w 5109805"/>
                <a:gd name="connsiteY4" fmla="*/ 1294275 h 1365039"/>
                <a:gd name="connsiteX5" fmla="*/ 69 w 5109805"/>
                <a:gd name="connsiteY5" fmla="*/ 572816 h 1365039"/>
                <a:gd name="connsiteX0" fmla="*/ 1955 w 5111691"/>
                <a:gd name="connsiteY0" fmla="*/ 572816 h 1365039"/>
                <a:gd name="connsiteX1" fmla="*/ 1649263 w 5111691"/>
                <a:gd name="connsiteY1" fmla="*/ 116550 h 1365039"/>
                <a:gd name="connsiteX2" fmla="*/ 3676082 w 5111691"/>
                <a:gd name="connsiteY2" fmla="*/ 121496 h 1365039"/>
                <a:gd name="connsiteX3" fmla="*/ 5077221 w 5111691"/>
                <a:gd name="connsiteY3" fmla="*/ 1213694 h 1365039"/>
                <a:gd name="connsiteX4" fmla="*/ 1598638 w 5111691"/>
                <a:gd name="connsiteY4" fmla="*/ 1294275 h 1365039"/>
                <a:gd name="connsiteX5" fmla="*/ 1955 w 5111691"/>
                <a:gd name="connsiteY5" fmla="*/ 572816 h 1365039"/>
                <a:gd name="connsiteX0" fmla="*/ 18 w 5109754"/>
                <a:gd name="connsiteY0" fmla="*/ 572816 h 1455715"/>
                <a:gd name="connsiteX1" fmla="*/ 1647326 w 5109754"/>
                <a:gd name="connsiteY1" fmla="*/ 116550 h 1455715"/>
                <a:gd name="connsiteX2" fmla="*/ 3674145 w 5109754"/>
                <a:gd name="connsiteY2" fmla="*/ 121496 h 1455715"/>
                <a:gd name="connsiteX3" fmla="*/ 5075284 w 5109754"/>
                <a:gd name="connsiteY3" fmla="*/ 1213694 h 1455715"/>
                <a:gd name="connsiteX4" fmla="*/ 1621644 w 5109754"/>
                <a:gd name="connsiteY4" fmla="*/ 1416615 h 1455715"/>
                <a:gd name="connsiteX5" fmla="*/ 18 w 5109754"/>
                <a:gd name="connsiteY5" fmla="*/ 572816 h 1455715"/>
                <a:gd name="connsiteX0" fmla="*/ 24 w 5109760"/>
                <a:gd name="connsiteY0" fmla="*/ 572816 h 1478613"/>
                <a:gd name="connsiteX1" fmla="*/ 1647332 w 5109760"/>
                <a:gd name="connsiteY1" fmla="*/ 116550 h 1478613"/>
                <a:gd name="connsiteX2" fmla="*/ 3674151 w 5109760"/>
                <a:gd name="connsiteY2" fmla="*/ 121496 h 1478613"/>
                <a:gd name="connsiteX3" fmla="*/ 5075290 w 5109760"/>
                <a:gd name="connsiteY3" fmla="*/ 1213694 h 1478613"/>
                <a:gd name="connsiteX4" fmla="*/ 1621650 w 5109760"/>
                <a:gd name="connsiteY4" fmla="*/ 1416615 h 1478613"/>
                <a:gd name="connsiteX5" fmla="*/ 24 w 5109760"/>
                <a:gd name="connsiteY5" fmla="*/ 572816 h 1478613"/>
                <a:gd name="connsiteX0" fmla="*/ 871 w 5110607"/>
                <a:gd name="connsiteY0" fmla="*/ 572816 h 1478613"/>
                <a:gd name="connsiteX1" fmla="*/ 1648179 w 5110607"/>
                <a:gd name="connsiteY1" fmla="*/ 116550 h 1478613"/>
                <a:gd name="connsiteX2" fmla="*/ 3674998 w 5110607"/>
                <a:gd name="connsiteY2" fmla="*/ 121496 h 1478613"/>
                <a:gd name="connsiteX3" fmla="*/ 5076137 w 5110607"/>
                <a:gd name="connsiteY3" fmla="*/ 1213694 h 1478613"/>
                <a:gd name="connsiteX4" fmla="*/ 1622497 w 5110607"/>
                <a:gd name="connsiteY4" fmla="*/ 1416615 h 1478613"/>
                <a:gd name="connsiteX5" fmla="*/ 871 w 5110607"/>
                <a:gd name="connsiteY5" fmla="*/ 572816 h 1478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10607" h="1478613">
                  <a:moveTo>
                    <a:pt x="871" y="572816"/>
                  </a:moveTo>
                  <a:cubicBezTo>
                    <a:pt x="-34848" y="100834"/>
                    <a:pt x="1035825" y="191770"/>
                    <a:pt x="1648179" y="116550"/>
                  </a:cubicBezTo>
                  <a:cubicBezTo>
                    <a:pt x="2260533" y="41330"/>
                    <a:pt x="3095234" y="-105560"/>
                    <a:pt x="3674998" y="121496"/>
                  </a:cubicBezTo>
                  <a:cubicBezTo>
                    <a:pt x="4254762" y="348552"/>
                    <a:pt x="5314992" y="1030654"/>
                    <a:pt x="5076137" y="1213694"/>
                  </a:cubicBezTo>
                  <a:cubicBezTo>
                    <a:pt x="4837282" y="1396734"/>
                    <a:pt x="2696233" y="1576845"/>
                    <a:pt x="1622497" y="1416615"/>
                  </a:cubicBezTo>
                  <a:cubicBezTo>
                    <a:pt x="548761" y="1256385"/>
                    <a:pt x="36590" y="1044798"/>
                    <a:pt x="871" y="572816"/>
                  </a:cubicBezTo>
                  <a:close/>
                </a:path>
              </a:pathLst>
            </a:cu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5EA3BE9-EEDF-01DD-726D-EB2DC0785945}"/>
                </a:ext>
              </a:extLst>
            </p:cNvPr>
            <p:cNvSpPr/>
            <p:nvPr/>
          </p:nvSpPr>
          <p:spPr>
            <a:xfrm rot="20160439">
              <a:off x="5292420" y="3505541"/>
              <a:ext cx="189776" cy="322477"/>
            </a:xfrm>
            <a:prstGeom prst="ellipse">
              <a:avLst/>
            </a:pr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507FB42-287E-2C79-9DB8-AFDB616E3771}"/>
                </a:ext>
              </a:extLst>
            </p:cNvPr>
            <p:cNvSpPr/>
            <p:nvPr/>
          </p:nvSpPr>
          <p:spPr>
            <a:xfrm rot="20160439">
              <a:off x="5641727" y="3405513"/>
              <a:ext cx="189776" cy="322477"/>
            </a:xfrm>
            <a:prstGeom prst="ellipse">
              <a:avLst/>
            </a:pr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47B4473-F1BC-C96A-3603-8BDFBCAF79D6}"/>
                </a:ext>
              </a:extLst>
            </p:cNvPr>
            <p:cNvSpPr/>
            <p:nvPr/>
          </p:nvSpPr>
          <p:spPr>
            <a:xfrm rot="20160439">
              <a:off x="5959915" y="3270067"/>
              <a:ext cx="189776" cy="322477"/>
            </a:xfrm>
            <a:prstGeom prst="ellipse">
              <a:avLst/>
            </a:pr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56EE2FE-44E7-7FD4-4558-9124AFB1A30D}"/>
                </a:ext>
              </a:extLst>
            </p:cNvPr>
            <p:cNvSpPr/>
            <p:nvPr/>
          </p:nvSpPr>
          <p:spPr>
            <a:xfrm rot="20160439">
              <a:off x="6234799" y="3168121"/>
              <a:ext cx="189776" cy="322477"/>
            </a:xfrm>
            <a:prstGeom prst="ellipse">
              <a:avLst/>
            </a:pr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 18">
              <a:extLst>
                <a:ext uri="{FF2B5EF4-FFF2-40B4-BE49-F238E27FC236}">
                  <a16:creationId xmlns:a16="http://schemas.microsoft.com/office/drawing/2014/main" id="{94C0BD04-8089-1208-0AF7-01CA59D8B96B}"/>
                </a:ext>
              </a:extLst>
            </p:cNvPr>
            <p:cNvSpPr/>
            <p:nvPr/>
          </p:nvSpPr>
          <p:spPr>
            <a:xfrm rot="21340227">
              <a:off x="6810452" y="2503527"/>
              <a:ext cx="1011956" cy="421411"/>
            </a:xfrm>
            <a:custGeom>
              <a:avLst/>
              <a:gdLst>
                <a:gd name="connsiteX0" fmla="*/ 0 w 998807"/>
                <a:gd name="connsiteY0" fmla="*/ 0 h 247737"/>
                <a:gd name="connsiteX1" fmla="*/ 998807 w 998807"/>
                <a:gd name="connsiteY1" fmla="*/ 0 h 247737"/>
                <a:gd name="connsiteX2" fmla="*/ 998807 w 998807"/>
                <a:gd name="connsiteY2" fmla="*/ 247737 h 247737"/>
                <a:gd name="connsiteX3" fmla="*/ 0 w 998807"/>
                <a:gd name="connsiteY3" fmla="*/ 247737 h 247737"/>
                <a:gd name="connsiteX4" fmla="*/ 0 w 998807"/>
                <a:gd name="connsiteY4" fmla="*/ 0 h 247737"/>
                <a:gd name="connsiteX0" fmla="*/ 0 w 1011956"/>
                <a:gd name="connsiteY0" fmla="*/ 173674 h 421411"/>
                <a:gd name="connsiteX1" fmla="*/ 1011956 w 1011956"/>
                <a:gd name="connsiteY1" fmla="*/ 0 h 421411"/>
                <a:gd name="connsiteX2" fmla="*/ 998807 w 1011956"/>
                <a:gd name="connsiteY2" fmla="*/ 421411 h 421411"/>
                <a:gd name="connsiteX3" fmla="*/ 0 w 1011956"/>
                <a:gd name="connsiteY3" fmla="*/ 421411 h 421411"/>
                <a:gd name="connsiteX4" fmla="*/ 0 w 1011956"/>
                <a:gd name="connsiteY4" fmla="*/ 173674 h 421411"/>
                <a:gd name="connsiteX0" fmla="*/ 2191 w 1011956"/>
                <a:gd name="connsiteY0" fmla="*/ 144729 h 421411"/>
                <a:gd name="connsiteX1" fmla="*/ 1011956 w 1011956"/>
                <a:gd name="connsiteY1" fmla="*/ 0 h 421411"/>
                <a:gd name="connsiteX2" fmla="*/ 998807 w 1011956"/>
                <a:gd name="connsiteY2" fmla="*/ 421411 h 421411"/>
                <a:gd name="connsiteX3" fmla="*/ 0 w 1011956"/>
                <a:gd name="connsiteY3" fmla="*/ 421411 h 421411"/>
                <a:gd name="connsiteX4" fmla="*/ 2191 w 1011956"/>
                <a:gd name="connsiteY4" fmla="*/ 144729 h 42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956" h="421411">
                  <a:moveTo>
                    <a:pt x="2191" y="144729"/>
                  </a:moveTo>
                  <a:lnTo>
                    <a:pt x="1011956" y="0"/>
                  </a:lnTo>
                  <a:lnTo>
                    <a:pt x="998807" y="421411"/>
                  </a:lnTo>
                  <a:lnTo>
                    <a:pt x="0" y="421411"/>
                  </a:lnTo>
                  <a:cubicBezTo>
                    <a:pt x="730" y="329184"/>
                    <a:pt x="1461" y="236956"/>
                    <a:pt x="2191" y="144729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lowchart: Manual Operation 19">
              <a:extLst>
                <a:ext uri="{FF2B5EF4-FFF2-40B4-BE49-F238E27FC236}">
                  <a16:creationId xmlns:a16="http://schemas.microsoft.com/office/drawing/2014/main" id="{6F7C8087-3DAE-26D0-DD27-AEFFE4CD9FD6}"/>
                </a:ext>
              </a:extLst>
            </p:cNvPr>
            <p:cNvSpPr/>
            <p:nvPr/>
          </p:nvSpPr>
          <p:spPr>
            <a:xfrm rot="20866405" flipV="1">
              <a:off x="7852287" y="2393966"/>
              <a:ext cx="384522" cy="456436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0 w 10000"/>
                <a:gd name="connsiteY0" fmla="*/ 0 h 10206"/>
                <a:gd name="connsiteX1" fmla="*/ 10000 w 10000"/>
                <a:gd name="connsiteY1" fmla="*/ 0 h 10206"/>
                <a:gd name="connsiteX2" fmla="*/ 6893 w 10000"/>
                <a:gd name="connsiteY2" fmla="*/ 10206 h 10206"/>
                <a:gd name="connsiteX3" fmla="*/ 2000 w 10000"/>
                <a:gd name="connsiteY3" fmla="*/ 10000 h 10206"/>
                <a:gd name="connsiteX4" fmla="*/ 0 w 10000"/>
                <a:gd name="connsiteY4" fmla="*/ 0 h 10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206">
                  <a:moveTo>
                    <a:pt x="0" y="0"/>
                  </a:moveTo>
                  <a:lnTo>
                    <a:pt x="10000" y="0"/>
                  </a:lnTo>
                  <a:lnTo>
                    <a:pt x="6893" y="10206"/>
                  </a:lnTo>
                  <a:lnTo>
                    <a:pt x="2000" y="1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Rectangle 20">
              <a:extLst>
                <a:ext uri="{FF2B5EF4-FFF2-40B4-BE49-F238E27FC236}">
                  <a16:creationId xmlns:a16="http://schemas.microsoft.com/office/drawing/2014/main" id="{A9E09993-F676-FECD-AFD3-F654B59CECDF}"/>
                </a:ext>
              </a:extLst>
            </p:cNvPr>
            <p:cNvSpPr/>
            <p:nvPr/>
          </p:nvSpPr>
          <p:spPr>
            <a:xfrm>
              <a:off x="8112022" y="2070573"/>
              <a:ext cx="1117184" cy="685047"/>
            </a:xfrm>
            <a:custGeom>
              <a:avLst/>
              <a:gdLst>
                <a:gd name="connsiteX0" fmla="*/ 0 w 669509"/>
                <a:gd name="connsiteY0" fmla="*/ 0 h 243722"/>
                <a:gd name="connsiteX1" fmla="*/ 669509 w 669509"/>
                <a:gd name="connsiteY1" fmla="*/ 0 h 243722"/>
                <a:gd name="connsiteX2" fmla="*/ 669509 w 669509"/>
                <a:gd name="connsiteY2" fmla="*/ 243722 h 243722"/>
                <a:gd name="connsiteX3" fmla="*/ 0 w 669509"/>
                <a:gd name="connsiteY3" fmla="*/ 243722 h 243722"/>
                <a:gd name="connsiteX4" fmla="*/ 0 w 669509"/>
                <a:gd name="connsiteY4" fmla="*/ 0 h 243722"/>
                <a:gd name="connsiteX0" fmla="*/ 0 w 669509"/>
                <a:gd name="connsiteY0" fmla="*/ 276225 h 519947"/>
                <a:gd name="connsiteX1" fmla="*/ 431384 w 669509"/>
                <a:gd name="connsiteY1" fmla="*/ 0 h 519947"/>
                <a:gd name="connsiteX2" fmla="*/ 669509 w 669509"/>
                <a:gd name="connsiteY2" fmla="*/ 519947 h 519947"/>
                <a:gd name="connsiteX3" fmla="*/ 0 w 669509"/>
                <a:gd name="connsiteY3" fmla="*/ 519947 h 519947"/>
                <a:gd name="connsiteX4" fmla="*/ 0 w 669509"/>
                <a:gd name="connsiteY4" fmla="*/ 276225 h 519947"/>
                <a:gd name="connsiteX0" fmla="*/ 0 w 1002884"/>
                <a:gd name="connsiteY0" fmla="*/ 276225 h 519947"/>
                <a:gd name="connsiteX1" fmla="*/ 431384 w 1002884"/>
                <a:gd name="connsiteY1" fmla="*/ 0 h 519947"/>
                <a:gd name="connsiteX2" fmla="*/ 1002884 w 1002884"/>
                <a:gd name="connsiteY2" fmla="*/ 138947 h 519947"/>
                <a:gd name="connsiteX3" fmla="*/ 0 w 1002884"/>
                <a:gd name="connsiteY3" fmla="*/ 519947 h 519947"/>
                <a:gd name="connsiteX4" fmla="*/ 0 w 1002884"/>
                <a:gd name="connsiteY4" fmla="*/ 276225 h 519947"/>
                <a:gd name="connsiteX0" fmla="*/ 0 w 1002884"/>
                <a:gd name="connsiteY0" fmla="*/ 276225 h 719972"/>
                <a:gd name="connsiteX1" fmla="*/ 431384 w 1002884"/>
                <a:gd name="connsiteY1" fmla="*/ 0 h 719972"/>
                <a:gd name="connsiteX2" fmla="*/ 1002884 w 1002884"/>
                <a:gd name="connsiteY2" fmla="*/ 138947 h 719972"/>
                <a:gd name="connsiteX3" fmla="*/ 257175 w 1002884"/>
                <a:gd name="connsiteY3" fmla="*/ 719972 h 719972"/>
                <a:gd name="connsiteX4" fmla="*/ 0 w 1002884"/>
                <a:gd name="connsiteY4" fmla="*/ 276225 h 719972"/>
                <a:gd name="connsiteX0" fmla="*/ 0 w 1012409"/>
                <a:gd name="connsiteY0" fmla="*/ 352425 h 719972"/>
                <a:gd name="connsiteX1" fmla="*/ 440909 w 1012409"/>
                <a:gd name="connsiteY1" fmla="*/ 0 h 719972"/>
                <a:gd name="connsiteX2" fmla="*/ 1012409 w 1012409"/>
                <a:gd name="connsiteY2" fmla="*/ 138947 h 719972"/>
                <a:gd name="connsiteX3" fmla="*/ 266700 w 1012409"/>
                <a:gd name="connsiteY3" fmla="*/ 719972 h 719972"/>
                <a:gd name="connsiteX4" fmla="*/ 0 w 1012409"/>
                <a:gd name="connsiteY4" fmla="*/ 352425 h 719972"/>
                <a:gd name="connsiteX0" fmla="*/ 0 w 1012409"/>
                <a:gd name="connsiteY0" fmla="*/ 352425 h 719972"/>
                <a:gd name="connsiteX1" fmla="*/ 440909 w 1012409"/>
                <a:gd name="connsiteY1" fmla="*/ 0 h 719972"/>
                <a:gd name="connsiteX2" fmla="*/ 1012409 w 1012409"/>
                <a:gd name="connsiteY2" fmla="*/ 138947 h 719972"/>
                <a:gd name="connsiteX3" fmla="*/ 266700 w 1012409"/>
                <a:gd name="connsiteY3" fmla="*/ 719972 h 719972"/>
                <a:gd name="connsiteX4" fmla="*/ 0 w 1012409"/>
                <a:gd name="connsiteY4" fmla="*/ 352425 h 719972"/>
                <a:gd name="connsiteX0" fmla="*/ 0 w 1012409"/>
                <a:gd name="connsiteY0" fmla="*/ 352425 h 691397"/>
                <a:gd name="connsiteX1" fmla="*/ 440909 w 1012409"/>
                <a:gd name="connsiteY1" fmla="*/ 0 h 691397"/>
                <a:gd name="connsiteX2" fmla="*/ 1012409 w 1012409"/>
                <a:gd name="connsiteY2" fmla="*/ 138947 h 691397"/>
                <a:gd name="connsiteX3" fmla="*/ 257175 w 1012409"/>
                <a:gd name="connsiteY3" fmla="*/ 691397 h 691397"/>
                <a:gd name="connsiteX4" fmla="*/ 0 w 1012409"/>
                <a:gd name="connsiteY4" fmla="*/ 352425 h 691397"/>
                <a:gd name="connsiteX0" fmla="*/ 0 w 1012409"/>
                <a:gd name="connsiteY0" fmla="*/ 352425 h 691397"/>
                <a:gd name="connsiteX1" fmla="*/ 440909 w 1012409"/>
                <a:gd name="connsiteY1" fmla="*/ 0 h 691397"/>
                <a:gd name="connsiteX2" fmla="*/ 1012409 w 1012409"/>
                <a:gd name="connsiteY2" fmla="*/ 138947 h 691397"/>
                <a:gd name="connsiteX3" fmla="*/ 257175 w 1012409"/>
                <a:gd name="connsiteY3" fmla="*/ 691397 h 691397"/>
                <a:gd name="connsiteX4" fmla="*/ 0 w 1012409"/>
                <a:gd name="connsiteY4" fmla="*/ 352425 h 691397"/>
                <a:gd name="connsiteX0" fmla="*/ 0 w 1012409"/>
                <a:gd name="connsiteY0" fmla="*/ 352425 h 691397"/>
                <a:gd name="connsiteX1" fmla="*/ 440909 w 1012409"/>
                <a:gd name="connsiteY1" fmla="*/ 0 h 691397"/>
                <a:gd name="connsiteX2" fmla="*/ 1012409 w 1012409"/>
                <a:gd name="connsiteY2" fmla="*/ 138947 h 691397"/>
                <a:gd name="connsiteX3" fmla="*/ 257175 w 1012409"/>
                <a:gd name="connsiteY3" fmla="*/ 691397 h 691397"/>
                <a:gd name="connsiteX4" fmla="*/ 0 w 1012409"/>
                <a:gd name="connsiteY4" fmla="*/ 352425 h 691397"/>
                <a:gd name="connsiteX0" fmla="*/ 0 w 1012409"/>
                <a:gd name="connsiteY0" fmla="*/ 352425 h 691397"/>
                <a:gd name="connsiteX1" fmla="*/ 440909 w 1012409"/>
                <a:gd name="connsiteY1" fmla="*/ 0 h 691397"/>
                <a:gd name="connsiteX2" fmla="*/ 1012409 w 1012409"/>
                <a:gd name="connsiteY2" fmla="*/ 138947 h 691397"/>
                <a:gd name="connsiteX3" fmla="*/ 257175 w 1012409"/>
                <a:gd name="connsiteY3" fmla="*/ 691397 h 691397"/>
                <a:gd name="connsiteX4" fmla="*/ 0 w 1012409"/>
                <a:gd name="connsiteY4" fmla="*/ 352425 h 691397"/>
                <a:gd name="connsiteX0" fmla="*/ 0 w 1012409"/>
                <a:gd name="connsiteY0" fmla="*/ 352425 h 691397"/>
                <a:gd name="connsiteX1" fmla="*/ 440909 w 1012409"/>
                <a:gd name="connsiteY1" fmla="*/ 0 h 691397"/>
                <a:gd name="connsiteX2" fmla="*/ 1012409 w 1012409"/>
                <a:gd name="connsiteY2" fmla="*/ 138947 h 691397"/>
                <a:gd name="connsiteX3" fmla="*/ 257175 w 1012409"/>
                <a:gd name="connsiteY3" fmla="*/ 691397 h 691397"/>
                <a:gd name="connsiteX4" fmla="*/ 0 w 1012409"/>
                <a:gd name="connsiteY4" fmla="*/ 352425 h 691397"/>
                <a:gd name="connsiteX0" fmla="*/ 0 w 1012409"/>
                <a:gd name="connsiteY0" fmla="*/ 352425 h 691397"/>
                <a:gd name="connsiteX1" fmla="*/ 440909 w 1012409"/>
                <a:gd name="connsiteY1" fmla="*/ 0 h 691397"/>
                <a:gd name="connsiteX2" fmla="*/ 1012409 w 1012409"/>
                <a:gd name="connsiteY2" fmla="*/ 138947 h 691397"/>
                <a:gd name="connsiteX3" fmla="*/ 257175 w 1012409"/>
                <a:gd name="connsiteY3" fmla="*/ 691397 h 691397"/>
                <a:gd name="connsiteX4" fmla="*/ 0 w 1012409"/>
                <a:gd name="connsiteY4" fmla="*/ 352425 h 691397"/>
                <a:gd name="connsiteX0" fmla="*/ 0 w 1012409"/>
                <a:gd name="connsiteY0" fmla="*/ 352425 h 691397"/>
                <a:gd name="connsiteX1" fmla="*/ 440909 w 1012409"/>
                <a:gd name="connsiteY1" fmla="*/ 0 h 691397"/>
                <a:gd name="connsiteX2" fmla="*/ 1012409 w 1012409"/>
                <a:gd name="connsiteY2" fmla="*/ 138947 h 691397"/>
                <a:gd name="connsiteX3" fmla="*/ 257175 w 1012409"/>
                <a:gd name="connsiteY3" fmla="*/ 691397 h 691397"/>
                <a:gd name="connsiteX4" fmla="*/ 0 w 1012409"/>
                <a:gd name="connsiteY4" fmla="*/ 352425 h 691397"/>
                <a:gd name="connsiteX0" fmla="*/ 0 w 1082259"/>
                <a:gd name="connsiteY0" fmla="*/ 361718 h 700690"/>
                <a:gd name="connsiteX1" fmla="*/ 440909 w 1082259"/>
                <a:gd name="connsiteY1" fmla="*/ 9293 h 700690"/>
                <a:gd name="connsiteX2" fmla="*/ 1082259 w 1082259"/>
                <a:gd name="connsiteY2" fmla="*/ 72040 h 700690"/>
                <a:gd name="connsiteX3" fmla="*/ 257175 w 1082259"/>
                <a:gd name="connsiteY3" fmla="*/ 700690 h 700690"/>
                <a:gd name="connsiteX4" fmla="*/ 0 w 1082259"/>
                <a:gd name="connsiteY4" fmla="*/ 361718 h 700690"/>
                <a:gd name="connsiteX0" fmla="*/ 0 w 1082259"/>
                <a:gd name="connsiteY0" fmla="*/ 354238 h 693210"/>
                <a:gd name="connsiteX1" fmla="*/ 440909 w 1082259"/>
                <a:gd name="connsiteY1" fmla="*/ 1813 h 693210"/>
                <a:gd name="connsiteX2" fmla="*/ 1082259 w 1082259"/>
                <a:gd name="connsiteY2" fmla="*/ 64560 h 693210"/>
                <a:gd name="connsiteX3" fmla="*/ 257175 w 1082259"/>
                <a:gd name="connsiteY3" fmla="*/ 693210 h 693210"/>
                <a:gd name="connsiteX4" fmla="*/ 0 w 1082259"/>
                <a:gd name="connsiteY4" fmla="*/ 354238 h 693210"/>
                <a:gd name="connsiteX0" fmla="*/ 0 w 1082259"/>
                <a:gd name="connsiteY0" fmla="*/ 353338 h 692310"/>
                <a:gd name="connsiteX1" fmla="*/ 440909 w 1082259"/>
                <a:gd name="connsiteY1" fmla="*/ 913 h 692310"/>
                <a:gd name="connsiteX2" fmla="*/ 1082259 w 1082259"/>
                <a:gd name="connsiteY2" fmla="*/ 63660 h 692310"/>
                <a:gd name="connsiteX3" fmla="*/ 257175 w 1082259"/>
                <a:gd name="connsiteY3" fmla="*/ 692310 h 692310"/>
                <a:gd name="connsiteX4" fmla="*/ 0 w 1082259"/>
                <a:gd name="connsiteY4" fmla="*/ 353338 h 692310"/>
                <a:gd name="connsiteX0" fmla="*/ 0 w 1082259"/>
                <a:gd name="connsiteY0" fmla="*/ 352509 h 691481"/>
                <a:gd name="connsiteX1" fmla="*/ 440909 w 1082259"/>
                <a:gd name="connsiteY1" fmla="*/ 84 h 691481"/>
                <a:gd name="connsiteX2" fmla="*/ 1082259 w 1082259"/>
                <a:gd name="connsiteY2" fmla="*/ 62831 h 691481"/>
                <a:gd name="connsiteX3" fmla="*/ 257175 w 1082259"/>
                <a:gd name="connsiteY3" fmla="*/ 691481 h 691481"/>
                <a:gd name="connsiteX4" fmla="*/ 0 w 1082259"/>
                <a:gd name="connsiteY4" fmla="*/ 352509 h 691481"/>
                <a:gd name="connsiteX0" fmla="*/ 0 w 1082259"/>
                <a:gd name="connsiteY0" fmla="*/ 352425 h 691397"/>
                <a:gd name="connsiteX1" fmla="*/ 440909 w 1082259"/>
                <a:gd name="connsiteY1" fmla="*/ 0 h 691397"/>
                <a:gd name="connsiteX2" fmla="*/ 1082259 w 1082259"/>
                <a:gd name="connsiteY2" fmla="*/ 62747 h 691397"/>
                <a:gd name="connsiteX3" fmla="*/ 257175 w 1082259"/>
                <a:gd name="connsiteY3" fmla="*/ 691397 h 691397"/>
                <a:gd name="connsiteX4" fmla="*/ 0 w 1082259"/>
                <a:gd name="connsiteY4" fmla="*/ 352425 h 691397"/>
                <a:gd name="connsiteX0" fmla="*/ 0 w 1082259"/>
                <a:gd name="connsiteY0" fmla="*/ 352425 h 691397"/>
                <a:gd name="connsiteX1" fmla="*/ 440909 w 1082259"/>
                <a:gd name="connsiteY1" fmla="*/ 0 h 691397"/>
                <a:gd name="connsiteX2" fmla="*/ 1082259 w 1082259"/>
                <a:gd name="connsiteY2" fmla="*/ 62747 h 691397"/>
                <a:gd name="connsiteX3" fmla="*/ 257175 w 1082259"/>
                <a:gd name="connsiteY3" fmla="*/ 691397 h 691397"/>
                <a:gd name="connsiteX4" fmla="*/ 0 w 1082259"/>
                <a:gd name="connsiteY4" fmla="*/ 352425 h 691397"/>
                <a:gd name="connsiteX0" fmla="*/ 0 w 1082259"/>
                <a:gd name="connsiteY0" fmla="*/ 352425 h 691397"/>
                <a:gd name="connsiteX1" fmla="*/ 440909 w 1082259"/>
                <a:gd name="connsiteY1" fmla="*/ 0 h 691397"/>
                <a:gd name="connsiteX2" fmla="*/ 1082259 w 1082259"/>
                <a:gd name="connsiteY2" fmla="*/ 53222 h 691397"/>
                <a:gd name="connsiteX3" fmla="*/ 257175 w 1082259"/>
                <a:gd name="connsiteY3" fmla="*/ 691397 h 691397"/>
                <a:gd name="connsiteX4" fmla="*/ 0 w 1082259"/>
                <a:gd name="connsiteY4" fmla="*/ 352425 h 691397"/>
                <a:gd name="connsiteX0" fmla="*/ 0 w 1082259"/>
                <a:gd name="connsiteY0" fmla="*/ 352425 h 691397"/>
                <a:gd name="connsiteX1" fmla="*/ 440909 w 1082259"/>
                <a:gd name="connsiteY1" fmla="*/ 0 h 691397"/>
                <a:gd name="connsiteX2" fmla="*/ 1082259 w 1082259"/>
                <a:gd name="connsiteY2" fmla="*/ 53222 h 691397"/>
                <a:gd name="connsiteX3" fmla="*/ 257175 w 1082259"/>
                <a:gd name="connsiteY3" fmla="*/ 691397 h 691397"/>
                <a:gd name="connsiteX4" fmla="*/ 0 w 1082259"/>
                <a:gd name="connsiteY4" fmla="*/ 352425 h 691397"/>
                <a:gd name="connsiteX0" fmla="*/ 0 w 1082259"/>
                <a:gd name="connsiteY0" fmla="*/ 346075 h 685047"/>
                <a:gd name="connsiteX1" fmla="*/ 437734 w 1082259"/>
                <a:gd name="connsiteY1" fmla="*/ 0 h 685047"/>
                <a:gd name="connsiteX2" fmla="*/ 1082259 w 1082259"/>
                <a:gd name="connsiteY2" fmla="*/ 46872 h 685047"/>
                <a:gd name="connsiteX3" fmla="*/ 257175 w 1082259"/>
                <a:gd name="connsiteY3" fmla="*/ 685047 h 685047"/>
                <a:gd name="connsiteX4" fmla="*/ 0 w 1082259"/>
                <a:gd name="connsiteY4" fmla="*/ 346075 h 685047"/>
                <a:gd name="connsiteX0" fmla="*/ 0 w 1117184"/>
                <a:gd name="connsiteY0" fmla="*/ 292100 h 685047"/>
                <a:gd name="connsiteX1" fmla="*/ 472659 w 1117184"/>
                <a:gd name="connsiteY1" fmla="*/ 0 h 685047"/>
                <a:gd name="connsiteX2" fmla="*/ 1117184 w 1117184"/>
                <a:gd name="connsiteY2" fmla="*/ 46872 h 685047"/>
                <a:gd name="connsiteX3" fmla="*/ 292100 w 1117184"/>
                <a:gd name="connsiteY3" fmla="*/ 685047 h 685047"/>
                <a:gd name="connsiteX4" fmla="*/ 0 w 1117184"/>
                <a:gd name="connsiteY4" fmla="*/ 292100 h 685047"/>
                <a:gd name="connsiteX0" fmla="*/ 0 w 1117184"/>
                <a:gd name="connsiteY0" fmla="*/ 292100 h 685047"/>
                <a:gd name="connsiteX1" fmla="*/ 472659 w 1117184"/>
                <a:gd name="connsiteY1" fmla="*/ 0 h 685047"/>
                <a:gd name="connsiteX2" fmla="*/ 1117184 w 1117184"/>
                <a:gd name="connsiteY2" fmla="*/ 46872 h 685047"/>
                <a:gd name="connsiteX3" fmla="*/ 292100 w 1117184"/>
                <a:gd name="connsiteY3" fmla="*/ 685047 h 685047"/>
                <a:gd name="connsiteX4" fmla="*/ 0 w 1117184"/>
                <a:gd name="connsiteY4" fmla="*/ 292100 h 685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184" h="685047">
                  <a:moveTo>
                    <a:pt x="0" y="292100"/>
                  </a:moveTo>
                  <a:cubicBezTo>
                    <a:pt x="280320" y="193675"/>
                    <a:pt x="325689" y="117475"/>
                    <a:pt x="472659" y="0"/>
                  </a:cubicBezTo>
                  <a:cubicBezTo>
                    <a:pt x="607370" y="19102"/>
                    <a:pt x="729834" y="-13958"/>
                    <a:pt x="1117184" y="46872"/>
                  </a:cubicBezTo>
                  <a:cubicBezTo>
                    <a:pt x="865439" y="231022"/>
                    <a:pt x="791495" y="462797"/>
                    <a:pt x="292100" y="685047"/>
                  </a:cubicBezTo>
                  <a:lnTo>
                    <a:pt x="0" y="29210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5CC6CD36-4ADD-C23E-C606-15F3CDDA97FE}"/>
                </a:ext>
              </a:extLst>
            </p:cNvPr>
            <p:cNvSpPr/>
            <p:nvPr/>
          </p:nvSpPr>
          <p:spPr>
            <a:xfrm rot="13911681">
              <a:off x="9805375" y="2164984"/>
              <a:ext cx="914400" cy="914400"/>
            </a:xfrm>
            <a:prstGeom prst="arc">
              <a:avLst>
                <a:gd name="adj1" fmla="val 15301149"/>
                <a:gd name="adj2" fmla="val 0"/>
              </a:avLst>
            </a:prstGeom>
            <a:noFill/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Oval 4">
              <a:extLst>
                <a:ext uri="{FF2B5EF4-FFF2-40B4-BE49-F238E27FC236}">
                  <a16:creationId xmlns:a16="http://schemas.microsoft.com/office/drawing/2014/main" id="{3DE4BAE4-96EB-6B4B-38A8-D04F3AD2A278}"/>
                </a:ext>
              </a:extLst>
            </p:cNvPr>
            <p:cNvSpPr/>
            <p:nvPr/>
          </p:nvSpPr>
          <p:spPr>
            <a:xfrm rot="15421402" flipH="1" flipV="1">
              <a:off x="3220488" y="2116246"/>
              <a:ext cx="1376407" cy="2265581"/>
            </a:xfrm>
            <a:custGeom>
              <a:avLst/>
              <a:gdLst>
                <a:gd name="connsiteX0" fmla="*/ 0 w 1704956"/>
                <a:gd name="connsiteY0" fmla="*/ 407919 h 815837"/>
                <a:gd name="connsiteX1" fmla="*/ 852478 w 1704956"/>
                <a:gd name="connsiteY1" fmla="*/ 0 h 815837"/>
                <a:gd name="connsiteX2" fmla="*/ 1704956 w 1704956"/>
                <a:gd name="connsiteY2" fmla="*/ 407919 h 815837"/>
                <a:gd name="connsiteX3" fmla="*/ 852478 w 1704956"/>
                <a:gd name="connsiteY3" fmla="*/ 815838 h 815837"/>
                <a:gd name="connsiteX4" fmla="*/ 0 w 1704956"/>
                <a:gd name="connsiteY4" fmla="*/ 407919 h 815837"/>
                <a:gd name="connsiteX0" fmla="*/ 324 w 1705280"/>
                <a:gd name="connsiteY0" fmla="*/ 407919 h 815838"/>
                <a:gd name="connsiteX1" fmla="*/ 852802 w 1705280"/>
                <a:gd name="connsiteY1" fmla="*/ 0 h 815838"/>
                <a:gd name="connsiteX2" fmla="*/ 1705280 w 1705280"/>
                <a:gd name="connsiteY2" fmla="*/ 407919 h 815838"/>
                <a:gd name="connsiteX3" fmla="*/ 852802 w 1705280"/>
                <a:gd name="connsiteY3" fmla="*/ 815838 h 815838"/>
                <a:gd name="connsiteX4" fmla="*/ 324 w 1705280"/>
                <a:gd name="connsiteY4" fmla="*/ 407919 h 815838"/>
                <a:gd name="connsiteX0" fmla="*/ 0 w 1704956"/>
                <a:gd name="connsiteY0" fmla="*/ 407919 h 815838"/>
                <a:gd name="connsiteX1" fmla="*/ 852478 w 1704956"/>
                <a:gd name="connsiteY1" fmla="*/ 0 h 815838"/>
                <a:gd name="connsiteX2" fmla="*/ 1704956 w 1704956"/>
                <a:gd name="connsiteY2" fmla="*/ 407919 h 815838"/>
                <a:gd name="connsiteX3" fmla="*/ 852478 w 1704956"/>
                <a:gd name="connsiteY3" fmla="*/ 815838 h 815838"/>
                <a:gd name="connsiteX4" fmla="*/ 0 w 1704956"/>
                <a:gd name="connsiteY4" fmla="*/ 407919 h 815838"/>
                <a:gd name="connsiteX0" fmla="*/ 0 w 1704956"/>
                <a:gd name="connsiteY0" fmla="*/ 407919 h 818785"/>
                <a:gd name="connsiteX1" fmla="*/ 852478 w 1704956"/>
                <a:gd name="connsiteY1" fmla="*/ 0 h 818785"/>
                <a:gd name="connsiteX2" fmla="*/ 1704956 w 1704956"/>
                <a:gd name="connsiteY2" fmla="*/ 407919 h 818785"/>
                <a:gd name="connsiteX3" fmla="*/ 852478 w 1704956"/>
                <a:gd name="connsiteY3" fmla="*/ 815838 h 818785"/>
                <a:gd name="connsiteX4" fmla="*/ 0 w 1704956"/>
                <a:gd name="connsiteY4" fmla="*/ 407919 h 818785"/>
                <a:gd name="connsiteX0" fmla="*/ 0 w 1788498"/>
                <a:gd name="connsiteY0" fmla="*/ 407919 h 818893"/>
                <a:gd name="connsiteX1" fmla="*/ 852478 w 1788498"/>
                <a:gd name="connsiteY1" fmla="*/ 0 h 818893"/>
                <a:gd name="connsiteX2" fmla="*/ 1704956 w 1788498"/>
                <a:gd name="connsiteY2" fmla="*/ 407919 h 818893"/>
                <a:gd name="connsiteX3" fmla="*/ 852478 w 1788498"/>
                <a:gd name="connsiteY3" fmla="*/ 815838 h 818893"/>
                <a:gd name="connsiteX4" fmla="*/ 0 w 1788498"/>
                <a:gd name="connsiteY4" fmla="*/ 407919 h 818893"/>
                <a:gd name="connsiteX0" fmla="*/ 0 w 1858201"/>
                <a:gd name="connsiteY0" fmla="*/ 408129 h 816335"/>
                <a:gd name="connsiteX1" fmla="*/ 852478 w 1858201"/>
                <a:gd name="connsiteY1" fmla="*/ 210 h 816335"/>
                <a:gd name="connsiteX2" fmla="*/ 1813248 w 1858201"/>
                <a:gd name="connsiteY2" fmla="*/ 452654 h 816335"/>
                <a:gd name="connsiteX3" fmla="*/ 852478 w 1858201"/>
                <a:gd name="connsiteY3" fmla="*/ 816048 h 816335"/>
                <a:gd name="connsiteX4" fmla="*/ 0 w 1858201"/>
                <a:gd name="connsiteY4" fmla="*/ 408129 h 816335"/>
                <a:gd name="connsiteX0" fmla="*/ 0 w 1872533"/>
                <a:gd name="connsiteY0" fmla="*/ 408129 h 816274"/>
                <a:gd name="connsiteX1" fmla="*/ 852478 w 1872533"/>
                <a:gd name="connsiteY1" fmla="*/ 210 h 816274"/>
                <a:gd name="connsiteX2" fmla="*/ 1813248 w 1872533"/>
                <a:gd name="connsiteY2" fmla="*/ 452654 h 816274"/>
                <a:gd name="connsiteX3" fmla="*/ 852478 w 1872533"/>
                <a:gd name="connsiteY3" fmla="*/ 816048 h 816274"/>
                <a:gd name="connsiteX4" fmla="*/ 0 w 1872533"/>
                <a:gd name="connsiteY4" fmla="*/ 408129 h 816274"/>
                <a:gd name="connsiteX0" fmla="*/ 0 w 1887030"/>
                <a:gd name="connsiteY0" fmla="*/ 408129 h 819976"/>
                <a:gd name="connsiteX1" fmla="*/ 852478 w 1887030"/>
                <a:gd name="connsiteY1" fmla="*/ 210 h 819976"/>
                <a:gd name="connsiteX2" fmla="*/ 1813248 w 1887030"/>
                <a:gd name="connsiteY2" fmla="*/ 452654 h 819976"/>
                <a:gd name="connsiteX3" fmla="*/ 852478 w 1887030"/>
                <a:gd name="connsiteY3" fmla="*/ 816048 h 819976"/>
                <a:gd name="connsiteX4" fmla="*/ 0 w 1887030"/>
                <a:gd name="connsiteY4" fmla="*/ 408129 h 819976"/>
                <a:gd name="connsiteX0" fmla="*/ 0 w 959038"/>
                <a:gd name="connsiteY0" fmla="*/ 419258 h 838516"/>
                <a:gd name="connsiteX1" fmla="*/ 852478 w 959038"/>
                <a:gd name="connsiteY1" fmla="*/ 11339 h 838516"/>
                <a:gd name="connsiteX2" fmla="*/ 852478 w 959038"/>
                <a:gd name="connsiteY2" fmla="*/ 827177 h 838516"/>
                <a:gd name="connsiteX3" fmla="*/ 0 w 959038"/>
                <a:gd name="connsiteY3" fmla="*/ 419258 h 83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9038" h="838516">
                  <a:moveTo>
                    <a:pt x="0" y="419258"/>
                  </a:moveTo>
                  <a:cubicBezTo>
                    <a:pt x="0" y="193971"/>
                    <a:pt x="710398" y="-56648"/>
                    <a:pt x="852478" y="11339"/>
                  </a:cubicBezTo>
                  <a:cubicBezTo>
                    <a:pt x="994558" y="79326"/>
                    <a:pt x="994558" y="759190"/>
                    <a:pt x="852478" y="827177"/>
                  </a:cubicBezTo>
                  <a:cubicBezTo>
                    <a:pt x="710398" y="895164"/>
                    <a:pt x="0" y="644545"/>
                    <a:pt x="0" y="419258"/>
                  </a:cubicBezTo>
                  <a:close/>
                </a:path>
              </a:pathLst>
            </a:cu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Oval 4">
              <a:extLst>
                <a:ext uri="{FF2B5EF4-FFF2-40B4-BE49-F238E27FC236}">
                  <a16:creationId xmlns:a16="http://schemas.microsoft.com/office/drawing/2014/main" id="{51F815F0-730E-55AC-7000-F2A73FCB3074}"/>
                </a:ext>
              </a:extLst>
            </p:cNvPr>
            <p:cNvSpPr/>
            <p:nvPr/>
          </p:nvSpPr>
          <p:spPr>
            <a:xfrm rot="15421402" flipH="1" flipV="1">
              <a:off x="3983544" y="2748207"/>
              <a:ext cx="706134" cy="1162305"/>
            </a:xfrm>
            <a:custGeom>
              <a:avLst/>
              <a:gdLst>
                <a:gd name="connsiteX0" fmla="*/ 0 w 1704956"/>
                <a:gd name="connsiteY0" fmla="*/ 407919 h 815837"/>
                <a:gd name="connsiteX1" fmla="*/ 852478 w 1704956"/>
                <a:gd name="connsiteY1" fmla="*/ 0 h 815837"/>
                <a:gd name="connsiteX2" fmla="*/ 1704956 w 1704956"/>
                <a:gd name="connsiteY2" fmla="*/ 407919 h 815837"/>
                <a:gd name="connsiteX3" fmla="*/ 852478 w 1704956"/>
                <a:gd name="connsiteY3" fmla="*/ 815838 h 815837"/>
                <a:gd name="connsiteX4" fmla="*/ 0 w 1704956"/>
                <a:gd name="connsiteY4" fmla="*/ 407919 h 815837"/>
                <a:gd name="connsiteX0" fmla="*/ 324 w 1705280"/>
                <a:gd name="connsiteY0" fmla="*/ 407919 h 815838"/>
                <a:gd name="connsiteX1" fmla="*/ 852802 w 1705280"/>
                <a:gd name="connsiteY1" fmla="*/ 0 h 815838"/>
                <a:gd name="connsiteX2" fmla="*/ 1705280 w 1705280"/>
                <a:gd name="connsiteY2" fmla="*/ 407919 h 815838"/>
                <a:gd name="connsiteX3" fmla="*/ 852802 w 1705280"/>
                <a:gd name="connsiteY3" fmla="*/ 815838 h 815838"/>
                <a:gd name="connsiteX4" fmla="*/ 324 w 1705280"/>
                <a:gd name="connsiteY4" fmla="*/ 407919 h 815838"/>
                <a:gd name="connsiteX0" fmla="*/ 0 w 1704956"/>
                <a:gd name="connsiteY0" fmla="*/ 407919 h 815838"/>
                <a:gd name="connsiteX1" fmla="*/ 852478 w 1704956"/>
                <a:gd name="connsiteY1" fmla="*/ 0 h 815838"/>
                <a:gd name="connsiteX2" fmla="*/ 1704956 w 1704956"/>
                <a:gd name="connsiteY2" fmla="*/ 407919 h 815838"/>
                <a:gd name="connsiteX3" fmla="*/ 852478 w 1704956"/>
                <a:gd name="connsiteY3" fmla="*/ 815838 h 815838"/>
                <a:gd name="connsiteX4" fmla="*/ 0 w 1704956"/>
                <a:gd name="connsiteY4" fmla="*/ 407919 h 815838"/>
                <a:gd name="connsiteX0" fmla="*/ 0 w 1704956"/>
                <a:gd name="connsiteY0" fmla="*/ 407919 h 818785"/>
                <a:gd name="connsiteX1" fmla="*/ 852478 w 1704956"/>
                <a:gd name="connsiteY1" fmla="*/ 0 h 818785"/>
                <a:gd name="connsiteX2" fmla="*/ 1704956 w 1704956"/>
                <a:gd name="connsiteY2" fmla="*/ 407919 h 818785"/>
                <a:gd name="connsiteX3" fmla="*/ 852478 w 1704956"/>
                <a:gd name="connsiteY3" fmla="*/ 815838 h 818785"/>
                <a:gd name="connsiteX4" fmla="*/ 0 w 1704956"/>
                <a:gd name="connsiteY4" fmla="*/ 407919 h 818785"/>
                <a:gd name="connsiteX0" fmla="*/ 0 w 1788498"/>
                <a:gd name="connsiteY0" fmla="*/ 407919 h 818893"/>
                <a:gd name="connsiteX1" fmla="*/ 852478 w 1788498"/>
                <a:gd name="connsiteY1" fmla="*/ 0 h 818893"/>
                <a:gd name="connsiteX2" fmla="*/ 1704956 w 1788498"/>
                <a:gd name="connsiteY2" fmla="*/ 407919 h 818893"/>
                <a:gd name="connsiteX3" fmla="*/ 852478 w 1788498"/>
                <a:gd name="connsiteY3" fmla="*/ 815838 h 818893"/>
                <a:gd name="connsiteX4" fmla="*/ 0 w 1788498"/>
                <a:gd name="connsiteY4" fmla="*/ 407919 h 818893"/>
                <a:gd name="connsiteX0" fmla="*/ 0 w 1858201"/>
                <a:gd name="connsiteY0" fmla="*/ 408129 h 816335"/>
                <a:gd name="connsiteX1" fmla="*/ 852478 w 1858201"/>
                <a:gd name="connsiteY1" fmla="*/ 210 h 816335"/>
                <a:gd name="connsiteX2" fmla="*/ 1813248 w 1858201"/>
                <a:gd name="connsiteY2" fmla="*/ 452654 h 816335"/>
                <a:gd name="connsiteX3" fmla="*/ 852478 w 1858201"/>
                <a:gd name="connsiteY3" fmla="*/ 816048 h 816335"/>
                <a:gd name="connsiteX4" fmla="*/ 0 w 1858201"/>
                <a:gd name="connsiteY4" fmla="*/ 408129 h 816335"/>
                <a:gd name="connsiteX0" fmla="*/ 0 w 1872533"/>
                <a:gd name="connsiteY0" fmla="*/ 408129 h 816274"/>
                <a:gd name="connsiteX1" fmla="*/ 852478 w 1872533"/>
                <a:gd name="connsiteY1" fmla="*/ 210 h 816274"/>
                <a:gd name="connsiteX2" fmla="*/ 1813248 w 1872533"/>
                <a:gd name="connsiteY2" fmla="*/ 452654 h 816274"/>
                <a:gd name="connsiteX3" fmla="*/ 852478 w 1872533"/>
                <a:gd name="connsiteY3" fmla="*/ 816048 h 816274"/>
                <a:gd name="connsiteX4" fmla="*/ 0 w 1872533"/>
                <a:gd name="connsiteY4" fmla="*/ 408129 h 816274"/>
                <a:gd name="connsiteX0" fmla="*/ 0 w 1887030"/>
                <a:gd name="connsiteY0" fmla="*/ 408129 h 819976"/>
                <a:gd name="connsiteX1" fmla="*/ 852478 w 1887030"/>
                <a:gd name="connsiteY1" fmla="*/ 210 h 819976"/>
                <a:gd name="connsiteX2" fmla="*/ 1813248 w 1887030"/>
                <a:gd name="connsiteY2" fmla="*/ 452654 h 819976"/>
                <a:gd name="connsiteX3" fmla="*/ 852478 w 1887030"/>
                <a:gd name="connsiteY3" fmla="*/ 816048 h 819976"/>
                <a:gd name="connsiteX4" fmla="*/ 0 w 1887030"/>
                <a:gd name="connsiteY4" fmla="*/ 408129 h 819976"/>
                <a:gd name="connsiteX0" fmla="*/ 0 w 959038"/>
                <a:gd name="connsiteY0" fmla="*/ 419258 h 838516"/>
                <a:gd name="connsiteX1" fmla="*/ 852478 w 959038"/>
                <a:gd name="connsiteY1" fmla="*/ 11339 h 838516"/>
                <a:gd name="connsiteX2" fmla="*/ 852478 w 959038"/>
                <a:gd name="connsiteY2" fmla="*/ 827177 h 838516"/>
                <a:gd name="connsiteX3" fmla="*/ 0 w 959038"/>
                <a:gd name="connsiteY3" fmla="*/ 419258 h 83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9038" h="838516">
                  <a:moveTo>
                    <a:pt x="0" y="419258"/>
                  </a:moveTo>
                  <a:cubicBezTo>
                    <a:pt x="0" y="193971"/>
                    <a:pt x="710398" y="-56648"/>
                    <a:pt x="852478" y="11339"/>
                  </a:cubicBezTo>
                  <a:cubicBezTo>
                    <a:pt x="994558" y="79326"/>
                    <a:pt x="994558" y="759190"/>
                    <a:pt x="852478" y="827177"/>
                  </a:cubicBezTo>
                  <a:cubicBezTo>
                    <a:pt x="710398" y="895164"/>
                    <a:pt x="0" y="644545"/>
                    <a:pt x="0" y="419258"/>
                  </a:cubicBezTo>
                  <a:close/>
                </a:path>
              </a:pathLst>
            </a:custGeom>
            <a:gradFill>
              <a:gsLst>
                <a:gs pos="100000">
                  <a:srgbClr val="4472C4">
                    <a:lumMod val="5000"/>
                    <a:lumOff val="95000"/>
                  </a:srgbClr>
                </a:gs>
                <a:gs pos="32000">
                  <a:srgbClr val="4472C4">
                    <a:lumMod val="20000"/>
                    <a:lumOff val="80000"/>
                  </a:srgbClr>
                </a:gs>
              </a:gsLst>
              <a:lin ang="1200000" scaled="0"/>
            </a:gradFill>
            <a:ln w="12700" cap="flat" cmpd="sng" algn="ctr">
              <a:noFill/>
              <a:prstDash val="solid"/>
              <a:miter lim="800000"/>
            </a:ln>
            <a:effectLst>
              <a:softEdge rad="6350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Oval 4">
              <a:extLst>
                <a:ext uri="{FF2B5EF4-FFF2-40B4-BE49-F238E27FC236}">
                  <a16:creationId xmlns:a16="http://schemas.microsoft.com/office/drawing/2014/main" id="{37227500-69B3-58A1-62E6-85342ACC104A}"/>
                </a:ext>
              </a:extLst>
            </p:cNvPr>
            <p:cNvSpPr/>
            <p:nvPr/>
          </p:nvSpPr>
          <p:spPr>
            <a:xfrm rot="13544545" flipV="1">
              <a:off x="5223904" y="4085256"/>
              <a:ext cx="706134" cy="2821469"/>
            </a:xfrm>
            <a:custGeom>
              <a:avLst/>
              <a:gdLst>
                <a:gd name="connsiteX0" fmla="*/ 0 w 1704956"/>
                <a:gd name="connsiteY0" fmla="*/ 407919 h 815837"/>
                <a:gd name="connsiteX1" fmla="*/ 852478 w 1704956"/>
                <a:gd name="connsiteY1" fmla="*/ 0 h 815837"/>
                <a:gd name="connsiteX2" fmla="*/ 1704956 w 1704956"/>
                <a:gd name="connsiteY2" fmla="*/ 407919 h 815837"/>
                <a:gd name="connsiteX3" fmla="*/ 852478 w 1704956"/>
                <a:gd name="connsiteY3" fmla="*/ 815838 h 815837"/>
                <a:gd name="connsiteX4" fmla="*/ 0 w 1704956"/>
                <a:gd name="connsiteY4" fmla="*/ 407919 h 815837"/>
                <a:gd name="connsiteX0" fmla="*/ 324 w 1705280"/>
                <a:gd name="connsiteY0" fmla="*/ 407919 h 815838"/>
                <a:gd name="connsiteX1" fmla="*/ 852802 w 1705280"/>
                <a:gd name="connsiteY1" fmla="*/ 0 h 815838"/>
                <a:gd name="connsiteX2" fmla="*/ 1705280 w 1705280"/>
                <a:gd name="connsiteY2" fmla="*/ 407919 h 815838"/>
                <a:gd name="connsiteX3" fmla="*/ 852802 w 1705280"/>
                <a:gd name="connsiteY3" fmla="*/ 815838 h 815838"/>
                <a:gd name="connsiteX4" fmla="*/ 324 w 1705280"/>
                <a:gd name="connsiteY4" fmla="*/ 407919 h 815838"/>
                <a:gd name="connsiteX0" fmla="*/ 0 w 1704956"/>
                <a:gd name="connsiteY0" fmla="*/ 407919 h 815838"/>
                <a:gd name="connsiteX1" fmla="*/ 852478 w 1704956"/>
                <a:gd name="connsiteY1" fmla="*/ 0 h 815838"/>
                <a:gd name="connsiteX2" fmla="*/ 1704956 w 1704956"/>
                <a:gd name="connsiteY2" fmla="*/ 407919 h 815838"/>
                <a:gd name="connsiteX3" fmla="*/ 852478 w 1704956"/>
                <a:gd name="connsiteY3" fmla="*/ 815838 h 815838"/>
                <a:gd name="connsiteX4" fmla="*/ 0 w 1704956"/>
                <a:gd name="connsiteY4" fmla="*/ 407919 h 815838"/>
                <a:gd name="connsiteX0" fmla="*/ 0 w 1704956"/>
                <a:gd name="connsiteY0" fmla="*/ 407919 h 818785"/>
                <a:gd name="connsiteX1" fmla="*/ 852478 w 1704956"/>
                <a:gd name="connsiteY1" fmla="*/ 0 h 818785"/>
                <a:gd name="connsiteX2" fmla="*/ 1704956 w 1704956"/>
                <a:gd name="connsiteY2" fmla="*/ 407919 h 818785"/>
                <a:gd name="connsiteX3" fmla="*/ 852478 w 1704956"/>
                <a:gd name="connsiteY3" fmla="*/ 815838 h 818785"/>
                <a:gd name="connsiteX4" fmla="*/ 0 w 1704956"/>
                <a:gd name="connsiteY4" fmla="*/ 407919 h 818785"/>
                <a:gd name="connsiteX0" fmla="*/ 0 w 1788498"/>
                <a:gd name="connsiteY0" fmla="*/ 407919 h 818893"/>
                <a:gd name="connsiteX1" fmla="*/ 852478 w 1788498"/>
                <a:gd name="connsiteY1" fmla="*/ 0 h 818893"/>
                <a:gd name="connsiteX2" fmla="*/ 1704956 w 1788498"/>
                <a:gd name="connsiteY2" fmla="*/ 407919 h 818893"/>
                <a:gd name="connsiteX3" fmla="*/ 852478 w 1788498"/>
                <a:gd name="connsiteY3" fmla="*/ 815838 h 818893"/>
                <a:gd name="connsiteX4" fmla="*/ 0 w 1788498"/>
                <a:gd name="connsiteY4" fmla="*/ 407919 h 818893"/>
                <a:gd name="connsiteX0" fmla="*/ 0 w 1858201"/>
                <a:gd name="connsiteY0" fmla="*/ 408129 h 816335"/>
                <a:gd name="connsiteX1" fmla="*/ 852478 w 1858201"/>
                <a:gd name="connsiteY1" fmla="*/ 210 h 816335"/>
                <a:gd name="connsiteX2" fmla="*/ 1813248 w 1858201"/>
                <a:gd name="connsiteY2" fmla="*/ 452654 h 816335"/>
                <a:gd name="connsiteX3" fmla="*/ 852478 w 1858201"/>
                <a:gd name="connsiteY3" fmla="*/ 816048 h 816335"/>
                <a:gd name="connsiteX4" fmla="*/ 0 w 1858201"/>
                <a:gd name="connsiteY4" fmla="*/ 408129 h 816335"/>
                <a:gd name="connsiteX0" fmla="*/ 0 w 1872533"/>
                <a:gd name="connsiteY0" fmla="*/ 408129 h 816274"/>
                <a:gd name="connsiteX1" fmla="*/ 852478 w 1872533"/>
                <a:gd name="connsiteY1" fmla="*/ 210 h 816274"/>
                <a:gd name="connsiteX2" fmla="*/ 1813248 w 1872533"/>
                <a:gd name="connsiteY2" fmla="*/ 452654 h 816274"/>
                <a:gd name="connsiteX3" fmla="*/ 852478 w 1872533"/>
                <a:gd name="connsiteY3" fmla="*/ 816048 h 816274"/>
                <a:gd name="connsiteX4" fmla="*/ 0 w 1872533"/>
                <a:gd name="connsiteY4" fmla="*/ 408129 h 816274"/>
                <a:gd name="connsiteX0" fmla="*/ 0 w 1887030"/>
                <a:gd name="connsiteY0" fmla="*/ 408129 h 819976"/>
                <a:gd name="connsiteX1" fmla="*/ 852478 w 1887030"/>
                <a:gd name="connsiteY1" fmla="*/ 210 h 819976"/>
                <a:gd name="connsiteX2" fmla="*/ 1813248 w 1887030"/>
                <a:gd name="connsiteY2" fmla="*/ 452654 h 819976"/>
                <a:gd name="connsiteX3" fmla="*/ 852478 w 1887030"/>
                <a:gd name="connsiteY3" fmla="*/ 816048 h 819976"/>
                <a:gd name="connsiteX4" fmla="*/ 0 w 1887030"/>
                <a:gd name="connsiteY4" fmla="*/ 408129 h 819976"/>
                <a:gd name="connsiteX0" fmla="*/ 0 w 959038"/>
                <a:gd name="connsiteY0" fmla="*/ 419258 h 838516"/>
                <a:gd name="connsiteX1" fmla="*/ 852478 w 959038"/>
                <a:gd name="connsiteY1" fmla="*/ 11339 h 838516"/>
                <a:gd name="connsiteX2" fmla="*/ 852478 w 959038"/>
                <a:gd name="connsiteY2" fmla="*/ 827177 h 838516"/>
                <a:gd name="connsiteX3" fmla="*/ 0 w 959038"/>
                <a:gd name="connsiteY3" fmla="*/ 419258 h 83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9038" h="838516">
                  <a:moveTo>
                    <a:pt x="0" y="419258"/>
                  </a:moveTo>
                  <a:cubicBezTo>
                    <a:pt x="0" y="193971"/>
                    <a:pt x="710398" y="-56648"/>
                    <a:pt x="852478" y="11339"/>
                  </a:cubicBezTo>
                  <a:cubicBezTo>
                    <a:pt x="994558" y="79326"/>
                    <a:pt x="994558" y="759190"/>
                    <a:pt x="852478" y="827177"/>
                  </a:cubicBezTo>
                  <a:cubicBezTo>
                    <a:pt x="710398" y="895164"/>
                    <a:pt x="0" y="644545"/>
                    <a:pt x="0" y="419258"/>
                  </a:cubicBezTo>
                  <a:close/>
                </a:path>
              </a:pathLst>
            </a:custGeom>
            <a:gradFill>
              <a:gsLst>
                <a:gs pos="100000">
                  <a:srgbClr val="4472C4">
                    <a:lumMod val="5000"/>
                    <a:lumOff val="95000"/>
                  </a:srgbClr>
                </a:gs>
                <a:gs pos="32000">
                  <a:srgbClr val="4472C4">
                    <a:lumMod val="20000"/>
                    <a:lumOff val="80000"/>
                  </a:srgbClr>
                </a:gs>
              </a:gsLst>
              <a:lin ang="1200000" scaled="0"/>
            </a:gradFill>
            <a:ln w="12700" cap="flat" cmpd="sng" algn="ctr">
              <a:noFill/>
              <a:prstDash val="solid"/>
              <a:miter lim="800000"/>
            </a:ln>
            <a:effectLst>
              <a:softEdge rad="6350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Oval 4">
              <a:extLst>
                <a:ext uri="{FF2B5EF4-FFF2-40B4-BE49-F238E27FC236}">
                  <a16:creationId xmlns:a16="http://schemas.microsoft.com/office/drawing/2014/main" id="{1764977B-D875-70E4-7B37-440DF9795BE2}"/>
                </a:ext>
              </a:extLst>
            </p:cNvPr>
            <p:cNvSpPr/>
            <p:nvPr/>
          </p:nvSpPr>
          <p:spPr>
            <a:xfrm rot="4060593" flipV="1">
              <a:off x="5059218" y="1431785"/>
              <a:ext cx="706134" cy="1162305"/>
            </a:xfrm>
            <a:custGeom>
              <a:avLst/>
              <a:gdLst>
                <a:gd name="connsiteX0" fmla="*/ 0 w 1704956"/>
                <a:gd name="connsiteY0" fmla="*/ 407919 h 815837"/>
                <a:gd name="connsiteX1" fmla="*/ 852478 w 1704956"/>
                <a:gd name="connsiteY1" fmla="*/ 0 h 815837"/>
                <a:gd name="connsiteX2" fmla="*/ 1704956 w 1704956"/>
                <a:gd name="connsiteY2" fmla="*/ 407919 h 815837"/>
                <a:gd name="connsiteX3" fmla="*/ 852478 w 1704956"/>
                <a:gd name="connsiteY3" fmla="*/ 815838 h 815837"/>
                <a:gd name="connsiteX4" fmla="*/ 0 w 1704956"/>
                <a:gd name="connsiteY4" fmla="*/ 407919 h 815837"/>
                <a:gd name="connsiteX0" fmla="*/ 324 w 1705280"/>
                <a:gd name="connsiteY0" fmla="*/ 407919 h 815838"/>
                <a:gd name="connsiteX1" fmla="*/ 852802 w 1705280"/>
                <a:gd name="connsiteY1" fmla="*/ 0 h 815838"/>
                <a:gd name="connsiteX2" fmla="*/ 1705280 w 1705280"/>
                <a:gd name="connsiteY2" fmla="*/ 407919 h 815838"/>
                <a:gd name="connsiteX3" fmla="*/ 852802 w 1705280"/>
                <a:gd name="connsiteY3" fmla="*/ 815838 h 815838"/>
                <a:gd name="connsiteX4" fmla="*/ 324 w 1705280"/>
                <a:gd name="connsiteY4" fmla="*/ 407919 h 815838"/>
                <a:gd name="connsiteX0" fmla="*/ 0 w 1704956"/>
                <a:gd name="connsiteY0" fmla="*/ 407919 h 815838"/>
                <a:gd name="connsiteX1" fmla="*/ 852478 w 1704956"/>
                <a:gd name="connsiteY1" fmla="*/ 0 h 815838"/>
                <a:gd name="connsiteX2" fmla="*/ 1704956 w 1704956"/>
                <a:gd name="connsiteY2" fmla="*/ 407919 h 815838"/>
                <a:gd name="connsiteX3" fmla="*/ 852478 w 1704956"/>
                <a:gd name="connsiteY3" fmla="*/ 815838 h 815838"/>
                <a:gd name="connsiteX4" fmla="*/ 0 w 1704956"/>
                <a:gd name="connsiteY4" fmla="*/ 407919 h 815838"/>
                <a:gd name="connsiteX0" fmla="*/ 0 w 1704956"/>
                <a:gd name="connsiteY0" fmla="*/ 407919 h 818785"/>
                <a:gd name="connsiteX1" fmla="*/ 852478 w 1704956"/>
                <a:gd name="connsiteY1" fmla="*/ 0 h 818785"/>
                <a:gd name="connsiteX2" fmla="*/ 1704956 w 1704956"/>
                <a:gd name="connsiteY2" fmla="*/ 407919 h 818785"/>
                <a:gd name="connsiteX3" fmla="*/ 852478 w 1704956"/>
                <a:gd name="connsiteY3" fmla="*/ 815838 h 818785"/>
                <a:gd name="connsiteX4" fmla="*/ 0 w 1704956"/>
                <a:gd name="connsiteY4" fmla="*/ 407919 h 818785"/>
                <a:gd name="connsiteX0" fmla="*/ 0 w 1788498"/>
                <a:gd name="connsiteY0" fmla="*/ 407919 h 818893"/>
                <a:gd name="connsiteX1" fmla="*/ 852478 w 1788498"/>
                <a:gd name="connsiteY1" fmla="*/ 0 h 818893"/>
                <a:gd name="connsiteX2" fmla="*/ 1704956 w 1788498"/>
                <a:gd name="connsiteY2" fmla="*/ 407919 h 818893"/>
                <a:gd name="connsiteX3" fmla="*/ 852478 w 1788498"/>
                <a:gd name="connsiteY3" fmla="*/ 815838 h 818893"/>
                <a:gd name="connsiteX4" fmla="*/ 0 w 1788498"/>
                <a:gd name="connsiteY4" fmla="*/ 407919 h 818893"/>
                <a:gd name="connsiteX0" fmla="*/ 0 w 1858201"/>
                <a:gd name="connsiteY0" fmla="*/ 408129 h 816335"/>
                <a:gd name="connsiteX1" fmla="*/ 852478 w 1858201"/>
                <a:gd name="connsiteY1" fmla="*/ 210 h 816335"/>
                <a:gd name="connsiteX2" fmla="*/ 1813248 w 1858201"/>
                <a:gd name="connsiteY2" fmla="*/ 452654 h 816335"/>
                <a:gd name="connsiteX3" fmla="*/ 852478 w 1858201"/>
                <a:gd name="connsiteY3" fmla="*/ 816048 h 816335"/>
                <a:gd name="connsiteX4" fmla="*/ 0 w 1858201"/>
                <a:gd name="connsiteY4" fmla="*/ 408129 h 816335"/>
                <a:gd name="connsiteX0" fmla="*/ 0 w 1872533"/>
                <a:gd name="connsiteY0" fmla="*/ 408129 h 816274"/>
                <a:gd name="connsiteX1" fmla="*/ 852478 w 1872533"/>
                <a:gd name="connsiteY1" fmla="*/ 210 h 816274"/>
                <a:gd name="connsiteX2" fmla="*/ 1813248 w 1872533"/>
                <a:gd name="connsiteY2" fmla="*/ 452654 h 816274"/>
                <a:gd name="connsiteX3" fmla="*/ 852478 w 1872533"/>
                <a:gd name="connsiteY3" fmla="*/ 816048 h 816274"/>
                <a:gd name="connsiteX4" fmla="*/ 0 w 1872533"/>
                <a:gd name="connsiteY4" fmla="*/ 408129 h 816274"/>
                <a:gd name="connsiteX0" fmla="*/ 0 w 1887030"/>
                <a:gd name="connsiteY0" fmla="*/ 408129 h 819976"/>
                <a:gd name="connsiteX1" fmla="*/ 852478 w 1887030"/>
                <a:gd name="connsiteY1" fmla="*/ 210 h 819976"/>
                <a:gd name="connsiteX2" fmla="*/ 1813248 w 1887030"/>
                <a:gd name="connsiteY2" fmla="*/ 452654 h 819976"/>
                <a:gd name="connsiteX3" fmla="*/ 852478 w 1887030"/>
                <a:gd name="connsiteY3" fmla="*/ 816048 h 819976"/>
                <a:gd name="connsiteX4" fmla="*/ 0 w 1887030"/>
                <a:gd name="connsiteY4" fmla="*/ 408129 h 819976"/>
                <a:gd name="connsiteX0" fmla="*/ 0 w 959038"/>
                <a:gd name="connsiteY0" fmla="*/ 419258 h 838516"/>
                <a:gd name="connsiteX1" fmla="*/ 852478 w 959038"/>
                <a:gd name="connsiteY1" fmla="*/ 11339 h 838516"/>
                <a:gd name="connsiteX2" fmla="*/ 852478 w 959038"/>
                <a:gd name="connsiteY2" fmla="*/ 827177 h 838516"/>
                <a:gd name="connsiteX3" fmla="*/ 0 w 959038"/>
                <a:gd name="connsiteY3" fmla="*/ 419258 h 83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9038" h="838516">
                  <a:moveTo>
                    <a:pt x="0" y="419258"/>
                  </a:moveTo>
                  <a:cubicBezTo>
                    <a:pt x="0" y="193971"/>
                    <a:pt x="710398" y="-56648"/>
                    <a:pt x="852478" y="11339"/>
                  </a:cubicBezTo>
                  <a:cubicBezTo>
                    <a:pt x="994558" y="79326"/>
                    <a:pt x="994558" y="759190"/>
                    <a:pt x="852478" y="827177"/>
                  </a:cubicBezTo>
                  <a:cubicBezTo>
                    <a:pt x="710398" y="895164"/>
                    <a:pt x="0" y="644545"/>
                    <a:pt x="0" y="419258"/>
                  </a:cubicBezTo>
                  <a:close/>
                </a:path>
              </a:pathLst>
            </a:custGeom>
            <a:gradFill>
              <a:gsLst>
                <a:gs pos="100000">
                  <a:srgbClr val="4472C4">
                    <a:lumMod val="5000"/>
                    <a:lumOff val="95000"/>
                  </a:srgbClr>
                </a:gs>
                <a:gs pos="32000">
                  <a:srgbClr val="4472C4">
                    <a:lumMod val="20000"/>
                    <a:lumOff val="80000"/>
                  </a:srgbClr>
                </a:gs>
              </a:gsLst>
              <a:lin ang="4800000" scaled="0"/>
            </a:gradFill>
            <a:ln w="12700" cap="flat" cmpd="sng" algn="ctr">
              <a:noFill/>
              <a:prstDash val="solid"/>
              <a:miter lim="800000"/>
            </a:ln>
            <a:effectLst>
              <a:softEdge rad="6350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8BB94AB-C4BB-7F61-15BD-B0F5235912F3}"/>
              </a:ext>
            </a:extLst>
          </p:cNvPr>
          <p:cNvGrpSpPr/>
          <p:nvPr/>
        </p:nvGrpSpPr>
        <p:grpSpPr>
          <a:xfrm flipH="1">
            <a:off x="-2371901" y="2661075"/>
            <a:ext cx="7132106" cy="4032312"/>
            <a:chOff x="2773894" y="1201971"/>
            <a:chExt cx="8219481" cy="4647087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CD180FEF-B3F1-7C0D-7926-EAA9D91D936F}"/>
                </a:ext>
              </a:extLst>
            </p:cNvPr>
            <p:cNvSpPr/>
            <p:nvPr/>
          </p:nvSpPr>
          <p:spPr>
            <a:xfrm rot="679763">
              <a:off x="10391417" y="2549111"/>
              <a:ext cx="601958" cy="99542"/>
            </a:xfrm>
            <a:prstGeom prst="roundRect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83E235B-84BA-8682-E179-408358A061DF}"/>
                </a:ext>
              </a:extLst>
            </p:cNvPr>
            <p:cNvSpPr/>
            <p:nvPr/>
          </p:nvSpPr>
          <p:spPr>
            <a:xfrm rot="17487813">
              <a:off x="10226065" y="2209953"/>
              <a:ext cx="601958" cy="99542"/>
            </a:xfrm>
            <a:prstGeom prst="roundRect">
              <a:avLst/>
            </a:pr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14CC60F-CA66-8040-FE63-0671E5D527A9}"/>
                </a:ext>
              </a:extLst>
            </p:cNvPr>
            <p:cNvSpPr/>
            <p:nvPr/>
          </p:nvSpPr>
          <p:spPr>
            <a:xfrm>
              <a:off x="6240994" y="2017572"/>
              <a:ext cx="998807" cy="437340"/>
            </a:xfrm>
            <a:prstGeom prst="ellipse">
              <a:avLst/>
            </a:prstGeom>
            <a:solidFill>
              <a:srgbClr val="44546A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Oval 2">
              <a:extLst>
                <a:ext uri="{FF2B5EF4-FFF2-40B4-BE49-F238E27FC236}">
                  <a16:creationId xmlns:a16="http://schemas.microsoft.com/office/drawing/2014/main" id="{85F93573-5BAB-1E1C-A834-FC44DFA87C2A}"/>
                </a:ext>
              </a:extLst>
            </p:cNvPr>
            <p:cNvSpPr/>
            <p:nvPr/>
          </p:nvSpPr>
          <p:spPr>
            <a:xfrm rot="20662578">
              <a:off x="3339452" y="2400514"/>
              <a:ext cx="7148345" cy="1673008"/>
            </a:xfrm>
            <a:custGeom>
              <a:avLst/>
              <a:gdLst>
                <a:gd name="connsiteX0" fmla="*/ 0 w 6439059"/>
                <a:gd name="connsiteY0" fmla="*/ 677181 h 1354362"/>
                <a:gd name="connsiteX1" fmla="*/ 3219530 w 6439059"/>
                <a:gd name="connsiteY1" fmla="*/ 0 h 1354362"/>
                <a:gd name="connsiteX2" fmla="*/ 6439060 w 6439059"/>
                <a:gd name="connsiteY2" fmla="*/ 677181 h 1354362"/>
                <a:gd name="connsiteX3" fmla="*/ 3219530 w 6439059"/>
                <a:gd name="connsiteY3" fmla="*/ 1354362 h 1354362"/>
                <a:gd name="connsiteX4" fmla="*/ 0 w 6439059"/>
                <a:gd name="connsiteY4" fmla="*/ 677181 h 1354362"/>
                <a:gd name="connsiteX0" fmla="*/ 0 w 6464784"/>
                <a:gd name="connsiteY0" fmla="*/ 1003669 h 1680850"/>
                <a:gd name="connsiteX1" fmla="*/ 3219530 w 6464784"/>
                <a:gd name="connsiteY1" fmla="*/ 326488 h 1680850"/>
                <a:gd name="connsiteX2" fmla="*/ 4778004 w 6464784"/>
                <a:gd name="connsiteY2" fmla="*/ 28462 h 1680850"/>
                <a:gd name="connsiteX3" fmla="*/ 6439060 w 6464784"/>
                <a:gd name="connsiteY3" fmla="*/ 1003669 h 1680850"/>
                <a:gd name="connsiteX4" fmla="*/ 3219530 w 6464784"/>
                <a:gd name="connsiteY4" fmla="*/ 1680850 h 1680850"/>
                <a:gd name="connsiteX5" fmla="*/ 0 w 6464784"/>
                <a:gd name="connsiteY5" fmla="*/ 1003669 h 1680850"/>
                <a:gd name="connsiteX0" fmla="*/ 58280 w 6523064"/>
                <a:gd name="connsiteY0" fmla="*/ 1036954 h 1714135"/>
                <a:gd name="connsiteX1" fmla="*/ 1474606 w 6523064"/>
                <a:gd name="connsiteY1" fmla="*/ 158812 h 1714135"/>
                <a:gd name="connsiteX2" fmla="*/ 4836284 w 6523064"/>
                <a:gd name="connsiteY2" fmla="*/ 61747 h 1714135"/>
                <a:gd name="connsiteX3" fmla="*/ 6497340 w 6523064"/>
                <a:gd name="connsiteY3" fmla="*/ 1036954 h 1714135"/>
                <a:gd name="connsiteX4" fmla="*/ 3277810 w 6523064"/>
                <a:gd name="connsiteY4" fmla="*/ 1714135 h 1714135"/>
                <a:gd name="connsiteX5" fmla="*/ 58280 w 6523064"/>
                <a:gd name="connsiteY5" fmla="*/ 1036954 h 1714135"/>
                <a:gd name="connsiteX0" fmla="*/ 41231 w 7094649"/>
                <a:gd name="connsiteY0" fmla="*/ 579340 h 1704987"/>
                <a:gd name="connsiteX1" fmla="*/ 2046191 w 7094649"/>
                <a:gd name="connsiteY1" fmla="*/ 142742 h 1704987"/>
                <a:gd name="connsiteX2" fmla="*/ 5407869 w 7094649"/>
                <a:gd name="connsiteY2" fmla="*/ 45677 h 1704987"/>
                <a:gd name="connsiteX3" fmla="*/ 7068925 w 7094649"/>
                <a:gd name="connsiteY3" fmla="*/ 1020884 h 1704987"/>
                <a:gd name="connsiteX4" fmla="*/ 3849395 w 7094649"/>
                <a:gd name="connsiteY4" fmla="*/ 1698065 h 1704987"/>
                <a:gd name="connsiteX5" fmla="*/ 41231 w 7094649"/>
                <a:gd name="connsiteY5" fmla="*/ 579340 h 1704987"/>
                <a:gd name="connsiteX0" fmla="*/ 44521 w 7097939"/>
                <a:gd name="connsiteY0" fmla="*/ 579340 h 1546589"/>
                <a:gd name="connsiteX1" fmla="*/ 2049481 w 7097939"/>
                <a:gd name="connsiteY1" fmla="*/ 142742 h 1546589"/>
                <a:gd name="connsiteX2" fmla="*/ 5411159 w 7097939"/>
                <a:gd name="connsiteY2" fmla="*/ 45677 h 1546589"/>
                <a:gd name="connsiteX3" fmla="*/ 7072215 w 7097939"/>
                <a:gd name="connsiteY3" fmla="*/ 1020884 h 1546589"/>
                <a:gd name="connsiteX4" fmla="*/ 3937262 w 7097939"/>
                <a:gd name="connsiteY4" fmla="*/ 1537096 h 1546589"/>
                <a:gd name="connsiteX5" fmla="*/ 44521 w 7097939"/>
                <a:gd name="connsiteY5" fmla="*/ 579340 h 1546589"/>
                <a:gd name="connsiteX0" fmla="*/ 44521 w 7097939"/>
                <a:gd name="connsiteY0" fmla="*/ 579340 h 1563703"/>
                <a:gd name="connsiteX1" fmla="*/ 2049481 w 7097939"/>
                <a:gd name="connsiteY1" fmla="*/ 142742 h 1563703"/>
                <a:gd name="connsiteX2" fmla="*/ 5411159 w 7097939"/>
                <a:gd name="connsiteY2" fmla="*/ 45677 h 1563703"/>
                <a:gd name="connsiteX3" fmla="*/ 7072215 w 7097939"/>
                <a:gd name="connsiteY3" fmla="*/ 1020884 h 1563703"/>
                <a:gd name="connsiteX4" fmla="*/ 3937262 w 7097939"/>
                <a:gd name="connsiteY4" fmla="*/ 1537096 h 1563703"/>
                <a:gd name="connsiteX5" fmla="*/ 44521 w 7097939"/>
                <a:gd name="connsiteY5" fmla="*/ 579340 h 1563703"/>
                <a:gd name="connsiteX0" fmla="*/ 94927 w 7148345"/>
                <a:gd name="connsiteY0" fmla="*/ 579340 h 1563703"/>
                <a:gd name="connsiteX1" fmla="*/ 2099887 w 7148345"/>
                <a:gd name="connsiteY1" fmla="*/ 142742 h 1563703"/>
                <a:gd name="connsiteX2" fmla="*/ 5461565 w 7148345"/>
                <a:gd name="connsiteY2" fmla="*/ 45677 h 1563703"/>
                <a:gd name="connsiteX3" fmla="*/ 7122621 w 7148345"/>
                <a:gd name="connsiteY3" fmla="*/ 1020884 h 1563703"/>
                <a:gd name="connsiteX4" fmla="*/ 3987668 w 7148345"/>
                <a:gd name="connsiteY4" fmla="*/ 1537096 h 1563703"/>
                <a:gd name="connsiteX5" fmla="*/ 94927 w 7148345"/>
                <a:gd name="connsiteY5" fmla="*/ 579340 h 1563703"/>
                <a:gd name="connsiteX0" fmla="*/ 94927 w 7148345"/>
                <a:gd name="connsiteY0" fmla="*/ 579340 h 1540303"/>
                <a:gd name="connsiteX1" fmla="*/ 2099887 w 7148345"/>
                <a:gd name="connsiteY1" fmla="*/ 142742 h 1540303"/>
                <a:gd name="connsiteX2" fmla="*/ 5461565 w 7148345"/>
                <a:gd name="connsiteY2" fmla="*/ 45677 h 1540303"/>
                <a:gd name="connsiteX3" fmla="*/ 7122621 w 7148345"/>
                <a:gd name="connsiteY3" fmla="*/ 1020884 h 1540303"/>
                <a:gd name="connsiteX4" fmla="*/ 3987668 w 7148345"/>
                <a:gd name="connsiteY4" fmla="*/ 1537096 h 1540303"/>
                <a:gd name="connsiteX5" fmla="*/ 94927 w 7148345"/>
                <a:gd name="connsiteY5" fmla="*/ 579340 h 1540303"/>
                <a:gd name="connsiteX0" fmla="*/ 94927 w 7148345"/>
                <a:gd name="connsiteY0" fmla="*/ 579340 h 1540303"/>
                <a:gd name="connsiteX1" fmla="*/ 2099887 w 7148345"/>
                <a:gd name="connsiteY1" fmla="*/ 142742 h 1540303"/>
                <a:gd name="connsiteX2" fmla="*/ 5461565 w 7148345"/>
                <a:gd name="connsiteY2" fmla="*/ 45677 h 1540303"/>
                <a:gd name="connsiteX3" fmla="*/ 7122621 w 7148345"/>
                <a:gd name="connsiteY3" fmla="*/ 1020884 h 1540303"/>
                <a:gd name="connsiteX4" fmla="*/ 3987668 w 7148345"/>
                <a:gd name="connsiteY4" fmla="*/ 1537096 h 1540303"/>
                <a:gd name="connsiteX5" fmla="*/ 94927 w 7148345"/>
                <a:gd name="connsiteY5" fmla="*/ 579340 h 1540303"/>
                <a:gd name="connsiteX0" fmla="*/ 94927 w 7148345"/>
                <a:gd name="connsiteY0" fmla="*/ 579340 h 1549711"/>
                <a:gd name="connsiteX1" fmla="*/ 2099887 w 7148345"/>
                <a:gd name="connsiteY1" fmla="*/ 142742 h 1549711"/>
                <a:gd name="connsiteX2" fmla="*/ 5461565 w 7148345"/>
                <a:gd name="connsiteY2" fmla="*/ 45677 h 1549711"/>
                <a:gd name="connsiteX3" fmla="*/ 7122621 w 7148345"/>
                <a:gd name="connsiteY3" fmla="*/ 1020884 h 1549711"/>
                <a:gd name="connsiteX4" fmla="*/ 3987668 w 7148345"/>
                <a:gd name="connsiteY4" fmla="*/ 1537096 h 1549711"/>
                <a:gd name="connsiteX5" fmla="*/ 94927 w 7148345"/>
                <a:gd name="connsiteY5" fmla="*/ 579340 h 1549711"/>
                <a:gd name="connsiteX0" fmla="*/ 94927 w 7148345"/>
                <a:gd name="connsiteY0" fmla="*/ 579340 h 1566059"/>
                <a:gd name="connsiteX1" fmla="*/ 2099887 w 7148345"/>
                <a:gd name="connsiteY1" fmla="*/ 142742 h 1566059"/>
                <a:gd name="connsiteX2" fmla="*/ 5461565 w 7148345"/>
                <a:gd name="connsiteY2" fmla="*/ 45677 h 1566059"/>
                <a:gd name="connsiteX3" fmla="*/ 7122621 w 7148345"/>
                <a:gd name="connsiteY3" fmla="*/ 1020884 h 1566059"/>
                <a:gd name="connsiteX4" fmla="*/ 3987668 w 7148345"/>
                <a:gd name="connsiteY4" fmla="*/ 1537096 h 1566059"/>
                <a:gd name="connsiteX5" fmla="*/ 94927 w 7148345"/>
                <a:gd name="connsiteY5" fmla="*/ 579340 h 1566059"/>
                <a:gd name="connsiteX0" fmla="*/ 94927 w 7148345"/>
                <a:gd name="connsiteY0" fmla="*/ 686289 h 1673008"/>
                <a:gd name="connsiteX1" fmla="*/ 2099887 w 7148345"/>
                <a:gd name="connsiteY1" fmla="*/ 249691 h 1673008"/>
                <a:gd name="connsiteX2" fmla="*/ 5461565 w 7148345"/>
                <a:gd name="connsiteY2" fmla="*/ 152626 h 1673008"/>
                <a:gd name="connsiteX3" fmla="*/ 7122621 w 7148345"/>
                <a:gd name="connsiteY3" fmla="*/ 1127833 h 1673008"/>
                <a:gd name="connsiteX4" fmla="*/ 3987668 w 7148345"/>
                <a:gd name="connsiteY4" fmla="*/ 1644045 h 1673008"/>
                <a:gd name="connsiteX5" fmla="*/ 94927 w 7148345"/>
                <a:gd name="connsiteY5" fmla="*/ 686289 h 1673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48345" h="1673008">
                  <a:moveTo>
                    <a:pt x="94927" y="686289"/>
                  </a:moveTo>
                  <a:cubicBezTo>
                    <a:pt x="-407516" y="559622"/>
                    <a:pt x="1205447" y="338635"/>
                    <a:pt x="2099887" y="249691"/>
                  </a:cubicBezTo>
                  <a:cubicBezTo>
                    <a:pt x="2994327" y="160747"/>
                    <a:pt x="4201393" y="-202150"/>
                    <a:pt x="5461565" y="152626"/>
                  </a:cubicBezTo>
                  <a:cubicBezTo>
                    <a:pt x="5998153" y="265489"/>
                    <a:pt x="7350996" y="909598"/>
                    <a:pt x="7122621" y="1127833"/>
                  </a:cubicBezTo>
                  <a:cubicBezTo>
                    <a:pt x="6590035" y="1537927"/>
                    <a:pt x="6519877" y="1755351"/>
                    <a:pt x="3987668" y="1644045"/>
                  </a:cubicBezTo>
                  <a:cubicBezTo>
                    <a:pt x="1455459" y="1532739"/>
                    <a:pt x="597370" y="812956"/>
                    <a:pt x="94927" y="686289"/>
                  </a:cubicBezTo>
                  <a:close/>
                </a:path>
              </a:pathLst>
            </a:custGeom>
            <a:solidFill>
              <a:srgbClr val="4472C4">
                <a:lumMod val="20000"/>
                <a:lumOff val="80000"/>
              </a:srgb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Oval 3">
              <a:extLst>
                <a:ext uri="{FF2B5EF4-FFF2-40B4-BE49-F238E27FC236}">
                  <a16:creationId xmlns:a16="http://schemas.microsoft.com/office/drawing/2014/main" id="{037C4171-FB8D-F667-47BF-23E2364EB2C6}"/>
                </a:ext>
              </a:extLst>
            </p:cNvPr>
            <p:cNvSpPr/>
            <p:nvPr/>
          </p:nvSpPr>
          <p:spPr>
            <a:xfrm>
              <a:off x="3201425" y="2422929"/>
              <a:ext cx="1548395" cy="1369006"/>
            </a:xfrm>
            <a:custGeom>
              <a:avLst/>
              <a:gdLst>
                <a:gd name="connsiteX0" fmla="*/ 0 w 1104900"/>
                <a:gd name="connsiteY0" fmla="*/ 717550 h 1435100"/>
                <a:gd name="connsiteX1" fmla="*/ 552450 w 1104900"/>
                <a:gd name="connsiteY1" fmla="*/ 0 h 1435100"/>
                <a:gd name="connsiteX2" fmla="*/ 1104900 w 1104900"/>
                <a:gd name="connsiteY2" fmla="*/ 717550 h 1435100"/>
                <a:gd name="connsiteX3" fmla="*/ 552450 w 1104900"/>
                <a:gd name="connsiteY3" fmla="*/ 1435100 h 1435100"/>
                <a:gd name="connsiteX4" fmla="*/ 0 w 1104900"/>
                <a:gd name="connsiteY4" fmla="*/ 717550 h 1435100"/>
                <a:gd name="connsiteX0" fmla="*/ 181577 w 1286477"/>
                <a:gd name="connsiteY0" fmla="*/ 666750 h 1384300"/>
                <a:gd name="connsiteX1" fmla="*/ 149827 w 1286477"/>
                <a:gd name="connsiteY1" fmla="*/ 0 h 1384300"/>
                <a:gd name="connsiteX2" fmla="*/ 1286477 w 1286477"/>
                <a:gd name="connsiteY2" fmla="*/ 666750 h 1384300"/>
                <a:gd name="connsiteX3" fmla="*/ 734027 w 1286477"/>
                <a:gd name="connsiteY3" fmla="*/ 1384300 h 1384300"/>
                <a:gd name="connsiteX4" fmla="*/ 181577 w 1286477"/>
                <a:gd name="connsiteY4" fmla="*/ 666750 h 1384300"/>
                <a:gd name="connsiteX0" fmla="*/ 178650 w 1207350"/>
                <a:gd name="connsiteY0" fmla="*/ 1293296 h 1474064"/>
                <a:gd name="connsiteX1" fmla="*/ 70700 w 1207350"/>
                <a:gd name="connsiteY1" fmla="*/ 16946 h 1474064"/>
                <a:gd name="connsiteX2" fmla="*/ 1207350 w 1207350"/>
                <a:gd name="connsiteY2" fmla="*/ 683696 h 1474064"/>
                <a:gd name="connsiteX3" fmla="*/ 654900 w 1207350"/>
                <a:gd name="connsiteY3" fmla="*/ 1401246 h 1474064"/>
                <a:gd name="connsiteX4" fmla="*/ 178650 w 1207350"/>
                <a:gd name="connsiteY4" fmla="*/ 1293296 h 1474064"/>
                <a:gd name="connsiteX0" fmla="*/ 251654 w 1280354"/>
                <a:gd name="connsiteY0" fmla="*/ 1300445 h 1481213"/>
                <a:gd name="connsiteX1" fmla="*/ 143704 w 1280354"/>
                <a:gd name="connsiteY1" fmla="*/ 24095 h 1481213"/>
                <a:gd name="connsiteX2" fmla="*/ 1280354 w 1280354"/>
                <a:gd name="connsiteY2" fmla="*/ 690845 h 1481213"/>
                <a:gd name="connsiteX3" fmla="*/ 727904 w 1280354"/>
                <a:gd name="connsiteY3" fmla="*/ 1408395 h 1481213"/>
                <a:gd name="connsiteX4" fmla="*/ 251654 w 1280354"/>
                <a:gd name="connsiteY4" fmla="*/ 1300445 h 1481213"/>
                <a:gd name="connsiteX0" fmla="*/ 202933 w 1561833"/>
                <a:gd name="connsiteY0" fmla="*/ 1286589 h 1460323"/>
                <a:gd name="connsiteX1" fmla="*/ 94983 w 1561833"/>
                <a:gd name="connsiteY1" fmla="*/ 10239 h 1460323"/>
                <a:gd name="connsiteX2" fmla="*/ 1561833 w 1561833"/>
                <a:gd name="connsiteY2" fmla="*/ 778589 h 1460323"/>
                <a:gd name="connsiteX3" fmla="*/ 679183 w 1561833"/>
                <a:gd name="connsiteY3" fmla="*/ 1394539 h 1460323"/>
                <a:gd name="connsiteX4" fmla="*/ 202933 w 1561833"/>
                <a:gd name="connsiteY4" fmla="*/ 1286589 h 1460323"/>
                <a:gd name="connsiteX0" fmla="*/ 276053 w 1634953"/>
                <a:gd name="connsiteY0" fmla="*/ 1305775 h 1479509"/>
                <a:gd name="connsiteX1" fmla="*/ 168103 w 1634953"/>
                <a:gd name="connsiteY1" fmla="*/ 29425 h 1479509"/>
                <a:gd name="connsiteX2" fmla="*/ 1634953 w 1634953"/>
                <a:gd name="connsiteY2" fmla="*/ 797775 h 1479509"/>
                <a:gd name="connsiteX3" fmla="*/ 752303 w 1634953"/>
                <a:gd name="connsiteY3" fmla="*/ 1413725 h 1479509"/>
                <a:gd name="connsiteX4" fmla="*/ 276053 w 1634953"/>
                <a:gd name="connsiteY4" fmla="*/ 1305775 h 1479509"/>
                <a:gd name="connsiteX0" fmla="*/ 195453 w 1452753"/>
                <a:gd name="connsiteY0" fmla="*/ 1284130 h 1454382"/>
                <a:gd name="connsiteX1" fmla="*/ 87503 w 1452753"/>
                <a:gd name="connsiteY1" fmla="*/ 7780 h 1454382"/>
                <a:gd name="connsiteX2" fmla="*/ 1452753 w 1452753"/>
                <a:gd name="connsiteY2" fmla="*/ 826930 h 1454382"/>
                <a:gd name="connsiteX3" fmla="*/ 671703 w 1452753"/>
                <a:gd name="connsiteY3" fmla="*/ 1392080 h 1454382"/>
                <a:gd name="connsiteX4" fmla="*/ 195453 w 1452753"/>
                <a:gd name="connsiteY4" fmla="*/ 1284130 h 1454382"/>
                <a:gd name="connsiteX0" fmla="*/ 240400 w 1497700"/>
                <a:gd name="connsiteY0" fmla="*/ 1294974 h 1465226"/>
                <a:gd name="connsiteX1" fmla="*/ 132450 w 1497700"/>
                <a:gd name="connsiteY1" fmla="*/ 18624 h 1465226"/>
                <a:gd name="connsiteX2" fmla="*/ 1497700 w 1497700"/>
                <a:gd name="connsiteY2" fmla="*/ 837774 h 1465226"/>
                <a:gd name="connsiteX3" fmla="*/ 716650 w 1497700"/>
                <a:gd name="connsiteY3" fmla="*/ 1402924 h 1465226"/>
                <a:gd name="connsiteX4" fmla="*/ 240400 w 1497700"/>
                <a:gd name="connsiteY4" fmla="*/ 1294974 h 1465226"/>
                <a:gd name="connsiteX0" fmla="*/ 240400 w 1497928"/>
                <a:gd name="connsiteY0" fmla="*/ 1294974 h 1323811"/>
                <a:gd name="connsiteX1" fmla="*/ 132450 w 1497928"/>
                <a:gd name="connsiteY1" fmla="*/ 18624 h 1323811"/>
                <a:gd name="connsiteX2" fmla="*/ 1497700 w 1497928"/>
                <a:gd name="connsiteY2" fmla="*/ 837774 h 1323811"/>
                <a:gd name="connsiteX3" fmla="*/ 240400 w 1497928"/>
                <a:gd name="connsiteY3" fmla="*/ 1294974 h 1323811"/>
                <a:gd name="connsiteX0" fmla="*/ 240400 w 1497720"/>
                <a:gd name="connsiteY0" fmla="*/ 1294974 h 1316820"/>
                <a:gd name="connsiteX1" fmla="*/ 132450 w 1497720"/>
                <a:gd name="connsiteY1" fmla="*/ 18624 h 1316820"/>
                <a:gd name="connsiteX2" fmla="*/ 1497700 w 1497720"/>
                <a:gd name="connsiteY2" fmla="*/ 837774 h 1316820"/>
                <a:gd name="connsiteX3" fmla="*/ 240400 w 1497720"/>
                <a:gd name="connsiteY3" fmla="*/ 1294974 h 1316820"/>
                <a:gd name="connsiteX0" fmla="*/ 195453 w 1452773"/>
                <a:gd name="connsiteY0" fmla="*/ 1323401 h 1344025"/>
                <a:gd name="connsiteX1" fmla="*/ 87503 w 1452773"/>
                <a:gd name="connsiteY1" fmla="*/ 8951 h 1344025"/>
                <a:gd name="connsiteX2" fmla="*/ 1452753 w 1452773"/>
                <a:gd name="connsiteY2" fmla="*/ 828101 h 1344025"/>
                <a:gd name="connsiteX3" fmla="*/ 195453 w 1452773"/>
                <a:gd name="connsiteY3" fmla="*/ 1323401 h 1344025"/>
                <a:gd name="connsiteX0" fmla="*/ 291075 w 1548395"/>
                <a:gd name="connsiteY0" fmla="*/ 1348382 h 1369006"/>
                <a:gd name="connsiteX1" fmla="*/ 183125 w 1548395"/>
                <a:gd name="connsiteY1" fmla="*/ 33932 h 1369006"/>
                <a:gd name="connsiteX2" fmla="*/ 1548375 w 1548395"/>
                <a:gd name="connsiteY2" fmla="*/ 853082 h 1369006"/>
                <a:gd name="connsiteX3" fmla="*/ 291075 w 1548395"/>
                <a:gd name="connsiteY3" fmla="*/ 1348382 h 1369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8395" h="1369006">
                  <a:moveTo>
                    <a:pt x="291075" y="1348382"/>
                  </a:moveTo>
                  <a:cubicBezTo>
                    <a:pt x="193708" y="1117665"/>
                    <a:pt x="-242325" y="218082"/>
                    <a:pt x="183125" y="33932"/>
                  </a:cubicBezTo>
                  <a:cubicBezTo>
                    <a:pt x="608575" y="-150218"/>
                    <a:pt x="1548375" y="456790"/>
                    <a:pt x="1548375" y="853082"/>
                  </a:cubicBezTo>
                  <a:cubicBezTo>
                    <a:pt x="1553667" y="900707"/>
                    <a:pt x="518617" y="1484907"/>
                    <a:pt x="291075" y="1348382"/>
                  </a:cubicBezTo>
                  <a:close/>
                </a:path>
              </a:pathLst>
            </a:custGeom>
            <a:solidFill>
              <a:srgbClr val="4472C4">
                <a:lumMod val="20000"/>
                <a:lumOff val="80000"/>
              </a:srgb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Oval 4">
              <a:extLst>
                <a:ext uri="{FF2B5EF4-FFF2-40B4-BE49-F238E27FC236}">
                  <a16:creationId xmlns:a16="http://schemas.microsoft.com/office/drawing/2014/main" id="{42D347A8-5F67-F538-0F63-D1F390F77051}"/>
                </a:ext>
              </a:extLst>
            </p:cNvPr>
            <p:cNvSpPr/>
            <p:nvPr/>
          </p:nvSpPr>
          <p:spPr>
            <a:xfrm rot="19507236">
              <a:off x="2773894" y="3778528"/>
              <a:ext cx="1887030" cy="819976"/>
            </a:xfrm>
            <a:custGeom>
              <a:avLst/>
              <a:gdLst>
                <a:gd name="connsiteX0" fmla="*/ 0 w 1704956"/>
                <a:gd name="connsiteY0" fmla="*/ 407919 h 815837"/>
                <a:gd name="connsiteX1" fmla="*/ 852478 w 1704956"/>
                <a:gd name="connsiteY1" fmla="*/ 0 h 815837"/>
                <a:gd name="connsiteX2" fmla="*/ 1704956 w 1704956"/>
                <a:gd name="connsiteY2" fmla="*/ 407919 h 815837"/>
                <a:gd name="connsiteX3" fmla="*/ 852478 w 1704956"/>
                <a:gd name="connsiteY3" fmla="*/ 815838 h 815837"/>
                <a:gd name="connsiteX4" fmla="*/ 0 w 1704956"/>
                <a:gd name="connsiteY4" fmla="*/ 407919 h 815837"/>
                <a:gd name="connsiteX0" fmla="*/ 324 w 1705280"/>
                <a:gd name="connsiteY0" fmla="*/ 407919 h 815838"/>
                <a:gd name="connsiteX1" fmla="*/ 852802 w 1705280"/>
                <a:gd name="connsiteY1" fmla="*/ 0 h 815838"/>
                <a:gd name="connsiteX2" fmla="*/ 1705280 w 1705280"/>
                <a:gd name="connsiteY2" fmla="*/ 407919 h 815838"/>
                <a:gd name="connsiteX3" fmla="*/ 852802 w 1705280"/>
                <a:gd name="connsiteY3" fmla="*/ 815838 h 815838"/>
                <a:gd name="connsiteX4" fmla="*/ 324 w 1705280"/>
                <a:gd name="connsiteY4" fmla="*/ 407919 h 815838"/>
                <a:gd name="connsiteX0" fmla="*/ 0 w 1704956"/>
                <a:gd name="connsiteY0" fmla="*/ 407919 h 815838"/>
                <a:gd name="connsiteX1" fmla="*/ 852478 w 1704956"/>
                <a:gd name="connsiteY1" fmla="*/ 0 h 815838"/>
                <a:gd name="connsiteX2" fmla="*/ 1704956 w 1704956"/>
                <a:gd name="connsiteY2" fmla="*/ 407919 h 815838"/>
                <a:gd name="connsiteX3" fmla="*/ 852478 w 1704956"/>
                <a:gd name="connsiteY3" fmla="*/ 815838 h 815838"/>
                <a:gd name="connsiteX4" fmla="*/ 0 w 1704956"/>
                <a:gd name="connsiteY4" fmla="*/ 407919 h 815838"/>
                <a:gd name="connsiteX0" fmla="*/ 0 w 1704956"/>
                <a:gd name="connsiteY0" fmla="*/ 407919 h 818785"/>
                <a:gd name="connsiteX1" fmla="*/ 852478 w 1704956"/>
                <a:gd name="connsiteY1" fmla="*/ 0 h 818785"/>
                <a:gd name="connsiteX2" fmla="*/ 1704956 w 1704956"/>
                <a:gd name="connsiteY2" fmla="*/ 407919 h 818785"/>
                <a:gd name="connsiteX3" fmla="*/ 852478 w 1704956"/>
                <a:gd name="connsiteY3" fmla="*/ 815838 h 818785"/>
                <a:gd name="connsiteX4" fmla="*/ 0 w 1704956"/>
                <a:gd name="connsiteY4" fmla="*/ 407919 h 818785"/>
                <a:gd name="connsiteX0" fmla="*/ 0 w 1788498"/>
                <a:gd name="connsiteY0" fmla="*/ 407919 h 818893"/>
                <a:gd name="connsiteX1" fmla="*/ 852478 w 1788498"/>
                <a:gd name="connsiteY1" fmla="*/ 0 h 818893"/>
                <a:gd name="connsiteX2" fmla="*/ 1704956 w 1788498"/>
                <a:gd name="connsiteY2" fmla="*/ 407919 h 818893"/>
                <a:gd name="connsiteX3" fmla="*/ 852478 w 1788498"/>
                <a:gd name="connsiteY3" fmla="*/ 815838 h 818893"/>
                <a:gd name="connsiteX4" fmla="*/ 0 w 1788498"/>
                <a:gd name="connsiteY4" fmla="*/ 407919 h 818893"/>
                <a:gd name="connsiteX0" fmla="*/ 0 w 1858201"/>
                <a:gd name="connsiteY0" fmla="*/ 408129 h 816335"/>
                <a:gd name="connsiteX1" fmla="*/ 852478 w 1858201"/>
                <a:gd name="connsiteY1" fmla="*/ 210 h 816335"/>
                <a:gd name="connsiteX2" fmla="*/ 1813248 w 1858201"/>
                <a:gd name="connsiteY2" fmla="*/ 452654 h 816335"/>
                <a:gd name="connsiteX3" fmla="*/ 852478 w 1858201"/>
                <a:gd name="connsiteY3" fmla="*/ 816048 h 816335"/>
                <a:gd name="connsiteX4" fmla="*/ 0 w 1858201"/>
                <a:gd name="connsiteY4" fmla="*/ 408129 h 816335"/>
                <a:gd name="connsiteX0" fmla="*/ 0 w 1872533"/>
                <a:gd name="connsiteY0" fmla="*/ 408129 h 816274"/>
                <a:gd name="connsiteX1" fmla="*/ 852478 w 1872533"/>
                <a:gd name="connsiteY1" fmla="*/ 210 h 816274"/>
                <a:gd name="connsiteX2" fmla="*/ 1813248 w 1872533"/>
                <a:gd name="connsiteY2" fmla="*/ 452654 h 816274"/>
                <a:gd name="connsiteX3" fmla="*/ 852478 w 1872533"/>
                <a:gd name="connsiteY3" fmla="*/ 816048 h 816274"/>
                <a:gd name="connsiteX4" fmla="*/ 0 w 1872533"/>
                <a:gd name="connsiteY4" fmla="*/ 408129 h 816274"/>
                <a:gd name="connsiteX0" fmla="*/ 0 w 1887030"/>
                <a:gd name="connsiteY0" fmla="*/ 408129 h 819976"/>
                <a:gd name="connsiteX1" fmla="*/ 852478 w 1887030"/>
                <a:gd name="connsiteY1" fmla="*/ 210 h 819976"/>
                <a:gd name="connsiteX2" fmla="*/ 1813248 w 1887030"/>
                <a:gd name="connsiteY2" fmla="*/ 452654 h 819976"/>
                <a:gd name="connsiteX3" fmla="*/ 852478 w 1887030"/>
                <a:gd name="connsiteY3" fmla="*/ 816048 h 819976"/>
                <a:gd name="connsiteX4" fmla="*/ 0 w 1887030"/>
                <a:gd name="connsiteY4" fmla="*/ 408129 h 81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7030" h="819976">
                  <a:moveTo>
                    <a:pt x="0" y="408129"/>
                  </a:moveTo>
                  <a:cubicBezTo>
                    <a:pt x="0" y="182842"/>
                    <a:pt x="550270" y="-7211"/>
                    <a:pt x="852478" y="210"/>
                  </a:cubicBezTo>
                  <a:cubicBezTo>
                    <a:pt x="1154686" y="7631"/>
                    <a:pt x="1813248" y="227367"/>
                    <a:pt x="1813248" y="452654"/>
                  </a:cubicBezTo>
                  <a:cubicBezTo>
                    <a:pt x="2070251" y="686800"/>
                    <a:pt x="1633330" y="847499"/>
                    <a:pt x="852478" y="816048"/>
                  </a:cubicBezTo>
                  <a:cubicBezTo>
                    <a:pt x="71626" y="784597"/>
                    <a:pt x="0" y="633416"/>
                    <a:pt x="0" y="408129"/>
                  </a:cubicBezTo>
                  <a:close/>
                </a:path>
              </a:pathLst>
            </a:custGeom>
            <a:solidFill>
              <a:srgbClr val="4472C4">
                <a:lumMod val="20000"/>
                <a:lumOff val="80000"/>
              </a:srgb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Oval 6">
              <a:extLst>
                <a:ext uri="{FF2B5EF4-FFF2-40B4-BE49-F238E27FC236}">
                  <a16:creationId xmlns:a16="http://schemas.microsoft.com/office/drawing/2014/main" id="{318FF44E-7B3D-BD42-B0E4-0BDBAEC2AA92}"/>
                </a:ext>
              </a:extLst>
            </p:cNvPr>
            <p:cNvSpPr/>
            <p:nvPr/>
          </p:nvSpPr>
          <p:spPr>
            <a:xfrm rot="20086111">
              <a:off x="4439482" y="1201971"/>
              <a:ext cx="2181976" cy="1737204"/>
            </a:xfrm>
            <a:custGeom>
              <a:avLst/>
              <a:gdLst>
                <a:gd name="connsiteX0" fmla="*/ 0 w 1237957"/>
                <a:gd name="connsiteY0" fmla="*/ 1154120 h 2308239"/>
                <a:gd name="connsiteX1" fmla="*/ 618979 w 1237957"/>
                <a:gd name="connsiteY1" fmla="*/ 0 h 2308239"/>
                <a:gd name="connsiteX2" fmla="*/ 1237958 w 1237957"/>
                <a:gd name="connsiteY2" fmla="*/ 1154120 h 2308239"/>
                <a:gd name="connsiteX3" fmla="*/ 618979 w 1237957"/>
                <a:gd name="connsiteY3" fmla="*/ 2308240 h 2308239"/>
                <a:gd name="connsiteX4" fmla="*/ 0 w 1237957"/>
                <a:gd name="connsiteY4" fmla="*/ 1154120 h 2308239"/>
                <a:gd name="connsiteX0" fmla="*/ 0 w 1237958"/>
                <a:gd name="connsiteY0" fmla="*/ 1154120 h 1298384"/>
                <a:gd name="connsiteX1" fmla="*/ 618979 w 1237958"/>
                <a:gd name="connsiteY1" fmla="*/ 0 h 1298384"/>
                <a:gd name="connsiteX2" fmla="*/ 1237958 w 1237958"/>
                <a:gd name="connsiteY2" fmla="*/ 1154120 h 1298384"/>
                <a:gd name="connsiteX3" fmla="*/ 0 w 1237958"/>
                <a:gd name="connsiteY3" fmla="*/ 1154120 h 1298384"/>
                <a:gd name="connsiteX0" fmla="*/ 49139 w 1932190"/>
                <a:gd name="connsiteY0" fmla="*/ 1224584 h 3269941"/>
                <a:gd name="connsiteX1" fmla="*/ 668118 w 1932190"/>
                <a:gd name="connsiteY1" fmla="*/ 70464 h 3269941"/>
                <a:gd name="connsiteX2" fmla="*/ 1932190 w 1932190"/>
                <a:gd name="connsiteY2" fmla="*/ 3254781 h 3269941"/>
                <a:gd name="connsiteX3" fmla="*/ 49139 w 1932190"/>
                <a:gd name="connsiteY3" fmla="*/ 1224584 h 3269941"/>
                <a:gd name="connsiteX0" fmla="*/ 37413 w 2179756"/>
                <a:gd name="connsiteY0" fmla="*/ 2991719 h 3359619"/>
                <a:gd name="connsiteX1" fmla="*/ 915684 w 2179756"/>
                <a:gd name="connsiteY1" fmla="*/ 309 h 3359619"/>
                <a:gd name="connsiteX2" fmla="*/ 2179756 w 2179756"/>
                <a:gd name="connsiteY2" fmla="*/ 3184626 h 3359619"/>
                <a:gd name="connsiteX3" fmla="*/ 37413 w 2179756"/>
                <a:gd name="connsiteY3" fmla="*/ 2991719 h 3359619"/>
                <a:gd name="connsiteX0" fmla="*/ 83152 w 2225495"/>
                <a:gd name="connsiteY0" fmla="*/ 2991688 h 3277128"/>
                <a:gd name="connsiteX1" fmla="*/ 961423 w 2225495"/>
                <a:gd name="connsiteY1" fmla="*/ 278 h 3277128"/>
                <a:gd name="connsiteX2" fmla="*/ 2225495 w 2225495"/>
                <a:gd name="connsiteY2" fmla="*/ 3184595 h 3277128"/>
                <a:gd name="connsiteX3" fmla="*/ 83152 w 2225495"/>
                <a:gd name="connsiteY3" fmla="*/ 2991688 h 3277128"/>
                <a:gd name="connsiteX0" fmla="*/ 81822 w 2246688"/>
                <a:gd name="connsiteY0" fmla="*/ 3105254 h 3315065"/>
                <a:gd name="connsiteX1" fmla="*/ 982616 w 2246688"/>
                <a:gd name="connsiteY1" fmla="*/ 46 h 3315065"/>
                <a:gd name="connsiteX2" fmla="*/ 2246688 w 2246688"/>
                <a:gd name="connsiteY2" fmla="*/ 3184363 h 3315065"/>
                <a:gd name="connsiteX3" fmla="*/ 81822 w 2246688"/>
                <a:gd name="connsiteY3" fmla="*/ 3105254 h 3315065"/>
                <a:gd name="connsiteX0" fmla="*/ 102341 w 2267207"/>
                <a:gd name="connsiteY0" fmla="*/ 3107187 h 3316998"/>
                <a:gd name="connsiteX1" fmla="*/ 1003135 w 2267207"/>
                <a:gd name="connsiteY1" fmla="*/ 1979 h 3316998"/>
                <a:gd name="connsiteX2" fmla="*/ 2267207 w 2267207"/>
                <a:gd name="connsiteY2" fmla="*/ 3186296 h 3316998"/>
                <a:gd name="connsiteX3" fmla="*/ 102341 w 2267207"/>
                <a:gd name="connsiteY3" fmla="*/ 3107187 h 3316998"/>
                <a:gd name="connsiteX0" fmla="*/ 105143 w 2270009"/>
                <a:gd name="connsiteY0" fmla="*/ 3127530 h 3337341"/>
                <a:gd name="connsiteX1" fmla="*/ 1005937 w 2270009"/>
                <a:gd name="connsiteY1" fmla="*/ 22322 h 3337341"/>
                <a:gd name="connsiteX2" fmla="*/ 2270009 w 2270009"/>
                <a:gd name="connsiteY2" fmla="*/ 3206639 h 3337341"/>
                <a:gd name="connsiteX3" fmla="*/ 105143 w 2270009"/>
                <a:gd name="connsiteY3" fmla="*/ 3127530 h 3337341"/>
                <a:gd name="connsiteX0" fmla="*/ 6436 w 2171302"/>
                <a:gd name="connsiteY0" fmla="*/ 3127530 h 3375904"/>
                <a:gd name="connsiteX1" fmla="*/ 907230 w 2171302"/>
                <a:gd name="connsiteY1" fmla="*/ 22322 h 3375904"/>
                <a:gd name="connsiteX2" fmla="*/ 2171302 w 2171302"/>
                <a:gd name="connsiteY2" fmla="*/ 3206639 h 3375904"/>
                <a:gd name="connsiteX3" fmla="*/ 6436 w 2171302"/>
                <a:gd name="connsiteY3" fmla="*/ 3127530 h 3375904"/>
                <a:gd name="connsiteX0" fmla="*/ 6436 w 2171302"/>
                <a:gd name="connsiteY0" fmla="*/ 3127856 h 3376230"/>
                <a:gd name="connsiteX1" fmla="*/ 907230 w 2171302"/>
                <a:gd name="connsiteY1" fmla="*/ 22648 h 3376230"/>
                <a:gd name="connsiteX2" fmla="*/ 2171302 w 2171302"/>
                <a:gd name="connsiteY2" fmla="*/ 3206965 h 3376230"/>
                <a:gd name="connsiteX3" fmla="*/ 6436 w 2171302"/>
                <a:gd name="connsiteY3" fmla="*/ 3127856 h 3376230"/>
                <a:gd name="connsiteX0" fmla="*/ 4385 w 2169251"/>
                <a:gd name="connsiteY0" fmla="*/ 3127856 h 3307863"/>
                <a:gd name="connsiteX1" fmla="*/ 905179 w 2169251"/>
                <a:gd name="connsiteY1" fmla="*/ 22648 h 3307863"/>
                <a:gd name="connsiteX2" fmla="*/ 2169251 w 2169251"/>
                <a:gd name="connsiteY2" fmla="*/ 3206965 h 3307863"/>
                <a:gd name="connsiteX3" fmla="*/ 4385 w 2169251"/>
                <a:gd name="connsiteY3" fmla="*/ 3127856 h 3307863"/>
                <a:gd name="connsiteX0" fmla="*/ 4385 w 2169251"/>
                <a:gd name="connsiteY0" fmla="*/ 3127856 h 3251002"/>
                <a:gd name="connsiteX1" fmla="*/ 905179 w 2169251"/>
                <a:gd name="connsiteY1" fmla="*/ 22648 h 3251002"/>
                <a:gd name="connsiteX2" fmla="*/ 2169251 w 2169251"/>
                <a:gd name="connsiteY2" fmla="*/ 3206965 h 3251002"/>
                <a:gd name="connsiteX3" fmla="*/ 4385 w 2169251"/>
                <a:gd name="connsiteY3" fmla="*/ 3127856 h 3251002"/>
                <a:gd name="connsiteX0" fmla="*/ 36675 w 2202036"/>
                <a:gd name="connsiteY0" fmla="*/ 3105289 h 3389111"/>
                <a:gd name="connsiteX1" fmla="*/ 937469 w 2202036"/>
                <a:gd name="connsiteY1" fmla="*/ 81 h 3389111"/>
                <a:gd name="connsiteX2" fmla="*/ 2202036 w 2202036"/>
                <a:gd name="connsiteY2" fmla="*/ 3205690 h 3389111"/>
                <a:gd name="connsiteX3" fmla="*/ 36675 w 2202036"/>
                <a:gd name="connsiteY3" fmla="*/ 3105289 h 3389111"/>
                <a:gd name="connsiteX0" fmla="*/ 36688 w 2202298"/>
                <a:gd name="connsiteY0" fmla="*/ 3105306 h 3393752"/>
                <a:gd name="connsiteX1" fmla="*/ 937482 w 2202298"/>
                <a:gd name="connsiteY1" fmla="*/ 98 h 3393752"/>
                <a:gd name="connsiteX2" fmla="*/ 2202298 w 2202298"/>
                <a:gd name="connsiteY2" fmla="*/ 3216354 h 3393752"/>
                <a:gd name="connsiteX3" fmla="*/ 36688 w 2202298"/>
                <a:gd name="connsiteY3" fmla="*/ 3105306 h 3393752"/>
                <a:gd name="connsiteX0" fmla="*/ 18596 w 2184206"/>
                <a:gd name="connsiteY0" fmla="*/ 3105297 h 3267091"/>
                <a:gd name="connsiteX1" fmla="*/ 919390 w 2184206"/>
                <a:gd name="connsiteY1" fmla="*/ 89 h 3267091"/>
                <a:gd name="connsiteX2" fmla="*/ 2184206 w 2184206"/>
                <a:gd name="connsiteY2" fmla="*/ 3216345 h 3267091"/>
                <a:gd name="connsiteX3" fmla="*/ 18596 w 2184206"/>
                <a:gd name="connsiteY3" fmla="*/ 3105297 h 3267091"/>
                <a:gd name="connsiteX0" fmla="*/ 16366 w 2181976"/>
                <a:gd name="connsiteY0" fmla="*/ 3105295 h 3248177"/>
                <a:gd name="connsiteX1" fmla="*/ 917160 w 2181976"/>
                <a:gd name="connsiteY1" fmla="*/ 87 h 3248177"/>
                <a:gd name="connsiteX2" fmla="*/ 2181976 w 2181976"/>
                <a:gd name="connsiteY2" fmla="*/ 3216343 h 3248177"/>
                <a:gd name="connsiteX3" fmla="*/ 16366 w 2181976"/>
                <a:gd name="connsiteY3" fmla="*/ 3105295 h 324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976" h="3248177">
                  <a:moveTo>
                    <a:pt x="16366" y="3105295"/>
                  </a:moveTo>
                  <a:cubicBezTo>
                    <a:pt x="-113021" y="2955096"/>
                    <a:pt x="556225" y="-18421"/>
                    <a:pt x="917160" y="87"/>
                  </a:cubicBezTo>
                  <a:cubicBezTo>
                    <a:pt x="1278095" y="18595"/>
                    <a:pt x="1954381" y="2533894"/>
                    <a:pt x="2181976" y="3216343"/>
                  </a:cubicBezTo>
                  <a:cubicBezTo>
                    <a:pt x="2031710" y="3277640"/>
                    <a:pt x="145753" y="3255494"/>
                    <a:pt x="16366" y="3105295"/>
                  </a:cubicBezTo>
                  <a:close/>
                </a:path>
              </a:pathLst>
            </a:custGeom>
            <a:solidFill>
              <a:srgbClr val="4472C4">
                <a:lumMod val="20000"/>
                <a:lumOff val="80000"/>
              </a:srgb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A8178FF-DE4C-074C-1865-DE72D9D3DA6A}"/>
                </a:ext>
              </a:extLst>
            </p:cNvPr>
            <p:cNvSpPr/>
            <p:nvPr/>
          </p:nvSpPr>
          <p:spPr>
            <a:xfrm rot="20548788">
              <a:off x="6913818" y="4275044"/>
              <a:ext cx="1140457" cy="437340"/>
            </a:xfrm>
            <a:prstGeom prst="ellipse">
              <a:avLst/>
            </a:prstGeom>
            <a:solidFill>
              <a:srgbClr val="44546A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93E8BD2-ACD8-385C-4C3D-892EE582F91B}"/>
                </a:ext>
              </a:extLst>
            </p:cNvPr>
            <p:cNvSpPr/>
            <p:nvPr/>
          </p:nvSpPr>
          <p:spPr>
            <a:xfrm rot="20548788">
              <a:off x="5408572" y="5343450"/>
              <a:ext cx="1140457" cy="437340"/>
            </a:xfrm>
            <a:prstGeom prst="ellipse">
              <a:avLst/>
            </a:prstGeom>
            <a:solidFill>
              <a:srgbClr val="44546A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Oval 10">
              <a:extLst>
                <a:ext uri="{FF2B5EF4-FFF2-40B4-BE49-F238E27FC236}">
                  <a16:creationId xmlns:a16="http://schemas.microsoft.com/office/drawing/2014/main" id="{C2AA1657-AFC5-D370-B85C-08445AC069E2}"/>
                </a:ext>
              </a:extLst>
            </p:cNvPr>
            <p:cNvSpPr/>
            <p:nvPr/>
          </p:nvSpPr>
          <p:spPr>
            <a:xfrm rot="19023686">
              <a:off x="3098303" y="4249447"/>
              <a:ext cx="5110607" cy="1478613"/>
            </a:xfrm>
            <a:custGeom>
              <a:avLst/>
              <a:gdLst>
                <a:gd name="connsiteX0" fmla="*/ 0 w 3193366"/>
                <a:gd name="connsiteY0" fmla="*/ 721459 h 1442918"/>
                <a:gd name="connsiteX1" fmla="*/ 1596683 w 3193366"/>
                <a:gd name="connsiteY1" fmla="*/ 0 h 1442918"/>
                <a:gd name="connsiteX2" fmla="*/ 3193366 w 3193366"/>
                <a:gd name="connsiteY2" fmla="*/ 721459 h 1442918"/>
                <a:gd name="connsiteX3" fmla="*/ 1596683 w 3193366"/>
                <a:gd name="connsiteY3" fmla="*/ 1442918 h 1442918"/>
                <a:gd name="connsiteX4" fmla="*/ 0 w 3193366"/>
                <a:gd name="connsiteY4" fmla="*/ 721459 h 1442918"/>
                <a:gd name="connsiteX0" fmla="*/ 0 w 5075266"/>
                <a:gd name="connsiteY0" fmla="*/ 738013 h 1611644"/>
                <a:gd name="connsiteX1" fmla="*/ 1596683 w 5075266"/>
                <a:gd name="connsiteY1" fmla="*/ 16554 h 1611644"/>
                <a:gd name="connsiteX2" fmla="*/ 5075266 w 5075266"/>
                <a:gd name="connsiteY2" fmla="*/ 1378891 h 1611644"/>
                <a:gd name="connsiteX3" fmla="*/ 1596683 w 5075266"/>
                <a:gd name="connsiteY3" fmla="*/ 1459472 h 1611644"/>
                <a:gd name="connsiteX4" fmla="*/ 0 w 5075266"/>
                <a:gd name="connsiteY4" fmla="*/ 738013 h 1611644"/>
                <a:gd name="connsiteX0" fmla="*/ 0 w 5109736"/>
                <a:gd name="connsiteY0" fmla="*/ 744052 h 1536275"/>
                <a:gd name="connsiteX1" fmla="*/ 1596683 w 5109736"/>
                <a:gd name="connsiteY1" fmla="*/ 22593 h 1536275"/>
                <a:gd name="connsiteX2" fmla="*/ 3674127 w 5109736"/>
                <a:gd name="connsiteY2" fmla="*/ 292732 h 1536275"/>
                <a:gd name="connsiteX3" fmla="*/ 5075266 w 5109736"/>
                <a:gd name="connsiteY3" fmla="*/ 1384930 h 1536275"/>
                <a:gd name="connsiteX4" fmla="*/ 1596683 w 5109736"/>
                <a:gd name="connsiteY4" fmla="*/ 1465511 h 1536275"/>
                <a:gd name="connsiteX5" fmla="*/ 0 w 5109736"/>
                <a:gd name="connsiteY5" fmla="*/ 744052 h 1536275"/>
                <a:gd name="connsiteX0" fmla="*/ 69 w 5109805"/>
                <a:gd name="connsiteY0" fmla="*/ 572816 h 1365039"/>
                <a:gd name="connsiteX1" fmla="*/ 1647377 w 5109805"/>
                <a:gd name="connsiteY1" fmla="*/ 116550 h 1365039"/>
                <a:gd name="connsiteX2" fmla="*/ 3674196 w 5109805"/>
                <a:gd name="connsiteY2" fmla="*/ 121496 h 1365039"/>
                <a:gd name="connsiteX3" fmla="*/ 5075335 w 5109805"/>
                <a:gd name="connsiteY3" fmla="*/ 1213694 h 1365039"/>
                <a:gd name="connsiteX4" fmla="*/ 1596752 w 5109805"/>
                <a:gd name="connsiteY4" fmla="*/ 1294275 h 1365039"/>
                <a:gd name="connsiteX5" fmla="*/ 69 w 5109805"/>
                <a:gd name="connsiteY5" fmla="*/ 572816 h 1365039"/>
                <a:gd name="connsiteX0" fmla="*/ 1955 w 5111691"/>
                <a:gd name="connsiteY0" fmla="*/ 572816 h 1365039"/>
                <a:gd name="connsiteX1" fmla="*/ 1649263 w 5111691"/>
                <a:gd name="connsiteY1" fmla="*/ 116550 h 1365039"/>
                <a:gd name="connsiteX2" fmla="*/ 3676082 w 5111691"/>
                <a:gd name="connsiteY2" fmla="*/ 121496 h 1365039"/>
                <a:gd name="connsiteX3" fmla="*/ 5077221 w 5111691"/>
                <a:gd name="connsiteY3" fmla="*/ 1213694 h 1365039"/>
                <a:gd name="connsiteX4" fmla="*/ 1598638 w 5111691"/>
                <a:gd name="connsiteY4" fmla="*/ 1294275 h 1365039"/>
                <a:gd name="connsiteX5" fmla="*/ 1955 w 5111691"/>
                <a:gd name="connsiteY5" fmla="*/ 572816 h 1365039"/>
                <a:gd name="connsiteX0" fmla="*/ 18 w 5109754"/>
                <a:gd name="connsiteY0" fmla="*/ 572816 h 1455715"/>
                <a:gd name="connsiteX1" fmla="*/ 1647326 w 5109754"/>
                <a:gd name="connsiteY1" fmla="*/ 116550 h 1455715"/>
                <a:gd name="connsiteX2" fmla="*/ 3674145 w 5109754"/>
                <a:gd name="connsiteY2" fmla="*/ 121496 h 1455715"/>
                <a:gd name="connsiteX3" fmla="*/ 5075284 w 5109754"/>
                <a:gd name="connsiteY3" fmla="*/ 1213694 h 1455715"/>
                <a:gd name="connsiteX4" fmla="*/ 1621644 w 5109754"/>
                <a:gd name="connsiteY4" fmla="*/ 1416615 h 1455715"/>
                <a:gd name="connsiteX5" fmla="*/ 18 w 5109754"/>
                <a:gd name="connsiteY5" fmla="*/ 572816 h 1455715"/>
                <a:gd name="connsiteX0" fmla="*/ 24 w 5109760"/>
                <a:gd name="connsiteY0" fmla="*/ 572816 h 1478613"/>
                <a:gd name="connsiteX1" fmla="*/ 1647332 w 5109760"/>
                <a:gd name="connsiteY1" fmla="*/ 116550 h 1478613"/>
                <a:gd name="connsiteX2" fmla="*/ 3674151 w 5109760"/>
                <a:gd name="connsiteY2" fmla="*/ 121496 h 1478613"/>
                <a:gd name="connsiteX3" fmla="*/ 5075290 w 5109760"/>
                <a:gd name="connsiteY3" fmla="*/ 1213694 h 1478613"/>
                <a:gd name="connsiteX4" fmla="*/ 1621650 w 5109760"/>
                <a:gd name="connsiteY4" fmla="*/ 1416615 h 1478613"/>
                <a:gd name="connsiteX5" fmla="*/ 24 w 5109760"/>
                <a:gd name="connsiteY5" fmla="*/ 572816 h 1478613"/>
                <a:gd name="connsiteX0" fmla="*/ 871 w 5110607"/>
                <a:gd name="connsiteY0" fmla="*/ 572816 h 1478613"/>
                <a:gd name="connsiteX1" fmla="*/ 1648179 w 5110607"/>
                <a:gd name="connsiteY1" fmla="*/ 116550 h 1478613"/>
                <a:gd name="connsiteX2" fmla="*/ 3674998 w 5110607"/>
                <a:gd name="connsiteY2" fmla="*/ 121496 h 1478613"/>
                <a:gd name="connsiteX3" fmla="*/ 5076137 w 5110607"/>
                <a:gd name="connsiteY3" fmla="*/ 1213694 h 1478613"/>
                <a:gd name="connsiteX4" fmla="*/ 1622497 w 5110607"/>
                <a:gd name="connsiteY4" fmla="*/ 1416615 h 1478613"/>
                <a:gd name="connsiteX5" fmla="*/ 871 w 5110607"/>
                <a:gd name="connsiteY5" fmla="*/ 572816 h 1478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10607" h="1478613">
                  <a:moveTo>
                    <a:pt x="871" y="572816"/>
                  </a:moveTo>
                  <a:cubicBezTo>
                    <a:pt x="-34848" y="100834"/>
                    <a:pt x="1035825" y="191770"/>
                    <a:pt x="1648179" y="116550"/>
                  </a:cubicBezTo>
                  <a:cubicBezTo>
                    <a:pt x="2260533" y="41330"/>
                    <a:pt x="3095234" y="-105560"/>
                    <a:pt x="3674998" y="121496"/>
                  </a:cubicBezTo>
                  <a:cubicBezTo>
                    <a:pt x="4254762" y="348552"/>
                    <a:pt x="5314992" y="1030654"/>
                    <a:pt x="5076137" y="1213694"/>
                  </a:cubicBezTo>
                  <a:cubicBezTo>
                    <a:pt x="4837282" y="1396734"/>
                    <a:pt x="2696233" y="1576845"/>
                    <a:pt x="1622497" y="1416615"/>
                  </a:cubicBezTo>
                  <a:cubicBezTo>
                    <a:pt x="548761" y="1256385"/>
                    <a:pt x="36590" y="1044798"/>
                    <a:pt x="871" y="572816"/>
                  </a:cubicBezTo>
                  <a:close/>
                </a:path>
              </a:pathLst>
            </a:custGeom>
            <a:solidFill>
              <a:srgbClr val="4472C4">
                <a:lumMod val="20000"/>
                <a:lumOff val="80000"/>
              </a:srgb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DF17E5E-ECE7-719F-3332-4B34DF0BF776}"/>
                </a:ext>
              </a:extLst>
            </p:cNvPr>
            <p:cNvSpPr/>
            <p:nvPr/>
          </p:nvSpPr>
          <p:spPr>
            <a:xfrm rot="20160439">
              <a:off x="5292420" y="3505541"/>
              <a:ext cx="189776" cy="322477"/>
            </a:xfrm>
            <a:prstGeom prst="ellipse">
              <a:avLst/>
            </a:prstGeom>
            <a:solidFill>
              <a:srgbClr val="4472C4">
                <a:lumMod val="20000"/>
                <a:lumOff val="80000"/>
              </a:srgb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6C7D8F7-4EED-4BE4-1603-8CC2FC0E7AF8}"/>
                </a:ext>
              </a:extLst>
            </p:cNvPr>
            <p:cNvSpPr/>
            <p:nvPr/>
          </p:nvSpPr>
          <p:spPr>
            <a:xfrm rot="20160439">
              <a:off x="5641727" y="3405513"/>
              <a:ext cx="189776" cy="322477"/>
            </a:xfrm>
            <a:prstGeom prst="ellipse">
              <a:avLst/>
            </a:prstGeom>
            <a:solidFill>
              <a:srgbClr val="4472C4">
                <a:lumMod val="20000"/>
                <a:lumOff val="80000"/>
              </a:srgb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961366E-9EC0-6A90-F65B-4AB54F2A9DE9}"/>
                </a:ext>
              </a:extLst>
            </p:cNvPr>
            <p:cNvSpPr/>
            <p:nvPr/>
          </p:nvSpPr>
          <p:spPr>
            <a:xfrm rot="20160439">
              <a:off x="5959915" y="3270067"/>
              <a:ext cx="189776" cy="322477"/>
            </a:xfrm>
            <a:prstGeom prst="ellipse">
              <a:avLst/>
            </a:prstGeom>
            <a:solidFill>
              <a:srgbClr val="4472C4">
                <a:lumMod val="20000"/>
                <a:lumOff val="80000"/>
              </a:srgb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51F9FCD-786B-5BE8-D912-322CE146DFF6}"/>
                </a:ext>
              </a:extLst>
            </p:cNvPr>
            <p:cNvSpPr/>
            <p:nvPr/>
          </p:nvSpPr>
          <p:spPr>
            <a:xfrm rot="20160439">
              <a:off x="6234799" y="3168121"/>
              <a:ext cx="189776" cy="322477"/>
            </a:xfrm>
            <a:prstGeom prst="ellipse">
              <a:avLst/>
            </a:prstGeom>
            <a:solidFill>
              <a:srgbClr val="4472C4">
                <a:lumMod val="20000"/>
                <a:lumOff val="80000"/>
              </a:srgb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Rectangle 18">
              <a:extLst>
                <a:ext uri="{FF2B5EF4-FFF2-40B4-BE49-F238E27FC236}">
                  <a16:creationId xmlns:a16="http://schemas.microsoft.com/office/drawing/2014/main" id="{71F6FA48-6019-C4E0-C428-A33E0BA4E78F}"/>
                </a:ext>
              </a:extLst>
            </p:cNvPr>
            <p:cNvSpPr/>
            <p:nvPr/>
          </p:nvSpPr>
          <p:spPr>
            <a:xfrm rot="21340227">
              <a:off x="6810452" y="2503527"/>
              <a:ext cx="1011956" cy="421411"/>
            </a:xfrm>
            <a:custGeom>
              <a:avLst/>
              <a:gdLst>
                <a:gd name="connsiteX0" fmla="*/ 0 w 998807"/>
                <a:gd name="connsiteY0" fmla="*/ 0 h 247737"/>
                <a:gd name="connsiteX1" fmla="*/ 998807 w 998807"/>
                <a:gd name="connsiteY1" fmla="*/ 0 h 247737"/>
                <a:gd name="connsiteX2" fmla="*/ 998807 w 998807"/>
                <a:gd name="connsiteY2" fmla="*/ 247737 h 247737"/>
                <a:gd name="connsiteX3" fmla="*/ 0 w 998807"/>
                <a:gd name="connsiteY3" fmla="*/ 247737 h 247737"/>
                <a:gd name="connsiteX4" fmla="*/ 0 w 998807"/>
                <a:gd name="connsiteY4" fmla="*/ 0 h 247737"/>
                <a:gd name="connsiteX0" fmla="*/ 0 w 1011956"/>
                <a:gd name="connsiteY0" fmla="*/ 173674 h 421411"/>
                <a:gd name="connsiteX1" fmla="*/ 1011956 w 1011956"/>
                <a:gd name="connsiteY1" fmla="*/ 0 h 421411"/>
                <a:gd name="connsiteX2" fmla="*/ 998807 w 1011956"/>
                <a:gd name="connsiteY2" fmla="*/ 421411 h 421411"/>
                <a:gd name="connsiteX3" fmla="*/ 0 w 1011956"/>
                <a:gd name="connsiteY3" fmla="*/ 421411 h 421411"/>
                <a:gd name="connsiteX4" fmla="*/ 0 w 1011956"/>
                <a:gd name="connsiteY4" fmla="*/ 173674 h 421411"/>
                <a:gd name="connsiteX0" fmla="*/ 2191 w 1011956"/>
                <a:gd name="connsiteY0" fmla="*/ 144729 h 421411"/>
                <a:gd name="connsiteX1" fmla="*/ 1011956 w 1011956"/>
                <a:gd name="connsiteY1" fmla="*/ 0 h 421411"/>
                <a:gd name="connsiteX2" fmla="*/ 998807 w 1011956"/>
                <a:gd name="connsiteY2" fmla="*/ 421411 h 421411"/>
                <a:gd name="connsiteX3" fmla="*/ 0 w 1011956"/>
                <a:gd name="connsiteY3" fmla="*/ 421411 h 421411"/>
                <a:gd name="connsiteX4" fmla="*/ 2191 w 1011956"/>
                <a:gd name="connsiteY4" fmla="*/ 144729 h 42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956" h="421411">
                  <a:moveTo>
                    <a:pt x="2191" y="144729"/>
                  </a:moveTo>
                  <a:lnTo>
                    <a:pt x="1011956" y="0"/>
                  </a:lnTo>
                  <a:lnTo>
                    <a:pt x="998807" y="421411"/>
                  </a:lnTo>
                  <a:lnTo>
                    <a:pt x="0" y="421411"/>
                  </a:lnTo>
                  <a:cubicBezTo>
                    <a:pt x="730" y="329184"/>
                    <a:pt x="1461" y="236956"/>
                    <a:pt x="2191" y="144729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Flowchart: Manual Operation 19">
              <a:extLst>
                <a:ext uri="{FF2B5EF4-FFF2-40B4-BE49-F238E27FC236}">
                  <a16:creationId xmlns:a16="http://schemas.microsoft.com/office/drawing/2014/main" id="{8B850973-BD47-440C-5FE1-F81516B83727}"/>
                </a:ext>
              </a:extLst>
            </p:cNvPr>
            <p:cNvSpPr/>
            <p:nvPr/>
          </p:nvSpPr>
          <p:spPr>
            <a:xfrm rot="20866405" flipV="1">
              <a:off x="7852287" y="2393966"/>
              <a:ext cx="384522" cy="456436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0 w 10000"/>
                <a:gd name="connsiteY0" fmla="*/ 0 h 10206"/>
                <a:gd name="connsiteX1" fmla="*/ 10000 w 10000"/>
                <a:gd name="connsiteY1" fmla="*/ 0 h 10206"/>
                <a:gd name="connsiteX2" fmla="*/ 6893 w 10000"/>
                <a:gd name="connsiteY2" fmla="*/ 10206 h 10206"/>
                <a:gd name="connsiteX3" fmla="*/ 2000 w 10000"/>
                <a:gd name="connsiteY3" fmla="*/ 10000 h 10206"/>
                <a:gd name="connsiteX4" fmla="*/ 0 w 10000"/>
                <a:gd name="connsiteY4" fmla="*/ 0 h 10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206">
                  <a:moveTo>
                    <a:pt x="0" y="0"/>
                  </a:moveTo>
                  <a:lnTo>
                    <a:pt x="10000" y="0"/>
                  </a:lnTo>
                  <a:lnTo>
                    <a:pt x="6893" y="10206"/>
                  </a:lnTo>
                  <a:lnTo>
                    <a:pt x="2000" y="1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Rectangle 20">
              <a:extLst>
                <a:ext uri="{FF2B5EF4-FFF2-40B4-BE49-F238E27FC236}">
                  <a16:creationId xmlns:a16="http://schemas.microsoft.com/office/drawing/2014/main" id="{8C686DB0-D1E8-DBAF-7A66-5CFD8330FBEA}"/>
                </a:ext>
              </a:extLst>
            </p:cNvPr>
            <p:cNvSpPr/>
            <p:nvPr/>
          </p:nvSpPr>
          <p:spPr>
            <a:xfrm>
              <a:off x="8112022" y="2070573"/>
              <a:ext cx="1117184" cy="685047"/>
            </a:xfrm>
            <a:custGeom>
              <a:avLst/>
              <a:gdLst>
                <a:gd name="connsiteX0" fmla="*/ 0 w 669509"/>
                <a:gd name="connsiteY0" fmla="*/ 0 h 243722"/>
                <a:gd name="connsiteX1" fmla="*/ 669509 w 669509"/>
                <a:gd name="connsiteY1" fmla="*/ 0 h 243722"/>
                <a:gd name="connsiteX2" fmla="*/ 669509 w 669509"/>
                <a:gd name="connsiteY2" fmla="*/ 243722 h 243722"/>
                <a:gd name="connsiteX3" fmla="*/ 0 w 669509"/>
                <a:gd name="connsiteY3" fmla="*/ 243722 h 243722"/>
                <a:gd name="connsiteX4" fmla="*/ 0 w 669509"/>
                <a:gd name="connsiteY4" fmla="*/ 0 h 243722"/>
                <a:gd name="connsiteX0" fmla="*/ 0 w 669509"/>
                <a:gd name="connsiteY0" fmla="*/ 276225 h 519947"/>
                <a:gd name="connsiteX1" fmla="*/ 431384 w 669509"/>
                <a:gd name="connsiteY1" fmla="*/ 0 h 519947"/>
                <a:gd name="connsiteX2" fmla="*/ 669509 w 669509"/>
                <a:gd name="connsiteY2" fmla="*/ 519947 h 519947"/>
                <a:gd name="connsiteX3" fmla="*/ 0 w 669509"/>
                <a:gd name="connsiteY3" fmla="*/ 519947 h 519947"/>
                <a:gd name="connsiteX4" fmla="*/ 0 w 669509"/>
                <a:gd name="connsiteY4" fmla="*/ 276225 h 519947"/>
                <a:gd name="connsiteX0" fmla="*/ 0 w 1002884"/>
                <a:gd name="connsiteY0" fmla="*/ 276225 h 519947"/>
                <a:gd name="connsiteX1" fmla="*/ 431384 w 1002884"/>
                <a:gd name="connsiteY1" fmla="*/ 0 h 519947"/>
                <a:gd name="connsiteX2" fmla="*/ 1002884 w 1002884"/>
                <a:gd name="connsiteY2" fmla="*/ 138947 h 519947"/>
                <a:gd name="connsiteX3" fmla="*/ 0 w 1002884"/>
                <a:gd name="connsiteY3" fmla="*/ 519947 h 519947"/>
                <a:gd name="connsiteX4" fmla="*/ 0 w 1002884"/>
                <a:gd name="connsiteY4" fmla="*/ 276225 h 519947"/>
                <a:gd name="connsiteX0" fmla="*/ 0 w 1002884"/>
                <a:gd name="connsiteY0" fmla="*/ 276225 h 719972"/>
                <a:gd name="connsiteX1" fmla="*/ 431384 w 1002884"/>
                <a:gd name="connsiteY1" fmla="*/ 0 h 719972"/>
                <a:gd name="connsiteX2" fmla="*/ 1002884 w 1002884"/>
                <a:gd name="connsiteY2" fmla="*/ 138947 h 719972"/>
                <a:gd name="connsiteX3" fmla="*/ 257175 w 1002884"/>
                <a:gd name="connsiteY3" fmla="*/ 719972 h 719972"/>
                <a:gd name="connsiteX4" fmla="*/ 0 w 1002884"/>
                <a:gd name="connsiteY4" fmla="*/ 276225 h 719972"/>
                <a:gd name="connsiteX0" fmla="*/ 0 w 1012409"/>
                <a:gd name="connsiteY0" fmla="*/ 352425 h 719972"/>
                <a:gd name="connsiteX1" fmla="*/ 440909 w 1012409"/>
                <a:gd name="connsiteY1" fmla="*/ 0 h 719972"/>
                <a:gd name="connsiteX2" fmla="*/ 1012409 w 1012409"/>
                <a:gd name="connsiteY2" fmla="*/ 138947 h 719972"/>
                <a:gd name="connsiteX3" fmla="*/ 266700 w 1012409"/>
                <a:gd name="connsiteY3" fmla="*/ 719972 h 719972"/>
                <a:gd name="connsiteX4" fmla="*/ 0 w 1012409"/>
                <a:gd name="connsiteY4" fmla="*/ 352425 h 719972"/>
                <a:gd name="connsiteX0" fmla="*/ 0 w 1012409"/>
                <a:gd name="connsiteY0" fmla="*/ 352425 h 719972"/>
                <a:gd name="connsiteX1" fmla="*/ 440909 w 1012409"/>
                <a:gd name="connsiteY1" fmla="*/ 0 h 719972"/>
                <a:gd name="connsiteX2" fmla="*/ 1012409 w 1012409"/>
                <a:gd name="connsiteY2" fmla="*/ 138947 h 719972"/>
                <a:gd name="connsiteX3" fmla="*/ 266700 w 1012409"/>
                <a:gd name="connsiteY3" fmla="*/ 719972 h 719972"/>
                <a:gd name="connsiteX4" fmla="*/ 0 w 1012409"/>
                <a:gd name="connsiteY4" fmla="*/ 352425 h 719972"/>
                <a:gd name="connsiteX0" fmla="*/ 0 w 1012409"/>
                <a:gd name="connsiteY0" fmla="*/ 352425 h 691397"/>
                <a:gd name="connsiteX1" fmla="*/ 440909 w 1012409"/>
                <a:gd name="connsiteY1" fmla="*/ 0 h 691397"/>
                <a:gd name="connsiteX2" fmla="*/ 1012409 w 1012409"/>
                <a:gd name="connsiteY2" fmla="*/ 138947 h 691397"/>
                <a:gd name="connsiteX3" fmla="*/ 257175 w 1012409"/>
                <a:gd name="connsiteY3" fmla="*/ 691397 h 691397"/>
                <a:gd name="connsiteX4" fmla="*/ 0 w 1012409"/>
                <a:gd name="connsiteY4" fmla="*/ 352425 h 691397"/>
                <a:gd name="connsiteX0" fmla="*/ 0 w 1012409"/>
                <a:gd name="connsiteY0" fmla="*/ 352425 h 691397"/>
                <a:gd name="connsiteX1" fmla="*/ 440909 w 1012409"/>
                <a:gd name="connsiteY1" fmla="*/ 0 h 691397"/>
                <a:gd name="connsiteX2" fmla="*/ 1012409 w 1012409"/>
                <a:gd name="connsiteY2" fmla="*/ 138947 h 691397"/>
                <a:gd name="connsiteX3" fmla="*/ 257175 w 1012409"/>
                <a:gd name="connsiteY3" fmla="*/ 691397 h 691397"/>
                <a:gd name="connsiteX4" fmla="*/ 0 w 1012409"/>
                <a:gd name="connsiteY4" fmla="*/ 352425 h 691397"/>
                <a:gd name="connsiteX0" fmla="*/ 0 w 1012409"/>
                <a:gd name="connsiteY0" fmla="*/ 352425 h 691397"/>
                <a:gd name="connsiteX1" fmla="*/ 440909 w 1012409"/>
                <a:gd name="connsiteY1" fmla="*/ 0 h 691397"/>
                <a:gd name="connsiteX2" fmla="*/ 1012409 w 1012409"/>
                <a:gd name="connsiteY2" fmla="*/ 138947 h 691397"/>
                <a:gd name="connsiteX3" fmla="*/ 257175 w 1012409"/>
                <a:gd name="connsiteY3" fmla="*/ 691397 h 691397"/>
                <a:gd name="connsiteX4" fmla="*/ 0 w 1012409"/>
                <a:gd name="connsiteY4" fmla="*/ 352425 h 691397"/>
                <a:gd name="connsiteX0" fmla="*/ 0 w 1012409"/>
                <a:gd name="connsiteY0" fmla="*/ 352425 h 691397"/>
                <a:gd name="connsiteX1" fmla="*/ 440909 w 1012409"/>
                <a:gd name="connsiteY1" fmla="*/ 0 h 691397"/>
                <a:gd name="connsiteX2" fmla="*/ 1012409 w 1012409"/>
                <a:gd name="connsiteY2" fmla="*/ 138947 h 691397"/>
                <a:gd name="connsiteX3" fmla="*/ 257175 w 1012409"/>
                <a:gd name="connsiteY3" fmla="*/ 691397 h 691397"/>
                <a:gd name="connsiteX4" fmla="*/ 0 w 1012409"/>
                <a:gd name="connsiteY4" fmla="*/ 352425 h 691397"/>
                <a:gd name="connsiteX0" fmla="*/ 0 w 1012409"/>
                <a:gd name="connsiteY0" fmla="*/ 352425 h 691397"/>
                <a:gd name="connsiteX1" fmla="*/ 440909 w 1012409"/>
                <a:gd name="connsiteY1" fmla="*/ 0 h 691397"/>
                <a:gd name="connsiteX2" fmla="*/ 1012409 w 1012409"/>
                <a:gd name="connsiteY2" fmla="*/ 138947 h 691397"/>
                <a:gd name="connsiteX3" fmla="*/ 257175 w 1012409"/>
                <a:gd name="connsiteY3" fmla="*/ 691397 h 691397"/>
                <a:gd name="connsiteX4" fmla="*/ 0 w 1012409"/>
                <a:gd name="connsiteY4" fmla="*/ 352425 h 691397"/>
                <a:gd name="connsiteX0" fmla="*/ 0 w 1012409"/>
                <a:gd name="connsiteY0" fmla="*/ 352425 h 691397"/>
                <a:gd name="connsiteX1" fmla="*/ 440909 w 1012409"/>
                <a:gd name="connsiteY1" fmla="*/ 0 h 691397"/>
                <a:gd name="connsiteX2" fmla="*/ 1012409 w 1012409"/>
                <a:gd name="connsiteY2" fmla="*/ 138947 h 691397"/>
                <a:gd name="connsiteX3" fmla="*/ 257175 w 1012409"/>
                <a:gd name="connsiteY3" fmla="*/ 691397 h 691397"/>
                <a:gd name="connsiteX4" fmla="*/ 0 w 1012409"/>
                <a:gd name="connsiteY4" fmla="*/ 352425 h 691397"/>
                <a:gd name="connsiteX0" fmla="*/ 0 w 1012409"/>
                <a:gd name="connsiteY0" fmla="*/ 352425 h 691397"/>
                <a:gd name="connsiteX1" fmla="*/ 440909 w 1012409"/>
                <a:gd name="connsiteY1" fmla="*/ 0 h 691397"/>
                <a:gd name="connsiteX2" fmla="*/ 1012409 w 1012409"/>
                <a:gd name="connsiteY2" fmla="*/ 138947 h 691397"/>
                <a:gd name="connsiteX3" fmla="*/ 257175 w 1012409"/>
                <a:gd name="connsiteY3" fmla="*/ 691397 h 691397"/>
                <a:gd name="connsiteX4" fmla="*/ 0 w 1012409"/>
                <a:gd name="connsiteY4" fmla="*/ 352425 h 691397"/>
                <a:gd name="connsiteX0" fmla="*/ 0 w 1082259"/>
                <a:gd name="connsiteY0" fmla="*/ 361718 h 700690"/>
                <a:gd name="connsiteX1" fmla="*/ 440909 w 1082259"/>
                <a:gd name="connsiteY1" fmla="*/ 9293 h 700690"/>
                <a:gd name="connsiteX2" fmla="*/ 1082259 w 1082259"/>
                <a:gd name="connsiteY2" fmla="*/ 72040 h 700690"/>
                <a:gd name="connsiteX3" fmla="*/ 257175 w 1082259"/>
                <a:gd name="connsiteY3" fmla="*/ 700690 h 700690"/>
                <a:gd name="connsiteX4" fmla="*/ 0 w 1082259"/>
                <a:gd name="connsiteY4" fmla="*/ 361718 h 700690"/>
                <a:gd name="connsiteX0" fmla="*/ 0 w 1082259"/>
                <a:gd name="connsiteY0" fmla="*/ 354238 h 693210"/>
                <a:gd name="connsiteX1" fmla="*/ 440909 w 1082259"/>
                <a:gd name="connsiteY1" fmla="*/ 1813 h 693210"/>
                <a:gd name="connsiteX2" fmla="*/ 1082259 w 1082259"/>
                <a:gd name="connsiteY2" fmla="*/ 64560 h 693210"/>
                <a:gd name="connsiteX3" fmla="*/ 257175 w 1082259"/>
                <a:gd name="connsiteY3" fmla="*/ 693210 h 693210"/>
                <a:gd name="connsiteX4" fmla="*/ 0 w 1082259"/>
                <a:gd name="connsiteY4" fmla="*/ 354238 h 693210"/>
                <a:gd name="connsiteX0" fmla="*/ 0 w 1082259"/>
                <a:gd name="connsiteY0" fmla="*/ 353338 h 692310"/>
                <a:gd name="connsiteX1" fmla="*/ 440909 w 1082259"/>
                <a:gd name="connsiteY1" fmla="*/ 913 h 692310"/>
                <a:gd name="connsiteX2" fmla="*/ 1082259 w 1082259"/>
                <a:gd name="connsiteY2" fmla="*/ 63660 h 692310"/>
                <a:gd name="connsiteX3" fmla="*/ 257175 w 1082259"/>
                <a:gd name="connsiteY3" fmla="*/ 692310 h 692310"/>
                <a:gd name="connsiteX4" fmla="*/ 0 w 1082259"/>
                <a:gd name="connsiteY4" fmla="*/ 353338 h 692310"/>
                <a:gd name="connsiteX0" fmla="*/ 0 w 1082259"/>
                <a:gd name="connsiteY0" fmla="*/ 352509 h 691481"/>
                <a:gd name="connsiteX1" fmla="*/ 440909 w 1082259"/>
                <a:gd name="connsiteY1" fmla="*/ 84 h 691481"/>
                <a:gd name="connsiteX2" fmla="*/ 1082259 w 1082259"/>
                <a:gd name="connsiteY2" fmla="*/ 62831 h 691481"/>
                <a:gd name="connsiteX3" fmla="*/ 257175 w 1082259"/>
                <a:gd name="connsiteY3" fmla="*/ 691481 h 691481"/>
                <a:gd name="connsiteX4" fmla="*/ 0 w 1082259"/>
                <a:gd name="connsiteY4" fmla="*/ 352509 h 691481"/>
                <a:gd name="connsiteX0" fmla="*/ 0 w 1082259"/>
                <a:gd name="connsiteY0" fmla="*/ 352425 h 691397"/>
                <a:gd name="connsiteX1" fmla="*/ 440909 w 1082259"/>
                <a:gd name="connsiteY1" fmla="*/ 0 h 691397"/>
                <a:gd name="connsiteX2" fmla="*/ 1082259 w 1082259"/>
                <a:gd name="connsiteY2" fmla="*/ 62747 h 691397"/>
                <a:gd name="connsiteX3" fmla="*/ 257175 w 1082259"/>
                <a:gd name="connsiteY3" fmla="*/ 691397 h 691397"/>
                <a:gd name="connsiteX4" fmla="*/ 0 w 1082259"/>
                <a:gd name="connsiteY4" fmla="*/ 352425 h 691397"/>
                <a:gd name="connsiteX0" fmla="*/ 0 w 1082259"/>
                <a:gd name="connsiteY0" fmla="*/ 352425 h 691397"/>
                <a:gd name="connsiteX1" fmla="*/ 440909 w 1082259"/>
                <a:gd name="connsiteY1" fmla="*/ 0 h 691397"/>
                <a:gd name="connsiteX2" fmla="*/ 1082259 w 1082259"/>
                <a:gd name="connsiteY2" fmla="*/ 62747 h 691397"/>
                <a:gd name="connsiteX3" fmla="*/ 257175 w 1082259"/>
                <a:gd name="connsiteY3" fmla="*/ 691397 h 691397"/>
                <a:gd name="connsiteX4" fmla="*/ 0 w 1082259"/>
                <a:gd name="connsiteY4" fmla="*/ 352425 h 691397"/>
                <a:gd name="connsiteX0" fmla="*/ 0 w 1082259"/>
                <a:gd name="connsiteY0" fmla="*/ 352425 h 691397"/>
                <a:gd name="connsiteX1" fmla="*/ 440909 w 1082259"/>
                <a:gd name="connsiteY1" fmla="*/ 0 h 691397"/>
                <a:gd name="connsiteX2" fmla="*/ 1082259 w 1082259"/>
                <a:gd name="connsiteY2" fmla="*/ 53222 h 691397"/>
                <a:gd name="connsiteX3" fmla="*/ 257175 w 1082259"/>
                <a:gd name="connsiteY3" fmla="*/ 691397 h 691397"/>
                <a:gd name="connsiteX4" fmla="*/ 0 w 1082259"/>
                <a:gd name="connsiteY4" fmla="*/ 352425 h 691397"/>
                <a:gd name="connsiteX0" fmla="*/ 0 w 1082259"/>
                <a:gd name="connsiteY0" fmla="*/ 352425 h 691397"/>
                <a:gd name="connsiteX1" fmla="*/ 440909 w 1082259"/>
                <a:gd name="connsiteY1" fmla="*/ 0 h 691397"/>
                <a:gd name="connsiteX2" fmla="*/ 1082259 w 1082259"/>
                <a:gd name="connsiteY2" fmla="*/ 53222 h 691397"/>
                <a:gd name="connsiteX3" fmla="*/ 257175 w 1082259"/>
                <a:gd name="connsiteY3" fmla="*/ 691397 h 691397"/>
                <a:gd name="connsiteX4" fmla="*/ 0 w 1082259"/>
                <a:gd name="connsiteY4" fmla="*/ 352425 h 691397"/>
                <a:gd name="connsiteX0" fmla="*/ 0 w 1082259"/>
                <a:gd name="connsiteY0" fmla="*/ 346075 h 685047"/>
                <a:gd name="connsiteX1" fmla="*/ 437734 w 1082259"/>
                <a:gd name="connsiteY1" fmla="*/ 0 h 685047"/>
                <a:gd name="connsiteX2" fmla="*/ 1082259 w 1082259"/>
                <a:gd name="connsiteY2" fmla="*/ 46872 h 685047"/>
                <a:gd name="connsiteX3" fmla="*/ 257175 w 1082259"/>
                <a:gd name="connsiteY3" fmla="*/ 685047 h 685047"/>
                <a:gd name="connsiteX4" fmla="*/ 0 w 1082259"/>
                <a:gd name="connsiteY4" fmla="*/ 346075 h 685047"/>
                <a:gd name="connsiteX0" fmla="*/ 0 w 1117184"/>
                <a:gd name="connsiteY0" fmla="*/ 292100 h 685047"/>
                <a:gd name="connsiteX1" fmla="*/ 472659 w 1117184"/>
                <a:gd name="connsiteY1" fmla="*/ 0 h 685047"/>
                <a:gd name="connsiteX2" fmla="*/ 1117184 w 1117184"/>
                <a:gd name="connsiteY2" fmla="*/ 46872 h 685047"/>
                <a:gd name="connsiteX3" fmla="*/ 292100 w 1117184"/>
                <a:gd name="connsiteY3" fmla="*/ 685047 h 685047"/>
                <a:gd name="connsiteX4" fmla="*/ 0 w 1117184"/>
                <a:gd name="connsiteY4" fmla="*/ 292100 h 685047"/>
                <a:gd name="connsiteX0" fmla="*/ 0 w 1117184"/>
                <a:gd name="connsiteY0" fmla="*/ 292100 h 685047"/>
                <a:gd name="connsiteX1" fmla="*/ 472659 w 1117184"/>
                <a:gd name="connsiteY1" fmla="*/ 0 h 685047"/>
                <a:gd name="connsiteX2" fmla="*/ 1117184 w 1117184"/>
                <a:gd name="connsiteY2" fmla="*/ 46872 h 685047"/>
                <a:gd name="connsiteX3" fmla="*/ 292100 w 1117184"/>
                <a:gd name="connsiteY3" fmla="*/ 685047 h 685047"/>
                <a:gd name="connsiteX4" fmla="*/ 0 w 1117184"/>
                <a:gd name="connsiteY4" fmla="*/ 292100 h 685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184" h="685047">
                  <a:moveTo>
                    <a:pt x="0" y="292100"/>
                  </a:moveTo>
                  <a:cubicBezTo>
                    <a:pt x="280320" y="193675"/>
                    <a:pt x="325689" y="117475"/>
                    <a:pt x="472659" y="0"/>
                  </a:cubicBezTo>
                  <a:cubicBezTo>
                    <a:pt x="607370" y="19102"/>
                    <a:pt x="729834" y="-13958"/>
                    <a:pt x="1117184" y="46872"/>
                  </a:cubicBezTo>
                  <a:cubicBezTo>
                    <a:pt x="865439" y="231022"/>
                    <a:pt x="791495" y="462797"/>
                    <a:pt x="292100" y="685047"/>
                  </a:cubicBezTo>
                  <a:lnTo>
                    <a:pt x="0" y="292100"/>
                  </a:ln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Arc 42">
              <a:extLst>
                <a:ext uri="{FF2B5EF4-FFF2-40B4-BE49-F238E27FC236}">
                  <a16:creationId xmlns:a16="http://schemas.microsoft.com/office/drawing/2014/main" id="{AE6859D0-3531-A01E-BE66-C5D54E4EE7D4}"/>
                </a:ext>
              </a:extLst>
            </p:cNvPr>
            <p:cNvSpPr/>
            <p:nvPr/>
          </p:nvSpPr>
          <p:spPr>
            <a:xfrm rot="13911681">
              <a:off x="9787352" y="2185154"/>
              <a:ext cx="973905" cy="931295"/>
            </a:xfrm>
            <a:prstGeom prst="arc">
              <a:avLst>
                <a:gd name="adj1" fmla="val 15301149"/>
                <a:gd name="adj2" fmla="val 0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Oval 4">
              <a:extLst>
                <a:ext uri="{FF2B5EF4-FFF2-40B4-BE49-F238E27FC236}">
                  <a16:creationId xmlns:a16="http://schemas.microsoft.com/office/drawing/2014/main" id="{E317804B-72BF-46BA-1989-F0E942A5E6D0}"/>
                </a:ext>
              </a:extLst>
            </p:cNvPr>
            <p:cNvSpPr/>
            <p:nvPr/>
          </p:nvSpPr>
          <p:spPr>
            <a:xfrm rot="15421402" flipH="1" flipV="1">
              <a:off x="3220488" y="2116246"/>
              <a:ext cx="1376407" cy="2265581"/>
            </a:xfrm>
            <a:custGeom>
              <a:avLst/>
              <a:gdLst>
                <a:gd name="connsiteX0" fmla="*/ 0 w 1704956"/>
                <a:gd name="connsiteY0" fmla="*/ 407919 h 815837"/>
                <a:gd name="connsiteX1" fmla="*/ 852478 w 1704956"/>
                <a:gd name="connsiteY1" fmla="*/ 0 h 815837"/>
                <a:gd name="connsiteX2" fmla="*/ 1704956 w 1704956"/>
                <a:gd name="connsiteY2" fmla="*/ 407919 h 815837"/>
                <a:gd name="connsiteX3" fmla="*/ 852478 w 1704956"/>
                <a:gd name="connsiteY3" fmla="*/ 815838 h 815837"/>
                <a:gd name="connsiteX4" fmla="*/ 0 w 1704956"/>
                <a:gd name="connsiteY4" fmla="*/ 407919 h 815837"/>
                <a:gd name="connsiteX0" fmla="*/ 324 w 1705280"/>
                <a:gd name="connsiteY0" fmla="*/ 407919 h 815838"/>
                <a:gd name="connsiteX1" fmla="*/ 852802 w 1705280"/>
                <a:gd name="connsiteY1" fmla="*/ 0 h 815838"/>
                <a:gd name="connsiteX2" fmla="*/ 1705280 w 1705280"/>
                <a:gd name="connsiteY2" fmla="*/ 407919 h 815838"/>
                <a:gd name="connsiteX3" fmla="*/ 852802 w 1705280"/>
                <a:gd name="connsiteY3" fmla="*/ 815838 h 815838"/>
                <a:gd name="connsiteX4" fmla="*/ 324 w 1705280"/>
                <a:gd name="connsiteY4" fmla="*/ 407919 h 815838"/>
                <a:gd name="connsiteX0" fmla="*/ 0 w 1704956"/>
                <a:gd name="connsiteY0" fmla="*/ 407919 h 815838"/>
                <a:gd name="connsiteX1" fmla="*/ 852478 w 1704956"/>
                <a:gd name="connsiteY1" fmla="*/ 0 h 815838"/>
                <a:gd name="connsiteX2" fmla="*/ 1704956 w 1704956"/>
                <a:gd name="connsiteY2" fmla="*/ 407919 h 815838"/>
                <a:gd name="connsiteX3" fmla="*/ 852478 w 1704956"/>
                <a:gd name="connsiteY3" fmla="*/ 815838 h 815838"/>
                <a:gd name="connsiteX4" fmla="*/ 0 w 1704956"/>
                <a:gd name="connsiteY4" fmla="*/ 407919 h 815838"/>
                <a:gd name="connsiteX0" fmla="*/ 0 w 1704956"/>
                <a:gd name="connsiteY0" fmla="*/ 407919 h 818785"/>
                <a:gd name="connsiteX1" fmla="*/ 852478 w 1704956"/>
                <a:gd name="connsiteY1" fmla="*/ 0 h 818785"/>
                <a:gd name="connsiteX2" fmla="*/ 1704956 w 1704956"/>
                <a:gd name="connsiteY2" fmla="*/ 407919 h 818785"/>
                <a:gd name="connsiteX3" fmla="*/ 852478 w 1704956"/>
                <a:gd name="connsiteY3" fmla="*/ 815838 h 818785"/>
                <a:gd name="connsiteX4" fmla="*/ 0 w 1704956"/>
                <a:gd name="connsiteY4" fmla="*/ 407919 h 818785"/>
                <a:gd name="connsiteX0" fmla="*/ 0 w 1788498"/>
                <a:gd name="connsiteY0" fmla="*/ 407919 h 818893"/>
                <a:gd name="connsiteX1" fmla="*/ 852478 w 1788498"/>
                <a:gd name="connsiteY1" fmla="*/ 0 h 818893"/>
                <a:gd name="connsiteX2" fmla="*/ 1704956 w 1788498"/>
                <a:gd name="connsiteY2" fmla="*/ 407919 h 818893"/>
                <a:gd name="connsiteX3" fmla="*/ 852478 w 1788498"/>
                <a:gd name="connsiteY3" fmla="*/ 815838 h 818893"/>
                <a:gd name="connsiteX4" fmla="*/ 0 w 1788498"/>
                <a:gd name="connsiteY4" fmla="*/ 407919 h 818893"/>
                <a:gd name="connsiteX0" fmla="*/ 0 w 1858201"/>
                <a:gd name="connsiteY0" fmla="*/ 408129 h 816335"/>
                <a:gd name="connsiteX1" fmla="*/ 852478 w 1858201"/>
                <a:gd name="connsiteY1" fmla="*/ 210 h 816335"/>
                <a:gd name="connsiteX2" fmla="*/ 1813248 w 1858201"/>
                <a:gd name="connsiteY2" fmla="*/ 452654 h 816335"/>
                <a:gd name="connsiteX3" fmla="*/ 852478 w 1858201"/>
                <a:gd name="connsiteY3" fmla="*/ 816048 h 816335"/>
                <a:gd name="connsiteX4" fmla="*/ 0 w 1858201"/>
                <a:gd name="connsiteY4" fmla="*/ 408129 h 816335"/>
                <a:gd name="connsiteX0" fmla="*/ 0 w 1872533"/>
                <a:gd name="connsiteY0" fmla="*/ 408129 h 816274"/>
                <a:gd name="connsiteX1" fmla="*/ 852478 w 1872533"/>
                <a:gd name="connsiteY1" fmla="*/ 210 h 816274"/>
                <a:gd name="connsiteX2" fmla="*/ 1813248 w 1872533"/>
                <a:gd name="connsiteY2" fmla="*/ 452654 h 816274"/>
                <a:gd name="connsiteX3" fmla="*/ 852478 w 1872533"/>
                <a:gd name="connsiteY3" fmla="*/ 816048 h 816274"/>
                <a:gd name="connsiteX4" fmla="*/ 0 w 1872533"/>
                <a:gd name="connsiteY4" fmla="*/ 408129 h 816274"/>
                <a:gd name="connsiteX0" fmla="*/ 0 w 1887030"/>
                <a:gd name="connsiteY0" fmla="*/ 408129 h 819976"/>
                <a:gd name="connsiteX1" fmla="*/ 852478 w 1887030"/>
                <a:gd name="connsiteY1" fmla="*/ 210 h 819976"/>
                <a:gd name="connsiteX2" fmla="*/ 1813248 w 1887030"/>
                <a:gd name="connsiteY2" fmla="*/ 452654 h 819976"/>
                <a:gd name="connsiteX3" fmla="*/ 852478 w 1887030"/>
                <a:gd name="connsiteY3" fmla="*/ 816048 h 819976"/>
                <a:gd name="connsiteX4" fmla="*/ 0 w 1887030"/>
                <a:gd name="connsiteY4" fmla="*/ 408129 h 819976"/>
                <a:gd name="connsiteX0" fmla="*/ 0 w 959038"/>
                <a:gd name="connsiteY0" fmla="*/ 419258 h 838516"/>
                <a:gd name="connsiteX1" fmla="*/ 852478 w 959038"/>
                <a:gd name="connsiteY1" fmla="*/ 11339 h 838516"/>
                <a:gd name="connsiteX2" fmla="*/ 852478 w 959038"/>
                <a:gd name="connsiteY2" fmla="*/ 827177 h 838516"/>
                <a:gd name="connsiteX3" fmla="*/ 0 w 959038"/>
                <a:gd name="connsiteY3" fmla="*/ 419258 h 83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9038" h="838516">
                  <a:moveTo>
                    <a:pt x="0" y="419258"/>
                  </a:moveTo>
                  <a:cubicBezTo>
                    <a:pt x="0" y="193971"/>
                    <a:pt x="710398" y="-56648"/>
                    <a:pt x="852478" y="11339"/>
                  </a:cubicBezTo>
                  <a:cubicBezTo>
                    <a:pt x="994558" y="79326"/>
                    <a:pt x="994558" y="759190"/>
                    <a:pt x="852478" y="827177"/>
                  </a:cubicBezTo>
                  <a:cubicBezTo>
                    <a:pt x="710398" y="895164"/>
                    <a:pt x="0" y="644545"/>
                    <a:pt x="0" y="419258"/>
                  </a:cubicBezTo>
                  <a:close/>
                </a:path>
              </a:pathLst>
            </a:custGeom>
            <a:solidFill>
              <a:srgbClr val="4472C4">
                <a:lumMod val="20000"/>
                <a:lumOff val="80000"/>
              </a:srgb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Oval 4">
              <a:extLst>
                <a:ext uri="{FF2B5EF4-FFF2-40B4-BE49-F238E27FC236}">
                  <a16:creationId xmlns:a16="http://schemas.microsoft.com/office/drawing/2014/main" id="{ACE3D7B5-F566-00EA-B28A-E680C0DAB1C1}"/>
                </a:ext>
              </a:extLst>
            </p:cNvPr>
            <p:cNvSpPr/>
            <p:nvPr/>
          </p:nvSpPr>
          <p:spPr>
            <a:xfrm rot="15421402" flipH="1" flipV="1">
              <a:off x="3983544" y="2748207"/>
              <a:ext cx="706134" cy="1162305"/>
            </a:xfrm>
            <a:custGeom>
              <a:avLst/>
              <a:gdLst>
                <a:gd name="connsiteX0" fmla="*/ 0 w 1704956"/>
                <a:gd name="connsiteY0" fmla="*/ 407919 h 815837"/>
                <a:gd name="connsiteX1" fmla="*/ 852478 w 1704956"/>
                <a:gd name="connsiteY1" fmla="*/ 0 h 815837"/>
                <a:gd name="connsiteX2" fmla="*/ 1704956 w 1704956"/>
                <a:gd name="connsiteY2" fmla="*/ 407919 h 815837"/>
                <a:gd name="connsiteX3" fmla="*/ 852478 w 1704956"/>
                <a:gd name="connsiteY3" fmla="*/ 815838 h 815837"/>
                <a:gd name="connsiteX4" fmla="*/ 0 w 1704956"/>
                <a:gd name="connsiteY4" fmla="*/ 407919 h 815837"/>
                <a:gd name="connsiteX0" fmla="*/ 324 w 1705280"/>
                <a:gd name="connsiteY0" fmla="*/ 407919 h 815838"/>
                <a:gd name="connsiteX1" fmla="*/ 852802 w 1705280"/>
                <a:gd name="connsiteY1" fmla="*/ 0 h 815838"/>
                <a:gd name="connsiteX2" fmla="*/ 1705280 w 1705280"/>
                <a:gd name="connsiteY2" fmla="*/ 407919 h 815838"/>
                <a:gd name="connsiteX3" fmla="*/ 852802 w 1705280"/>
                <a:gd name="connsiteY3" fmla="*/ 815838 h 815838"/>
                <a:gd name="connsiteX4" fmla="*/ 324 w 1705280"/>
                <a:gd name="connsiteY4" fmla="*/ 407919 h 815838"/>
                <a:gd name="connsiteX0" fmla="*/ 0 w 1704956"/>
                <a:gd name="connsiteY0" fmla="*/ 407919 h 815838"/>
                <a:gd name="connsiteX1" fmla="*/ 852478 w 1704956"/>
                <a:gd name="connsiteY1" fmla="*/ 0 h 815838"/>
                <a:gd name="connsiteX2" fmla="*/ 1704956 w 1704956"/>
                <a:gd name="connsiteY2" fmla="*/ 407919 h 815838"/>
                <a:gd name="connsiteX3" fmla="*/ 852478 w 1704956"/>
                <a:gd name="connsiteY3" fmla="*/ 815838 h 815838"/>
                <a:gd name="connsiteX4" fmla="*/ 0 w 1704956"/>
                <a:gd name="connsiteY4" fmla="*/ 407919 h 815838"/>
                <a:gd name="connsiteX0" fmla="*/ 0 w 1704956"/>
                <a:gd name="connsiteY0" fmla="*/ 407919 h 818785"/>
                <a:gd name="connsiteX1" fmla="*/ 852478 w 1704956"/>
                <a:gd name="connsiteY1" fmla="*/ 0 h 818785"/>
                <a:gd name="connsiteX2" fmla="*/ 1704956 w 1704956"/>
                <a:gd name="connsiteY2" fmla="*/ 407919 h 818785"/>
                <a:gd name="connsiteX3" fmla="*/ 852478 w 1704956"/>
                <a:gd name="connsiteY3" fmla="*/ 815838 h 818785"/>
                <a:gd name="connsiteX4" fmla="*/ 0 w 1704956"/>
                <a:gd name="connsiteY4" fmla="*/ 407919 h 818785"/>
                <a:gd name="connsiteX0" fmla="*/ 0 w 1788498"/>
                <a:gd name="connsiteY0" fmla="*/ 407919 h 818893"/>
                <a:gd name="connsiteX1" fmla="*/ 852478 w 1788498"/>
                <a:gd name="connsiteY1" fmla="*/ 0 h 818893"/>
                <a:gd name="connsiteX2" fmla="*/ 1704956 w 1788498"/>
                <a:gd name="connsiteY2" fmla="*/ 407919 h 818893"/>
                <a:gd name="connsiteX3" fmla="*/ 852478 w 1788498"/>
                <a:gd name="connsiteY3" fmla="*/ 815838 h 818893"/>
                <a:gd name="connsiteX4" fmla="*/ 0 w 1788498"/>
                <a:gd name="connsiteY4" fmla="*/ 407919 h 818893"/>
                <a:gd name="connsiteX0" fmla="*/ 0 w 1858201"/>
                <a:gd name="connsiteY0" fmla="*/ 408129 h 816335"/>
                <a:gd name="connsiteX1" fmla="*/ 852478 w 1858201"/>
                <a:gd name="connsiteY1" fmla="*/ 210 h 816335"/>
                <a:gd name="connsiteX2" fmla="*/ 1813248 w 1858201"/>
                <a:gd name="connsiteY2" fmla="*/ 452654 h 816335"/>
                <a:gd name="connsiteX3" fmla="*/ 852478 w 1858201"/>
                <a:gd name="connsiteY3" fmla="*/ 816048 h 816335"/>
                <a:gd name="connsiteX4" fmla="*/ 0 w 1858201"/>
                <a:gd name="connsiteY4" fmla="*/ 408129 h 816335"/>
                <a:gd name="connsiteX0" fmla="*/ 0 w 1872533"/>
                <a:gd name="connsiteY0" fmla="*/ 408129 h 816274"/>
                <a:gd name="connsiteX1" fmla="*/ 852478 w 1872533"/>
                <a:gd name="connsiteY1" fmla="*/ 210 h 816274"/>
                <a:gd name="connsiteX2" fmla="*/ 1813248 w 1872533"/>
                <a:gd name="connsiteY2" fmla="*/ 452654 h 816274"/>
                <a:gd name="connsiteX3" fmla="*/ 852478 w 1872533"/>
                <a:gd name="connsiteY3" fmla="*/ 816048 h 816274"/>
                <a:gd name="connsiteX4" fmla="*/ 0 w 1872533"/>
                <a:gd name="connsiteY4" fmla="*/ 408129 h 816274"/>
                <a:gd name="connsiteX0" fmla="*/ 0 w 1887030"/>
                <a:gd name="connsiteY0" fmla="*/ 408129 h 819976"/>
                <a:gd name="connsiteX1" fmla="*/ 852478 w 1887030"/>
                <a:gd name="connsiteY1" fmla="*/ 210 h 819976"/>
                <a:gd name="connsiteX2" fmla="*/ 1813248 w 1887030"/>
                <a:gd name="connsiteY2" fmla="*/ 452654 h 819976"/>
                <a:gd name="connsiteX3" fmla="*/ 852478 w 1887030"/>
                <a:gd name="connsiteY3" fmla="*/ 816048 h 819976"/>
                <a:gd name="connsiteX4" fmla="*/ 0 w 1887030"/>
                <a:gd name="connsiteY4" fmla="*/ 408129 h 819976"/>
                <a:gd name="connsiteX0" fmla="*/ 0 w 959038"/>
                <a:gd name="connsiteY0" fmla="*/ 419258 h 838516"/>
                <a:gd name="connsiteX1" fmla="*/ 852478 w 959038"/>
                <a:gd name="connsiteY1" fmla="*/ 11339 h 838516"/>
                <a:gd name="connsiteX2" fmla="*/ 852478 w 959038"/>
                <a:gd name="connsiteY2" fmla="*/ 827177 h 838516"/>
                <a:gd name="connsiteX3" fmla="*/ 0 w 959038"/>
                <a:gd name="connsiteY3" fmla="*/ 419258 h 83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9038" h="838516">
                  <a:moveTo>
                    <a:pt x="0" y="419258"/>
                  </a:moveTo>
                  <a:cubicBezTo>
                    <a:pt x="0" y="193971"/>
                    <a:pt x="710398" y="-56648"/>
                    <a:pt x="852478" y="11339"/>
                  </a:cubicBezTo>
                  <a:cubicBezTo>
                    <a:pt x="994558" y="79326"/>
                    <a:pt x="994558" y="759190"/>
                    <a:pt x="852478" y="827177"/>
                  </a:cubicBezTo>
                  <a:cubicBezTo>
                    <a:pt x="710398" y="895164"/>
                    <a:pt x="0" y="644545"/>
                    <a:pt x="0" y="419258"/>
                  </a:cubicBezTo>
                  <a:close/>
                </a:path>
              </a:pathLst>
            </a:custGeom>
            <a:gradFill>
              <a:gsLst>
                <a:gs pos="100000">
                  <a:srgbClr val="4472C4">
                    <a:lumMod val="5000"/>
                    <a:lumOff val="95000"/>
                  </a:srgbClr>
                </a:gs>
                <a:gs pos="32000">
                  <a:srgbClr val="4472C4">
                    <a:lumMod val="20000"/>
                    <a:lumOff val="80000"/>
                  </a:srgbClr>
                </a:gs>
              </a:gsLst>
              <a:lin ang="1200000" scaled="0"/>
            </a:gradFill>
            <a:ln w="38100" cap="flat" cmpd="sng" algn="ctr">
              <a:noFill/>
              <a:prstDash val="solid"/>
              <a:miter lim="800000"/>
            </a:ln>
            <a:effectLst>
              <a:softEdge rad="6350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Oval 4">
              <a:extLst>
                <a:ext uri="{FF2B5EF4-FFF2-40B4-BE49-F238E27FC236}">
                  <a16:creationId xmlns:a16="http://schemas.microsoft.com/office/drawing/2014/main" id="{E899E90F-590F-D06B-8D25-CA7D5002A038}"/>
                </a:ext>
              </a:extLst>
            </p:cNvPr>
            <p:cNvSpPr/>
            <p:nvPr/>
          </p:nvSpPr>
          <p:spPr>
            <a:xfrm rot="13544545" flipV="1">
              <a:off x="5223904" y="4085256"/>
              <a:ext cx="706134" cy="2821469"/>
            </a:xfrm>
            <a:custGeom>
              <a:avLst/>
              <a:gdLst>
                <a:gd name="connsiteX0" fmla="*/ 0 w 1704956"/>
                <a:gd name="connsiteY0" fmla="*/ 407919 h 815837"/>
                <a:gd name="connsiteX1" fmla="*/ 852478 w 1704956"/>
                <a:gd name="connsiteY1" fmla="*/ 0 h 815837"/>
                <a:gd name="connsiteX2" fmla="*/ 1704956 w 1704956"/>
                <a:gd name="connsiteY2" fmla="*/ 407919 h 815837"/>
                <a:gd name="connsiteX3" fmla="*/ 852478 w 1704956"/>
                <a:gd name="connsiteY3" fmla="*/ 815838 h 815837"/>
                <a:gd name="connsiteX4" fmla="*/ 0 w 1704956"/>
                <a:gd name="connsiteY4" fmla="*/ 407919 h 815837"/>
                <a:gd name="connsiteX0" fmla="*/ 324 w 1705280"/>
                <a:gd name="connsiteY0" fmla="*/ 407919 h 815838"/>
                <a:gd name="connsiteX1" fmla="*/ 852802 w 1705280"/>
                <a:gd name="connsiteY1" fmla="*/ 0 h 815838"/>
                <a:gd name="connsiteX2" fmla="*/ 1705280 w 1705280"/>
                <a:gd name="connsiteY2" fmla="*/ 407919 h 815838"/>
                <a:gd name="connsiteX3" fmla="*/ 852802 w 1705280"/>
                <a:gd name="connsiteY3" fmla="*/ 815838 h 815838"/>
                <a:gd name="connsiteX4" fmla="*/ 324 w 1705280"/>
                <a:gd name="connsiteY4" fmla="*/ 407919 h 815838"/>
                <a:gd name="connsiteX0" fmla="*/ 0 w 1704956"/>
                <a:gd name="connsiteY0" fmla="*/ 407919 h 815838"/>
                <a:gd name="connsiteX1" fmla="*/ 852478 w 1704956"/>
                <a:gd name="connsiteY1" fmla="*/ 0 h 815838"/>
                <a:gd name="connsiteX2" fmla="*/ 1704956 w 1704956"/>
                <a:gd name="connsiteY2" fmla="*/ 407919 h 815838"/>
                <a:gd name="connsiteX3" fmla="*/ 852478 w 1704956"/>
                <a:gd name="connsiteY3" fmla="*/ 815838 h 815838"/>
                <a:gd name="connsiteX4" fmla="*/ 0 w 1704956"/>
                <a:gd name="connsiteY4" fmla="*/ 407919 h 815838"/>
                <a:gd name="connsiteX0" fmla="*/ 0 w 1704956"/>
                <a:gd name="connsiteY0" fmla="*/ 407919 h 818785"/>
                <a:gd name="connsiteX1" fmla="*/ 852478 w 1704956"/>
                <a:gd name="connsiteY1" fmla="*/ 0 h 818785"/>
                <a:gd name="connsiteX2" fmla="*/ 1704956 w 1704956"/>
                <a:gd name="connsiteY2" fmla="*/ 407919 h 818785"/>
                <a:gd name="connsiteX3" fmla="*/ 852478 w 1704956"/>
                <a:gd name="connsiteY3" fmla="*/ 815838 h 818785"/>
                <a:gd name="connsiteX4" fmla="*/ 0 w 1704956"/>
                <a:gd name="connsiteY4" fmla="*/ 407919 h 818785"/>
                <a:gd name="connsiteX0" fmla="*/ 0 w 1788498"/>
                <a:gd name="connsiteY0" fmla="*/ 407919 h 818893"/>
                <a:gd name="connsiteX1" fmla="*/ 852478 w 1788498"/>
                <a:gd name="connsiteY1" fmla="*/ 0 h 818893"/>
                <a:gd name="connsiteX2" fmla="*/ 1704956 w 1788498"/>
                <a:gd name="connsiteY2" fmla="*/ 407919 h 818893"/>
                <a:gd name="connsiteX3" fmla="*/ 852478 w 1788498"/>
                <a:gd name="connsiteY3" fmla="*/ 815838 h 818893"/>
                <a:gd name="connsiteX4" fmla="*/ 0 w 1788498"/>
                <a:gd name="connsiteY4" fmla="*/ 407919 h 818893"/>
                <a:gd name="connsiteX0" fmla="*/ 0 w 1858201"/>
                <a:gd name="connsiteY0" fmla="*/ 408129 h 816335"/>
                <a:gd name="connsiteX1" fmla="*/ 852478 w 1858201"/>
                <a:gd name="connsiteY1" fmla="*/ 210 h 816335"/>
                <a:gd name="connsiteX2" fmla="*/ 1813248 w 1858201"/>
                <a:gd name="connsiteY2" fmla="*/ 452654 h 816335"/>
                <a:gd name="connsiteX3" fmla="*/ 852478 w 1858201"/>
                <a:gd name="connsiteY3" fmla="*/ 816048 h 816335"/>
                <a:gd name="connsiteX4" fmla="*/ 0 w 1858201"/>
                <a:gd name="connsiteY4" fmla="*/ 408129 h 816335"/>
                <a:gd name="connsiteX0" fmla="*/ 0 w 1872533"/>
                <a:gd name="connsiteY0" fmla="*/ 408129 h 816274"/>
                <a:gd name="connsiteX1" fmla="*/ 852478 w 1872533"/>
                <a:gd name="connsiteY1" fmla="*/ 210 h 816274"/>
                <a:gd name="connsiteX2" fmla="*/ 1813248 w 1872533"/>
                <a:gd name="connsiteY2" fmla="*/ 452654 h 816274"/>
                <a:gd name="connsiteX3" fmla="*/ 852478 w 1872533"/>
                <a:gd name="connsiteY3" fmla="*/ 816048 h 816274"/>
                <a:gd name="connsiteX4" fmla="*/ 0 w 1872533"/>
                <a:gd name="connsiteY4" fmla="*/ 408129 h 816274"/>
                <a:gd name="connsiteX0" fmla="*/ 0 w 1887030"/>
                <a:gd name="connsiteY0" fmla="*/ 408129 h 819976"/>
                <a:gd name="connsiteX1" fmla="*/ 852478 w 1887030"/>
                <a:gd name="connsiteY1" fmla="*/ 210 h 819976"/>
                <a:gd name="connsiteX2" fmla="*/ 1813248 w 1887030"/>
                <a:gd name="connsiteY2" fmla="*/ 452654 h 819976"/>
                <a:gd name="connsiteX3" fmla="*/ 852478 w 1887030"/>
                <a:gd name="connsiteY3" fmla="*/ 816048 h 819976"/>
                <a:gd name="connsiteX4" fmla="*/ 0 w 1887030"/>
                <a:gd name="connsiteY4" fmla="*/ 408129 h 819976"/>
                <a:gd name="connsiteX0" fmla="*/ 0 w 959038"/>
                <a:gd name="connsiteY0" fmla="*/ 419258 h 838516"/>
                <a:gd name="connsiteX1" fmla="*/ 852478 w 959038"/>
                <a:gd name="connsiteY1" fmla="*/ 11339 h 838516"/>
                <a:gd name="connsiteX2" fmla="*/ 852478 w 959038"/>
                <a:gd name="connsiteY2" fmla="*/ 827177 h 838516"/>
                <a:gd name="connsiteX3" fmla="*/ 0 w 959038"/>
                <a:gd name="connsiteY3" fmla="*/ 419258 h 83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9038" h="838516">
                  <a:moveTo>
                    <a:pt x="0" y="419258"/>
                  </a:moveTo>
                  <a:cubicBezTo>
                    <a:pt x="0" y="193971"/>
                    <a:pt x="710398" y="-56648"/>
                    <a:pt x="852478" y="11339"/>
                  </a:cubicBezTo>
                  <a:cubicBezTo>
                    <a:pt x="994558" y="79326"/>
                    <a:pt x="994558" y="759190"/>
                    <a:pt x="852478" y="827177"/>
                  </a:cubicBezTo>
                  <a:cubicBezTo>
                    <a:pt x="710398" y="895164"/>
                    <a:pt x="0" y="644545"/>
                    <a:pt x="0" y="419258"/>
                  </a:cubicBezTo>
                  <a:close/>
                </a:path>
              </a:pathLst>
            </a:custGeom>
            <a:gradFill>
              <a:gsLst>
                <a:gs pos="100000">
                  <a:srgbClr val="4472C4">
                    <a:lumMod val="5000"/>
                    <a:lumOff val="95000"/>
                  </a:srgbClr>
                </a:gs>
                <a:gs pos="32000">
                  <a:srgbClr val="4472C4">
                    <a:lumMod val="20000"/>
                    <a:lumOff val="80000"/>
                  </a:srgbClr>
                </a:gs>
              </a:gsLst>
              <a:lin ang="1200000" scaled="0"/>
            </a:gradFill>
            <a:ln w="38100" cap="flat" cmpd="sng" algn="ctr">
              <a:noFill/>
              <a:prstDash val="solid"/>
              <a:miter lim="800000"/>
            </a:ln>
            <a:effectLst>
              <a:softEdge rad="6350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Oval 4">
              <a:extLst>
                <a:ext uri="{FF2B5EF4-FFF2-40B4-BE49-F238E27FC236}">
                  <a16:creationId xmlns:a16="http://schemas.microsoft.com/office/drawing/2014/main" id="{6703EFC4-4008-2AE0-39CB-50A5D686ABFE}"/>
                </a:ext>
              </a:extLst>
            </p:cNvPr>
            <p:cNvSpPr/>
            <p:nvPr/>
          </p:nvSpPr>
          <p:spPr>
            <a:xfrm rot="4060593" flipV="1">
              <a:off x="5059218" y="1431785"/>
              <a:ext cx="706134" cy="1162305"/>
            </a:xfrm>
            <a:custGeom>
              <a:avLst/>
              <a:gdLst>
                <a:gd name="connsiteX0" fmla="*/ 0 w 1704956"/>
                <a:gd name="connsiteY0" fmla="*/ 407919 h 815837"/>
                <a:gd name="connsiteX1" fmla="*/ 852478 w 1704956"/>
                <a:gd name="connsiteY1" fmla="*/ 0 h 815837"/>
                <a:gd name="connsiteX2" fmla="*/ 1704956 w 1704956"/>
                <a:gd name="connsiteY2" fmla="*/ 407919 h 815837"/>
                <a:gd name="connsiteX3" fmla="*/ 852478 w 1704956"/>
                <a:gd name="connsiteY3" fmla="*/ 815838 h 815837"/>
                <a:gd name="connsiteX4" fmla="*/ 0 w 1704956"/>
                <a:gd name="connsiteY4" fmla="*/ 407919 h 815837"/>
                <a:gd name="connsiteX0" fmla="*/ 324 w 1705280"/>
                <a:gd name="connsiteY0" fmla="*/ 407919 h 815838"/>
                <a:gd name="connsiteX1" fmla="*/ 852802 w 1705280"/>
                <a:gd name="connsiteY1" fmla="*/ 0 h 815838"/>
                <a:gd name="connsiteX2" fmla="*/ 1705280 w 1705280"/>
                <a:gd name="connsiteY2" fmla="*/ 407919 h 815838"/>
                <a:gd name="connsiteX3" fmla="*/ 852802 w 1705280"/>
                <a:gd name="connsiteY3" fmla="*/ 815838 h 815838"/>
                <a:gd name="connsiteX4" fmla="*/ 324 w 1705280"/>
                <a:gd name="connsiteY4" fmla="*/ 407919 h 815838"/>
                <a:gd name="connsiteX0" fmla="*/ 0 w 1704956"/>
                <a:gd name="connsiteY0" fmla="*/ 407919 h 815838"/>
                <a:gd name="connsiteX1" fmla="*/ 852478 w 1704956"/>
                <a:gd name="connsiteY1" fmla="*/ 0 h 815838"/>
                <a:gd name="connsiteX2" fmla="*/ 1704956 w 1704956"/>
                <a:gd name="connsiteY2" fmla="*/ 407919 h 815838"/>
                <a:gd name="connsiteX3" fmla="*/ 852478 w 1704956"/>
                <a:gd name="connsiteY3" fmla="*/ 815838 h 815838"/>
                <a:gd name="connsiteX4" fmla="*/ 0 w 1704956"/>
                <a:gd name="connsiteY4" fmla="*/ 407919 h 815838"/>
                <a:gd name="connsiteX0" fmla="*/ 0 w 1704956"/>
                <a:gd name="connsiteY0" fmla="*/ 407919 h 818785"/>
                <a:gd name="connsiteX1" fmla="*/ 852478 w 1704956"/>
                <a:gd name="connsiteY1" fmla="*/ 0 h 818785"/>
                <a:gd name="connsiteX2" fmla="*/ 1704956 w 1704956"/>
                <a:gd name="connsiteY2" fmla="*/ 407919 h 818785"/>
                <a:gd name="connsiteX3" fmla="*/ 852478 w 1704956"/>
                <a:gd name="connsiteY3" fmla="*/ 815838 h 818785"/>
                <a:gd name="connsiteX4" fmla="*/ 0 w 1704956"/>
                <a:gd name="connsiteY4" fmla="*/ 407919 h 818785"/>
                <a:gd name="connsiteX0" fmla="*/ 0 w 1788498"/>
                <a:gd name="connsiteY0" fmla="*/ 407919 h 818893"/>
                <a:gd name="connsiteX1" fmla="*/ 852478 w 1788498"/>
                <a:gd name="connsiteY1" fmla="*/ 0 h 818893"/>
                <a:gd name="connsiteX2" fmla="*/ 1704956 w 1788498"/>
                <a:gd name="connsiteY2" fmla="*/ 407919 h 818893"/>
                <a:gd name="connsiteX3" fmla="*/ 852478 w 1788498"/>
                <a:gd name="connsiteY3" fmla="*/ 815838 h 818893"/>
                <a:gd name="connsiteX4" fmla="*/ 0 w 1788498"/>
                <a:gd name="connsiteY4" fmla="*/ 407919 h 818893"/>
                <a:gd name="connsiteX0" fmla="*/ 0 w 1858201"/>
                <a:gd name="connsiteY0" fmla="*/ 408129 h 816335"/>
                <a:gd name="connsiteX1" fmla="*/ 852478 w 1858201"/>
                <a:gd name="connsiteY1" fmla="*/ 210 h 816335"/>
                <a:gd name="connsiteX2" fmla="*/ 1813248 w 1858201"/>
                <a:gd name="connsiteY2" fmla="*/ 452654 h 816335"/>
                <a:gd name="connsiteX3" fmla="*/ 852478 w 1858201"/>
                <a:gd name="connsiteY3" fmla="*/ 816048 h 816335"/>
                <a:gd name="connsiteX4" fmla="*/ 0 w 1858201"/>
                <a:gd name="connsiteY4" fmla="*/ 408129 h 816335"/>
                <a:gd name="connsiteX0" fmla="*/ 0 w 1872533"/>
                <a:gd name="connsiteY0" fmla="*/ 408129 h 816274"/>
                <a:gd name="connsiteX1" fmla="*/ 852478 w 1872533"/>
                <a:gd name="connsiteY1" fmla="*/ 210 h 816274"/>
                <a:gd name="connsiteX2" fmla="*/ 1813248 w 1872533"/>
                <a:gd name="connsiteY2" fmla="*/ 452654 h 816274"/>
                <a:gd name="connsiteX3" fmla="*/ 852478 w 1872533"/>
                <a:gd name="connsiteY3" fmla="*/ 816048 h 816274"/>
                <a:gd name="connsiteX4" fmla="*/ 0 w 1872533"/>
                <a:gd name="connsiteY4" fmla="*/ 408129 h 816274"/>
                <a:gd name="connsiteX0" fmla="*/ 0 w 1887030"/>
                <a:gd name="connsiteY0" fmla="*/ 408129 h 819976"/>
                <a:gd name="connsiteX1" fmla="*/ 852478 w 1887030"/>
                <a:gd name="connsiteY1" fmla="*/ 210 h 819976"/>
                <a:gd name="connsiteX2" fmla="*/ 1813248 w 1887030"/>
                <a:gd name="connsiteY2" fmla="*/ 452654 h 819976"/>
                <a:gd name="connsiteX3" fmla="*/ 852478 w 1887030"/>
                <a:gd name="connsiteY3" fmla="*/ 816048 h 819976"/>
                <a:gd name="connsiteX4" fmla="*/ 0 w 1887030"/>
                <a:gd name="connsiteY4" fmla="*/ 408129 h 819976"/>
                <a:gd name="connsiteX0" fmla="*/ 0 w 959038"/>
                <a:gd name="connsiteY0" fmla="*/ 419258 h 838516"/>
                <a:gd name="connsiteX1" fmla="*/ 852478 w 959038"/>
                <a:gd name="connsiteY1" fmla="*/ 11339 h 838516"/>
                <a:gd name="connsiteX2" fmla="*/ 852478 w 959038"/>
                <a:gd name="connsiteY2" fmla="*/ 827177 h 838516"/>
                <a:gd name="connsiteX3" fmla="*/ 0 w 959038"/>
                <a:gd name="connsiteY3" fmla="*/ 419258 h 83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9038" h="838516">
                  <a:moveTo>
                    <a:pt x="0" y="419258"/>
                  </a:moveTo>
                  <a:cubicBezTo>
                    <a:pt x="0" y="193971"/>
                    <a:pt x="710398" y="-56648"/>
                    <a:pt x="852478" y="11339"/>
                  </a:cubicBezTo>
                  <a:cubicBezTo>
                    <a:pt x="994558" y="79326"/>
                    <a:pt x="994558" y="759190"/>
                    <a:pt x="852478" y="827177"/>
                  </a:cubicBezTo>
                  <a:cubicBezTo>
                    <a:pt x="710398" y="895164"/>
                    <a:pt x="0" y="644545"/>
                    <a:pt x="0" y="419258"/>
                  </a:cubicBezTo>
                  <a:close/>
                </a:path>
              </a:pathLst>
            </a:custGeom>
            <a:gradFill>
              <a:gsLst>
                <a:gs pos="100000">
                  <a:srgbClr val="4472C4">
                    <a:lumMod val="5000"/>
                    <a:lumOff val="95000"/>
                  </a:srgbClr>
                </a:gs>
                <a:gs pos="32000">
                  <a:srgbClr val="4472C4">
                    <a:lumMod val="20000"/>
                    <a:lumOff val="80000"/>
                  </a:srgbClr>
                </a:gs>
              </a:gsLst>
              <a:lin ang="4800000" scaled="0"/>
            </a:gradFill>
            <a:ln w="38100" cap="flat" cmpd="sng" algn="ctr">
              <a:noFill/>
              <a:prstDash val="solid"/>
              <a:miter lim="800000"/>
            </a:ln>
            <a:effectLst>
              <a:softEdge rad="6350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63911B2-0171-4808-9E0D-29907ED0E05A}"/>
              </a:ext>
            </a:extLst>
          </p:cNvPr>
          <p:cNvGrpSpPr/>
          <p:nvPr/>
        </p:nvGrpSpPr>
        <p:grpSpPr>
          <a:xfrm flipH="1">
            <a:off x="277985" y="3114105"/>
            <a:ext cx="7132106" cy="4032312"/>
            <a:chOff x="2773894" y="1201971"/>
            <a:chExt cx="8219481" cy="4647087"/>
          </a:xfrm>
          <a:solidFill>
            <a:schemeClr val="bg1"/>
          </a:solidFill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76465A7F-C881-FE39-D30A-1F5BBB22FAF6}"/>
                </a:ext>
              </a:extLst>
            </p:cNvPr>
            <p:cNvSpPr/>
            <p:nvPr/>
          </p:nvSpPr>
          <p:spPr>
            <a:xfrm rot="679763">
              <a:off x="10391417" y="2549111"/>
              <a:ext cx="601958" cy="99542"/>
            </a:xfrm>
            <a:prstGeom prst="roundRect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8E7D9A84-6A7F-3313-CA3B-4FDE57F883B7}"/>
                </a:ext>
              </a:extLst>
            </p:cNvPr>
            <p:cNvSpPr/>
            <p:nvPr/>
          </p:nvSpPr>
          <p:spPr>
            <a:xfrm rot="17487813">
              <a:off x="10226065" y="2209953"/>
              <a:ext cx="601958" cy="99542"/>
            </a:xfrm>
            <a:prstGeom prst="roundRect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2A5C45C-488F-4E1E-0010-BC6E915504DD}"/>
                </a:ext>
              </a:extLst>
            </p:cNvPr>
            <p:cNvSpPr/>
            <p:nvPr/>
          </p:nvSpPr>
          <p:spPr>
            <a:xfrm>
              <a:off x="6240994" y="2017572"/>
              <a:ext cx="998807" cy="437340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Oval 2">
              <a:extLst>
                <a:ext uri="{FF2B5EF4-FFF2-40B4-BE49-F238E27FC236}">
                  <a16:creationId xmlns:a16="http://schemas.microsoft.com/office/drawing/2014/main" id="{2F5089E8-F9F0-788C-5632-F3DEC8EEF7C5}"/>
                </a:ext>
              </a:extLst>
            </p:cNvPr>
            <p:cNvSpPr/>
            <p:nvPr/>
          </p:nvSpPr>
          <p:spPr>
            <a:xfrm rot="20662578">
              <a:off x="3339452" y="2400514"/>
              <a:ext cx="7148345" cy="1673008"/>
            </a:xfrm>
            <a:custGeom>
              <a:avLst/>
              <a:gdLst>
                <a:gd name="connsiteX0" fmla="*/ 0 w 6439059"/>
                <a:gd name="connsiteY0" fmla="*/ 677181 h 1354362"/>
                <a:gd name="connsiteX1" fmla="*/ 3219530 w 6439059"/>
                <a:gd name="connsiteY1" fmla="*/ 0 h 1354362"/>
                <a:gd name="connsiteX2" fmla="*/ 6439060 w 6439059"/>
                <a:gd name="connsiteY2" fmla="*/ 677181 h 1354362"/>
                <a:gd name="connsiteX3" fmla="*/ 3219530 w 6439059"/>
                <a:gd name="connsiteY3" fmla="*/ 1354362 h 1354362"/>
                <a:gd name="connsiteX4" fmla="*/ 0 w 6439059"/>
                <a:gd name="connsiteY4" fmla="*/ 677181 h 1354362"/>
                <a:gd name="connsiteX0" fmla="*/ 0 w 6464784"/>
                <a:gd name="connsiteY0" fmla="*/ 1003669 h 1680850"/>
                <a:gd name="connsiteX1" fmla="*/ 3219530 w 6464784"/>
                <a:gd name="connsiteY1" fmla="*/ 326488 h 1680850"/>
                <a:gd name="connsiteX2" fmla="*/ 4778004 w 6464784"/>
                <a:gd name="connsiteY2" fmla="*/ 28462 h 1680850"/>
                <a:gd name="connsiteX3" fmla="*/ 6439060 w 6464784"/>
                <a:gd name="connsiteY3" fmla="*/ 1003669 h 1680850"/>
                <a:gd name="connsiteX4" fmla="*/ 3219530 w 6464784"/>
                <a:gd name="connsiteY4" fmla="*/ 1680850 h 1680850"/>
                <a:gd name="connsiteX5" fmla="*/ 0 w 6464784"/>
                <a:gd name="connsiteY5" fmla="*/ 1003669 h 1680850"/>
                <a:gd name="connsiteX0" fmla="*/ 58280 w 6523064"/>
                <a:gd name="connsiteY0" fmla="*/ 1036954 h 1714135"/>
                <a:gd name="connsiteX1" fmla="*/ 1474606 w 6523064"/>
                <a:gd name="connsiteY1" fmla="*/ 158812 h 1714135"/>
                <a:gd name="connsiteX2" fmla="*/ 4836284 w 6523064"/>
                <a:gd name="connsiteY2" fmla="*/ 61747 h 1714135"/>
                <a:gd name="connsiteX3" fmla="*/ 6497340 w 6523064"/>
                <a:gd name="connsiteY3" fmla="*/ 1036954 h 1714135"/>
                <a:gd name="connsiteX4" fmla="*/ 3277810 w 6523064"/>
                <a:gd name="connsiteY4" fmla="*/ 1714135 h 1714135"/>
                <a:gd name="connsiteX5" fmla="*/ 58280 w 6523064"/>
                <a:gd name="connsiteY5" fmla="*/ 1036954 h 1714135"/>
                <a:gd name="connsiteX0" fmla="*/ 41231 w 7094649"/>
                <a:gd name="connsiteY0" fmla="*/ 579340 h 1704987"/>
                <a:gd name="connsiteX1" fmla="*/ 2046191 w 7094649"/>
                <a:gd name="connsiteY1" fmla="*/ 142742 h 1704987"/>
                <a:gd name="connsiteX2" fmla="*/ 5407869 w 7094649"/>
                <a:gd name="connsiteY2" fmla="*/ 45677 h 1704987"/>
                <a:gd name="connsiteX3" fmla="*/ 7068925 w 7094649"/>
                <a:gd name="connsiteY3" fmla="*/ 1020884 h 1704987"/>
                <a:gd name="connsiteX4" fmla="*/ 3849395 w 7094649"/>
                <a:gd name="connsiteY4" fmla="*/ 1698065 h 1704987"/>
                <a:gd name="connsiteX5" fmla="*/ 41231 w 7094649"/>
                <a:gd name="connsiteY5" fmla="*/ 579340 h 1704987"/>
                <a:gd name="connsiteX0" fmla="*/ 44521 w 7097939"/>
                <a:gd name="connsiteY0" fmla="*/ 579340 h 1546589"/>
                <a:gd name="connsiteX1" fmla="*/ 2049481 w 7097939"/>
                <a:gd name="connsiteY1" fmla="*/ 142742 h 1546589"/>
                <a:gd name="connsiteX2" fmla="*/ 5411159 w 7097939"/>
                <a:gd name="connsiteY2" fmla="*/ 45677 h 1546589"/>
                <a:gd name="connsiteX3" fmla="*/ 7072215 w 7097939"/>
                <a:gd name="connsiteY3" fmla="*/ 1020884 h 1546589"/>
                <a:gd name="connsiteX4" fmla="*/ 3937262 w 7097939"/>
                <a:gd name="connsiteY4" fmla="*/ 1537096 h 1546589"/>
                <a:gd name="connsiteX5" fmla="*/ 44521 w 7097939"/>
                <a:gd name="connsiteY5" fmla="*/ 579340 h 1546589"/>
                <a:gd name="connsiteX0" fmla="*/ 44521 w 7097939"/>
                <a:gd name="connsiteY0" fmla="*/ 579340 h 1563703"/>
                <a:gd name="connsiteX1" fmla="*/ 2049481 w 7097939"/>
                <a:gd name="connsiteY1" fmla="*/ 142742 h 1563703"/>
                <a:gd name="connsiteX2" fmla="*/ 5411159 w 7097939"/>
                <a:gd name="connsiteY2" fmla="*/ 45677 h 1563703"/>
                <a:gd name="connsiteX3" fmla="*/ 7072215 w 7097939"/>
                <a:gd name="connsiteY3" fmla="*/ 1020884 h 1563703"/>
                <a:gd name="connsiteX4" fmla="*/ 3937262 w 7097939"/>
                <a:gd name="connsiteY4" fmla="*/ 1537096 h 1563703"/>
                <a:gd name="connsiteX5" fmla="*/ 44521 w 7097939"/>
                <a:gd name="connsiteY5" fmla="*/ 579340 h 1563703"/>
                <a:gd name="connsiteX0" fmla="*/ 94927 w 7148345"/>
                <a:gd name="connsiteY0" fmla="*/ 579340 h 1563703"/>
                <a:gd name="connsiteX1" fmla="*/ 2099887 w 7148345"/>
                <a:gd name="connsiteY1" fmla="*/ 142742 h 1563703"/>
                <a:gd name="connsiteX2" fmla="*/ 5461565 w 7148345"/>
                <a:gd name="connsiteY2" fmla="*/ 45677 h 1563703"/>
                <a:gd name="connsiteX3" fmla="*/ 7122621 w 7148345"/>
                <a:gd name="connsiteY3" fmla="*/ 1020884 h 1563703"/>
                <a:gd name="connsiteX4" fmla="*/ 3987668 w 7148345"/>
                <a:gd name="connsiteY4" fmla="*/ 1537096 h 1563703"/>
                <a:gd name="connsiteX5" fmla="*/ 94927 w 7148345"/>
                <a:gd name="connsiteY5" fmla="*/ 579340 h 1563703"/>
                <a:gd name="connsiteX0" fmla="*/ 94927 w 7148345"/>
                <a:gd name="connsiteY0" fmla="*/ 579340 h 1540303"/>
                <a:gd name="connsiteX1" fmla="*/ 2099887 w 7148345"/>
                <a:gd name="connsiteY1" fmla="*/ 142742 h 1540303"/>
                <a:gd name="connsiteX2" fmla="*/ 5461565 w 7148345"/>
                <a:gd name="connsiteY2" fmla="*/ 45677 h 1540303"/>
                <a:gd name="connsiteX3" fmla="*/ 7122621 w 7148345"/>
                <a:gd name="connsiteY3" fmla="*/ 1020884 h 1540303"/>
                <a:gd name="connsiteX4" fmla="*/ 3987668 w 7148345"/>
                <a:gd name="connsiteY4" fmla="*/ 1537096 h 1540303"/>
                <a:gd name="connsiteX5" fmla="*/ 94927 w 7148345"/>
                <a:gd name="connsiteY5" fmla="*/ 579340 h 1540303"/>
                <a:gd name="connsiteX0" fmla="*/ 94927 w 7148345"/>
                <a:gd name="connsiteY0" fmla="*/ 579340 h 1540303"/>
                <a:gd name="connsiteX1" fmla="*/ 2099887 w 7148345"/>
                <a:gd name="connsiteY1" fmla="*/ 142742 h 1540303"/>
                <a:gd name="connsiteX2" fmla="*/ 5461565 w 7148345"/>
                <a:gd name="connsiteY2" fmla="*/ 45677 h 1540303"/>
                <a:gd name="connsiteX3" fmla="*/ 7122621 w 7148345"/>
                <a:gd name="connsiteY3" fmla="*/ 1020884 h 1540303"/>
                <a:gd name="connsiteX4" fmla="*/ 3987668 w 7148345"/>
                <a:gd name="connsiteY4" fmla="*/ 1537096 h 1540303"/>
                <a:gd name="connsiteX5" fmla="*/ 94927 w 7148345"/>
                <a:gd name="connsiteY5" fmla="*/ 579340 h 1540303"/>
                <a:gd name="connsiteX0" fmla="*/ 94927 w 7148345"/>
                <a:gd name="connsiteY0" fmla="*/ 579340 h 1549711"/>
                <a:gd name="connsiteX1" fmla="*/ 2099887 w 7148345"/>
                <a:gd name="connsiteY1" fmla="*/ 142742 h 1549711"/>
                <a:gd name="connsiteX2" fmla="*/ 5461565 w 7148345"/>
                <a:gd name="connsiteY2" fmla="*/ 45677 h 1549711"/>
                <a:gd name="connsiteX3" fmla="*/ 7122621 w 7148345"/>
                <a:gd name="connsiteY3" fmla="*/ 1020884 h 1549711"/>
                <a:gd name="connsiteX4" fmla="*/ 3987668 w 7148345"/>
                <a:gd name="connsiteY4" fmla="*/ 1537096 h 1549711"/>
                <a:gd name="connsiteX5" fmla="*/ 94927 w 7148345"/>
                <a:gd name="connsiteY5" fmla="*/ 579340 h 1549711"/>
                <a:gd name="connsiteX0" fmla="*/ 94927 w 7148345"/>
                <a:gd name="connsiteY0" fmla="*/ 579340 h 1566059"/>
                <a:gd name="connsiteX1" fmla="*/ 2099887 w 7148345"/>
                <a:gd name="connsiteY1" fmla="*/ 142742 h 1566059"/>
                <a:gd name="connsiteX2" fmla="*/ 5461565 w 7148345"/>
                <a:gd name="connsiteY2" fmla="*/ 45677 h 1566059"/>
                <a:gd name="connsiteX3" fmla="*/ 7122621 w 7148345"/>
                <a:gd name="connsiteY3" fmla="*/ 1020884 h 1566059"/>
                <a:gd name="connsiteX4" fmla="*/ 3987668 w 7148345"/>
                <a:gd name="connsiteY4" fmla="*/ 1537096 h 1566059"/>
                <a:gd name="connsiteX5" fmla="*/ 94927 w 7148345"/>
                <a:gd name="connsiteY5" fmla="*/ 579340 h 1566059"/>
                <a:gd name="connsiteX0" fmla="*/ 94927 w 7148345"/>
                <a:gd name="connsiteY0" fmla="*/ 686289 h 1673008"/>
                <a:gd name="connsiteX1" fmla="*/ 2099887 w 7148345"/>
                <a:gd name="connsiteY1" fmla="*/ 249691 h 1673008"/>
                <a:gd name="connsiteX2" fmla="*/ 5461565 w 7148345"/>
                <a:gd name="connsiteY2" fmla="*/ 152626 h 1673008"/>
                <a:gd name="connsiteX3" fmla="*/ 7122621 w 7148345"/>
                <a:gd name="connsiteY3" fmla="*/ 1127833 h 1673008"/>
                <a:gd name="connsiteX4" fmla="*/ 3987668 w 7148345"/>
                <a:gd name="connsiteY4" fmla="*/ 1644045 h 1673008"/>
                <a:gd name="connsiteX5" fmla="*/ 94927 w 7148345"/>
                <a:gd name="connsiteY5" fmla="*/ 686289 h 1673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48345" h="1673008">
                  <a:moveTo>
                    <a:pt x="94927" y="686289"/>
                  </a:moveTo>
                  <a:cubicBezTo>
                    <a:pt x="-407516" y="559622"/>
                    <a:pt x="1205447" y="338635"/>
                    <a:pt x="2099887" y="249691"/>
                  </a:cubicBezTo>
                  <a:cubicBezTo>
                    <a:pt x="2994327" y="160747"/>
                    <a:pt x="4201393" y="-202150"/>
                    <a:pt x="5461565" y="152626"/>
                  </a:cubicBezTo>
                  <a:cubicBezTo>
                    <a:pt x="5998153" y="265489"/>
                    <a:pt x="7350996" y="909598"/>
                    <a:pt x="7122621" y="1127833"/>
                  </a:cubicBezTo>
                  <a:cubicBezTo>
                    <a:pt x="6590035" y="1537927"/>
                    <a:pt x="6519877" y="1755351"/>
                    <a:pt x="3987668" y="1644045"/>
                  </a:cubicBezTo>
                  <a:cubicBezTo>
                    <a:pt x="1455459" y="1532739"/>
                    <a:pt x="597370" y="812956"/>
                    <a:pt x="94927" y="686289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Oval 3">
              <a:extLst>
                <a:ext uri="{FF2B5EF4-FFF2-40B4-BE49-F238E27FC236}">
                  <a16:creationId xmlns:a16="http://schemas.microsoft.com/office/drawing/2014/main" id="{5D6B595D-7DEF-941F-3501-5F76F3E7103B}"/>
                </a:ext>
              </a:extLst>
            </p:cNvPr>
            <p:cNvSpPr/>
            <p:nvPr/>
          </p:nvSpPr>
          <p:spPr>
            <a:xfrm>
              <a:off x="3201425" y="2422929"/>
              <a:ext cx="1548395" cy="1369006"/>
            </a:xfrm>
            <a:custGeom>
              <a:avLst/>
              <a:gdLst>
                <a:gd name="connsiteX0" fmla="*/ 0 w 1104900"/>
                <a:gd name="connsiteY0" fmla="*/ 717550 h 1435100"/>
                <a:gd name="connsiteX1" fmla="*/ 552450 w 1104900"/>
                <a:gd name="connsiteY1" fmla="*/ 0 h 1435100"/>
                <a:gd name="connsiteX2" fmla="*/ 1104900 w 1104900"/>
                <a:gd name="connsiteY2" fmla="*/ 717550 h 1435100"/>
                <a:gd name="connsiteX3" fmla="*/ 552450 w 1104900"/>
                <a:gd name="connsiteY3" fmla="*/ 1435100 h 1435100"/>
                <a:gd name="connsiteX4" fmla="*/ 0 w 1104900"/>
                <a:gd name="connsiteY4" fmla="*/ 717550 h 1435100"/>
                <a:gd name="connsiteX0" fmla="*/ 181577 w 1286477"/>
                <a:gd name="connsiteY0" fmla="*/ 666750 h 1384300"/>
                <a:gd name="connsiteX1" fmla="*/ 149827 w 1286477"/>
                <a:gd name="connsiteY1" fmla="*/ 0 h 1384300"/>
                <a:gd name="connsiteX2" fmla="*/ 1286477 w 1286477"/>
                <a:gd name="connsiteY2" fmla="*/ 666750 h 1384300"/>
                <a:gd name="connsiteX3" fmla="*/ 734027 w 1286477"/>
                <a:gd name="connsiteY3" fmla="*/ 1384300 h 1384300"/>
                <a:gd name="connsiteX4" fmla="*/ 181577 w 1286477"/>
                <a:gd name="connsiteY4" fmla="*/ 666750 h 1384300"/>
                <a:gd name="connsiteX0" fmla="*/ 178650 w 1207350"/>
                <a:gd name="connsiteY0" fmla="*/ 1293296 h 1474064"/>
                <a:gd name="connsiteX1" fmla="*/ 70700 w 1207350"/>
                <a:gd name="connsiteY1" fmla="*/ 16946 h 1474064"/>
                <a:gd name="connsiteX2" fmla="*/ 1207350 w 1207350"/>
                <a:gd name="connsiteY2" fmla="*/ 683696 h 1474064"/>
                <a:gd name="connsiteX3" fmla="*/ 654900 w 1207350"/>
                <a:gd name="connsiteY3" fmla="*/ 1401246 h 1474064"/>
                <a:gd name="connsiteX4" fmla="*/ 178650 w 1207350"/>
                <a:gd name="connsiteY4" fmla="*/ 1293296 h 1474064"/>
                <a:gd name="connsiteX0" fmla="*/ 251654 w 1280354"/>
                <a:gd name="connsiteY0" fmla="*/ 1300445 h 1481213"/>
                <a:gd name="connsiteX1" fmla="*/ 143704 w 1280354"/>
                <a:gd name="connsiteY1" fmla="*/ 24095 h 1481213"/>
                <a:gd name="connsiteX2" fmla="*/ 1280354 w 1280354"/>
                <a:gd name="connsiteY2" fmla="*/ 690845 h 1481213"/>
                <a:gd name="connsiteX3" fmla="*/ 727904 w 1280354"/>
                <a:gd name="connsiteY3" fmla="*/ 1408395 h 1481213"/>
                <a:gd name="connsiteX4" fmla="*/ 251654 w 1280354"/>
                <a:gd name="connsiteY4" fmla="*/ 1300445 h 1481213"/>
                <a:gd name="connsiteX0" fmla="*/ 202933 w 1561833"/>
                <a:gd name="connsiteY0" fmla="*/ 1286589 h 1460323"/>
                <a:gd name="connsiteX1" fmla="*/ 94983 w 1561833"/>
                <a:gd name="connsiteY1" fmla="*/ 10239 h 1460323"/>
                <a:gd name="connsiteX2" fmla="*/ 1561833 w 1561833"/>
                <a:gd name="connsiteY2" fmla="*/ 778589 h 1460323"/>
                <a:gd name="connsiteX3" fmla="*/ 679183 w 1561833"/>
                <a:gd name="connsiteY3" fmla="*/ 1394539 h 1460323"/>
                <a:gd name="connsiteX4" fmla="*/ 202933 w 1561833"/>
                <a:gd name="connsiteY4" fmla="*/ 1286589 h 1460323"/>
                <a:gd name="connsiteX0" fmla="*/ 276053 w 1634953"/>
                <a:gd name="connsiteY0" fmla="*/ 1305775 h 1479509"/>
                <a:gd name="connsiteX1" fmla="*/ 168103 w 1634953"/>
                <a:gd name="connsiteY1" fmla="*/ 29425 h 1479509"/>
                <a:gd name="connsiteX2" fmla="*/ 1634953 w 1634953"/>
                <a:gd name="connsiteY2" fmla="*/ 797775 h 1479509"/>
                <a:gd name="connsiteX3" fmla="*/ 752303 w 1634953"/>
                <a:gd name="connsiteY3" fmla="*/ 1413725 h 1479509"/>
                <a:gd name="connsiteX4" fmla="*/ 276053 w 1634953"/>
                <a:gd name="connsiteY4" fmla="*/ 1305775 h 1479509"/>
                <a:gd name="connsiteX0" fmla="*/ 195453 w 1452753"/>
                <a:gd name="connsiteY0" fmla="*/ 1284130 h 1454382"/>
                <a:gd name="connsiteX1" fmla="*/ 87503 w 1452753"/>
                <a:gd name="connsiteY1" fmla="*/ 7780 h 1454382"/>
                <a:gd name="connsiteX2" fmla="*/ 1452753 w 1452753"/>
                <a:gd name="connsiteY2" fmla="*/ 826930 h 1454382"/>
                <a:gd name="connsiteX3" fmla="*/ 671703 w 1452753"/>
                <a:gd name="connsiteY3" fmla="*/ 1392080 h 1454382"/>
                <a:gd name="connsiteX4" fmla="*/ 195453 w 1452753"/>
                <a:gd name="connsiteY4" fmla="*/ 1284130 h 1454382"/>
                <a:gd name="connsiteX0" fmla="*/ 240400 w 1497700"/>
                <a:gd name="connsiteY0" fmla="*/ 1294974 h 1465226"/>
                <a:gd name="connsiteX1" fmla="*/ 132450 w 1497700"/>
                <a:gd name="connsiteY1" fmla="*/ 18624 h 1465226"/>
                <a:gd name="connsiteX2" fmla="*/ 1497700 w 1497700"/>
                <a:gd name="connsiteY2" fmla="*/ 837774 h 1465226"/>
                <a:gd name="connsiteX3" fmla="*/ 716650 w 1497700"/>
                <a:gd name="connsiteY3" fmla="*/ 1402924 h 1465226"/>
                <a:gd name="connsiteX4" fmla="*/ 240400 w 1497700"/>
                <a:gd name="connsiteY4" fmla="*/ 1294974 h 1465226"/>
                <a:gd name="connsiteX0" fmla="*/ 240400 w 1497928"/>
                <a:gd name="connsiteY0" fmla="*/ 1294974 h 1323811"/>
                <a:gd name="connsiteX1" fmla="*/ 132450 w 1497928"/>
                <a:gd name="connsiteY1" fmla="*/ 18624 h 1323811"/>
                <a:gd name="connsiteX2" fmla="*/ 1497700 w 1497928"/>
                <a:gd name="connsiteY2" fmla="*/ 837774 h 1323811"/>
                <a:gd name="connsiteX3" fmla="*/ 240400 w 1497928"/>
                <a:gd name="connsiteY3" fmla="*/ 1294974 h 1323811"/>
                <a:gd name="connsiteX0" fmla="*/ 240400 w 1497720"/>
                <a:gd name="connsiteY0" fmla="*/ 1294974 h 1316820"/>
                <a:gd name="connsiteX1" fmla="*/ 132450 w 1497720"/>
                <a:gd name="connsiteY1" fmla="*/ 18624 h 1316820"/>
                <a:gd name="connsiteX2" fmla="*/ 1497700 w 1497720"/>
                <a:gd name="connsiteY2" fmla="*/ 837774 h 1316820"/>
                <a:gd name="connsiteX3" fmla="*/ 240400 w 1497720"/>
                <a:gd name="connsiteY3" fmla="*/ 1294974 h 1316820"/>
                <a:gd name="connsiteX0" fmla="*/ 195453 w 1452773"/>
                <a:gd name="connsiteY0" fmla="*/ 1323401 h 1344025"/>
                <a:gd name="connsiteX1" fmla="*/ 87503 w 1452773"/>
                <a:gd name="connsiteY1" fmla="*/ 8951 h 1344025"/>
                <a:gd name="connsiteX2" fmla="*/ 1452753 w 1452773"/>
                <a:gd name="connsiteY2" fmla="*/ 828101 h 1344025"/>
                <a:gd name="connsiteX3" fmla="*/ 195453 w 1452773"/>
                <a:gd name="connsiteY3" fmla="*/ 1323401 h 1344025"/>
                <a:gd name="connsiteX0" fmla="*/ 291075 w 1548395"/>
                <a:gd name="connsiteY0" fmla="*/ 1348382 h 1369006"/>
                <a:gd name="connsiteX1" fmla="*/ 183125 w 1548395"/>
                <a:gd name="connsiteY1" fmla="*/ 33932 h 1369006"/>
                <a:gd name="connsiteX2" fmla="*/ 1548375 w 1548395"/>
                <a:gd name="connsiteY2" fmla="*/ 853082 h 1369006"/>
                <a:gd name="connsiteX3" fmla="*/ 291075 w 1548395"/>
                <a:gd name="connsiteY3" fmla="*/ 1348382 h 1369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8395" h="1369006">
                  <a:moveTo>
                    <a:pt x="291075" y="1348382"/>
                  </a:moveTo>
                  <a:cubicBezTo>
                    <a:pt x="193708" y="1117665"/>
                    <a:pt x="-242325" y="218082"/>
                    <a:pt x="183125" y="33932"/>
                  </a:cubicBezTo>
                  <a:cubicBezTo>
                    <a:pt x="608575" y="-150218"/>
                    <a:pt x="1548375" y="456790"/>
                    <a:pt x="1548375" y="853082"/>
                  </a:cubicBezTo>
                  <a:cubicBezTo>
                    <a:pt x="1553667" y="900707"/>
                    <a:pt x="518617" y="1484907"/>
                    <a:pt x="291075" y="134838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Oval 4">
              <a:extLst>
                <a:ext uri="{FF2B5EF4-FFF2-40B4-BE49-F238E27FC236}">
                  <a16:creationId xmlns:a16="http://schemas.microsoft.com/office/drawing/2014/main" id="{2BDD4F67-4AE8-C304-C0D0-EB0195B784FB}"/>
                </a:ext>
              </a:extLst>
            </p:cNvPr>
            <p:cNvSpPr/>
            <p:nvPr/>
          </p:nvSpPr>
          <p:spPr>
            <a:xfrm rot="19507236">
              <a:off x="2773894" y="3778528"/>
              <a:ext cx="1887030" cy="819976"/>
            </a:xfrm>
            <a:custGeom>
              <a:avLst/>
              <a:gdLst>
                <a:gd name="connsiteX0" fmla="*/ 0 w 1704956"/>
                <a:gd name="connsiteY0" fmla="*/ 407919 h 815837"/>
                <a:gd name="connsiteX1" fmla="*/ 852478 w 1704956"/>
                <a:gd name="connsiteY1" fmla="*/ 0 h 815837"/>
                <a:gd name="connsiteX2" fmla="*/ 1704956 w 1704956"/>
                <a:gd name="connsiteY2" fmla="*/ 407919 h 815837"/>
                <a:gd name="connsiteX3" fmla="*/ 852478 w 1704956"/>
                <a:gd name="connsiteY3" fmla="*/ 815838 h 815837"/>
                <a:gd name="connsiteX4" fmla="*/ 0 w 1704956"/>
                <a:gd name="connsiteY4" fmla="*/ 407919 h 815837"/>
                <a:gd name="connsiteX0" fmla="*/ 324 w 1705280"/>
                <a:gd name="connsiteY0" fmla="*/ 407919 h 815838"/>
                <a:gd name="connsiteX1" fmla="*/ 852802 w 1705280"/>
                <a:gd name="connsiteY1" fmla="*/ 0 h 815838"/>
                <a:gd name="connsiteX2" fmla="*/ 1705280 w 1705280"/>
                <a:gd name="connsiteY2" fmla="*/ 407919 h 815838"/>
                <a:gd name="connsiteX3" fmla="*/ 852802 w 1705280"/>
                <a:gd name="connsiteY3" fmla="*/ 815838 h 815838"/>
                <a:gd name="connsiteX4" fmla="*/ 324 w 1705280"/>
                <a:gd name="connsiteY4" fmla="*/ 407919 h 815838"/>
                <a:gd name="connsiteX0" fmla="*/ 0 w 1704956"/>
                <a:gd name="connsiteY0" fmla="*/ 407919 h 815838"/>
                <a:gd name="connsiteX1" fmla="*/ 852478 w 1704956"/>
                <a:gd name="connsiteY1" fmla="*/ 0 h 815838"/>
                <a:gd name="connsiteX2" fmla="*/ 1704956 w 1704956"/>
                <a:gd name="connsiteY2" fmla="*/ 407919 h 815838"/>
                <a:gd name="connsiteX3" fmla="*/ 852478 w 1704956"/>
                <a:gd name="connsiteY3" fmla="*/ 815838 h 815838"/>
                <a:gd name="connsiteX4" fmla="*/ 0 w 1704956"/>
                <a:gd name="connsiteY4" fmla="*/ 407919 h 815838"/>
                <a:gd name="connsiteX0" fmla="*/ 0 w 1704956"/>
                <a:gd name="connsiteY0" fmla="*/ 407919 h 818785"/>
                <a:gd name="connsiteX1" fmla="*/ 852478 w 1704956"/>
                <a:gd name="connsiteY1" fmla="*/ 0 h 818785"/>
                <a:gd name="connsiteX2" fmla="*/ 1704956 w 1704956"/>
                <a:gd name="connsiteY2" fmla="*/ 407919 h 818785"/>
                <a:gd name="connsiteX3" fmla="*/ 852478 w 1704956"/>
                <a:gd name="connsiteY3" fmla="*/ 815838 h 818785"/>
                <a:gd name="connsiteX4" fmla="*/ 0 w 1704956"/>
                <a:gd name="connsiteY4" fmla="*/ 407919 h 818785"/>
                <a:gd name="connsiteX0" fmla="*/ 0 w 1788498"/>
                <a:gd name="connsiteY0" fmla="*/ 407919 h 818893"/>
                <a:gd name="connsiteX1" fmla="*/ 852478 w 1788498"/>
                <a:gd name="connsiteY1" fmla="*/ 0 h 818893"/>
                <a:gd name="connsiteX2" fmla="*/ 1704956 w 1788498"/>
                <a:gd name="connsiteY2" fmla="*/ 407919 h 818893"/>
                <a:gd name="connsiteX3" fmla="*/ 852478 w 1788498"/>
                <a:gd name="connsiteY3" fmla="*/ 815838 h 818893"/>
                <a:gd name="connsiteX4" fmla="*/ 0 w 1788498"/>
                <a:gd name="connsiteY4" fmla="*/ 407919 h 818893"/>
                <a:gd name="connsiteX0" fmla="*/ 0 w 1858201"/>
                <a:gd name="connsiteY0" fmla="*/ 408129 h 816335"/>
                <a:gd name="connsiteX1" fmla="*/ 852478 w 1858201"/>
                <a:gd name="connsiteY1" fmla="*/ 210 h 816335"/>
                <a:gd name="connsiteX2" fmla="*/ 1813248 w 1858201"/>
                <a:gd name="connsiteY2" fmla="*/ 452654 h 816335"/>
                <a:gd name="connsiteX3" fmla="*/ 852478 w 1858201"/>
                <a:gd name="connsiteY3" fmla="*/ 816048 h 816335"/>
                <a:gd name="connsiteX4" fmla="*/ 0 w 1858201"/>
                <a:gd name="connsiteY4" fmla="*/ 408129 h 816335"/>
                <a:gd name="connsiteX0" fmla="*/ 0 w 1872533"/>
                <a:gd name="connsiteY0" fmla="*/ 408129 h 816274"/>
                <a:gd name="connsiteX1" fmla="*/ 852478 w 1872533"/>
                <a:gd name="connsiteY1" fmla="*/ 210 h 816274"/>
                <a:gd name="connsiteX2" fmla="*/ 1813248 w 1872533"/>
                <a:gd name="connsiteY2" fmla="*/ 452654 h 816274"/>
                <a:gd name="connsiteX3" fmla="*/ 852478 w 1872533"/>
                <a:gd name="connsiteY3" fmla="*/ 816048 h 816274"/>
                <a:gd name="connsiteX4" fmla="*/ 0 w 1872533"/>
                <a:gd name="connsiteY4" fmla="*/ 408129 h 816274"/>
                <a:gd name="connsiteX0" fmla="*/ 0 w 1887030"/>
                <a:gd name="connsiteY0" fmla="*/ 408129 h 819976"/>
                <a:gd name="connsiteX1" fmla="*/ 852478 w 1887030"/>
                <a:gd name="connsiteY1" fmla="*/ 210 h 819976"/>
                <a:gd name="connsiteX2" fmla="*/ 1813248 w 1887030"/>
                <a:gd name="connsiteY2" fmla="*/ 452654 h 819976"/>
                <a:gd name="connsiteX3" fmla="*/ 852478 w 1887030"/>
                <a:gd name="connsiteY3" fmla="*/ 816048 h 819976"/>
                <a:gd name="connsiteX4" fmla="*/ 0 w 1887030"/>
                <a:gd name="connsiteY4" fmla="*/ 408129 h 81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7030" h="819976">
                  <a:moveTo>
                    <a:pt x="0" y="408129"/>
                  </a:moveTo>
                  <a:cubicBezTo>
                    <a:pt x="0" y="182842"/>
                    <a:pt x="550270" y="-7211"/>
                    <a:pt x="852478" y="210"/>
                  </a:cubicBezTo>
                  <a:cubicBezTo>
                    <a:pt x="1154686" y="7631"/>
                    <a:pt x="1813248" y="227367"/>
                    <a:pt x="1813248" y="452654"/>
                  </a:cubicBezTo>
                  <a:cubicBezTo>
                    <a:pt x="2070251" y="686800"/>
                    <a:pt x="1633330" y="847499"/>
                    <a:pt x="852478" y="816048"/>
                  </a:cubicBezTo>
                  <a:cubicBezTo>
                    <a:pt x="71626" y="784597"/>
                    <a:pt x="0" y="633416"/>
                    <a:pt x="0" y="408129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Oval 6">
              <a:extLst>
                <a:ext uri="{FF2B5EF4-FFF2-40B4-BE49-F238E27FC236}">
                  <a16:creationId xmlns:a16="http://schemas.microsoft.com/office/drawing/2014/main" id="{26F78FD6-35C4-02D9-DD19-4C9BACA577A9}"/>
                </a:ext>
              </a:extLst>
            </p:cNvPr>
            <p:cNvSpPr/>
            <p:nvPr/>
          </p:nvSpPr>
          <p:spPr>
            <a:xfrm rot="20086111">
              <a:off x="4439482" y="1201971"/>
              <a:ext cx="2181976" cy="1737204"/>
            </a:xfrm>
            <a:custGeom>
              <a:avLst/>
              <a:gdLst>
                <a:gd name="connsiteX0" fmla="*/ 0 w 1237957"/>
                <a:gd name="connsiteY0" fmla="*/ 1154120 h 2308239"/>
                <a:gd name="connsiteX1" fmla="*/ 618979 w 1237957"/>
                <a:gd name="connsiteY1" fmla="*/ 0 h 2308239"/>
                <a:gd name="connsiteX2" fmla="*/ 1237958 w 1237957"/>
                <a:gd name="connsiteY2" fmla="*/ 1154120 h 2308239"/>
                <a:gd name="connsiteX3" fmla="*/ 618979 w 1237957"/>
                <a:gd name="connsiteY3" fmla="*/ 2308240 h 2308239"/>
                <a:gd name="connsiteX4" fmla="*/ 0 w 1237957"/>
                <a:gd name="connsiteY4" fmla="*/ 1154120 h 2308239"/>
                <a:gd name="connsiteX0" fmla="*/ 0 w 1237958"/>
                <a:gd name="connsiteY0" fmla="*/ 1154120 h 1298384"/>
                <a:gd name="connsiteX1" fmla="*/ 618979 w 1237958"/>
                <a:gd name="connsiteY1" fmla="*/ 0 h 1298384"/>
                <a:gd name="connsiteX2" fmla="*/ 1237958 w 1237958"/>
                <a:gd name="connsiteY2" fmla="*/ 1154120 h 1298384"/>
                <a:gd name="connsiteX3" fmla="*/ 0 w 1237958"/>
                <a:gd name="connsiteY3" fmla="*/ 1154120 h 1298384"/>
                <a:gd name="connsiteX0" fmla="*/ 49139 w 1932190"/>
                <a:gd name="connsiteY0" fmla="*/ 1224584 h 3269941"/>
                <a:gd name="connsiteX1" fmla="*/ 668118 w 1932190"/>
                <a:gd name="connsiteY1" fmla="*/ 70464 h 3269941"/>
                <a:gd name="connsiteX2" fmla="*/ 1932190 w 1932190"/>
                <a:gd name="connsiteY2" fmla="*/ 3254781 h 3269941"/>
                <a:gd name="connsiteX3" fmla="*/ 49139 w 1932190"/>
                <a:gd name="connsiteY3" fmla="*/ 1224584 h 3269941"/>
                <a:gd name="connsiteX0" fmla="*/ 37413 w 2179756"/>
                <a:gd name="connsiteY0" fmla="*/ 2991719 h 3359619"/>
                <a:gd name="connsiteX1" fmla="*/ 915684 w 2179756"/>
                <a:gd name="connsiteY1" fmla="*/ 309 h 3359619"/>
                <a:gd name="connsiteX2" fmla="*/ 2179756 w 2179756"/>
                <a:gd name="connsiteY2" fmla="*/ 3184626 h 3359619"/>
                <a:gd name="connsiteX3" fmla="*/ 37413 w 2179756"/>
                <a:gd name="connsiteY3" fmla="*/ 2991719 h 3359619"/>
                <a:gd name="connsiteX0" fmla="*/ 83152 w 2225495"/>
                <a:gd name="connsiteY0" fmla="*/ 2991688 h 3277128"/>
                <a:gd name="connsiteX1" fmla="*/ 961423 w 2225495"/>
                <a:gd name="connsiteY1" fmla="*/ 278 h 3277128"/>
                <a:gd name="connsiteX2" fmla="*/ 2225495 w 2225495"/>
                <a:gd name="connsiteY2" fmla="*/ 3184595 h 3277128"/>
                <a:gd name="connsiteX3" fmla="*/ 83152 w 2225495"/>
                <a:gd name="connsiteY3" fmla="*/ 2991688 h 3277128"/>
                <a:gd name="connsiteX0" fmla="*/ 81822 w 2246688"/>
                <a:gd name="connsiteY0" fmla="*/ 3105254 h 3315065"/>
                <a:gd name="connsiteX1" fmla="*/ 982616 w 2246688"/>
                <a:gd name="connsiteY1" fmla="*/ 46 h 3315065"/>
                <a:gd name="connsiteX2" fmla="*/ 2246688 w 2246688"/>
                <a:gd name="connsiteY2" fmla="*/ 3184363 h 3315065"/>
                <a:gd name="connsiteX3" fmla="*/ 81822 w 2246688"/>
                <a:gd name="connsiteY3" fmla="*/ 3105254 h 3315065"/>
                <a:gd name="connsiteX0" fmla="*/ 102341 w 2267207"/>
                <a:gd name="connsiteY0" fmla="*/ 3107187 h 3316998"/>
                <a:gd name="connsiteX1" fmla="*/ 1003135 w 2267207"/>
                <a:gd name="connsiteY1" fmla="*/ 1979 h 3316998"/>
                <a:gd name="connsiteX2" fmla="*/ 2267207 w 2267207"/>
                <a:gd name="connsiteY2" fmla="*/ 3186296 h 3316998"/>
                <a:gd name="connsiteX3" fmla="*/ 102341 w 2267207"/>
                <a:gd name="connsiteY3" fmla="*/ 3107187 h 3316998"/>
                <a:gd name="connsiteX0" fmla="*/ 105143 w 2270009"/>
                <a:gd name="connsiteY0" fmla="*/ 3127530 h 3337341"/>
                <a:gd name="connsiteX1" fmla="*/ 1005937 w 2270009"/>
                <a:gd name="connsiteY1" fmla="*/ 22322 h 3337341"/>
                <a:gd name="connsiteX2" fmla="*/ 2270009 w 2270009"/>
                <a:gd name="connsiteY2" fmla="*/ 3206639 h 3337341"/>
                <a:gd name="connsiteX3" fmla="*/ 105143 w 2270009"/>
                <a:gd name="connsiteY3" fmla="*/ 3127530 h 3337341"/>
                <a:gd name="connsiteX0" fmla="*/ 6436 w 2171302"/>
                <a:gd name="connsiteY0" fmla="*/ 3127530 h 3375904"/>
                <a:gd name="connsiteX1" fmla="*/ 907230 w 2171302"/>
                <a:gd name="connsiteY1" fmla="*/ 22322 h 3375904"/>
                <a:gd name="connsiteX2" fmla="*/ 2171302 w 2171302"/>
                <a:gd name="connsiteY2" fmla="*/ 3206639 h 3375904"/>
                <a:gd name="connsiteX3" fmla="*/ 6436 w 2171302"/>
                <a:gd name="connsiteY3" fmla="*/ 3127530 h 3375904"/>
                <a:gd name="connsiteX0" fmla="*/ 6436 w 2171302"/>
                <a:gd name="connsiteY0" fmla="*/ 3127856 h 3376230"/>
                <a:gd name="connsiteX1" fmla="*/ 907230 w 2171302"/>
                <a:gd name="connsiteY1" fmla="*/ 22648 h 3376230"/>
                <a:gd name="connsiteX2" fmla="*/ 2171302 w 2171302"/>
                <a:gd name="connsiteY2" fmla="*/ 3206965 h 3376230"/>
                <a:gd name="connsiteX3" fmla="*/ 6436 w 2171302"/>
                <a:gd name="connsiteY3" fmla="*/ 3127856 h 3376230"/>
                <a:gd name="connsiteX0" fmla="*/ 4385 w 2169251"/>
                <a:gd name="connsiteY0" fmla="*/ 3127856 h 3307863"/>
                <a:gd name="connsiteX1" fmla="*/ 905179 w 2169251"/>
                <a:gd name="connsiteY1" fmla="*/ 22648 h 3307863"/>
                <a:gd name="connsiteX2" fmla="*/ 2169251 w 2169251"/>
                <a:gd name="connsiteY2" fmla="*/ 3206965 h 3307863"/>
                <a:gd name="connsiteX3" fmla="*/ 4385 w 2169251"/>
                <a:gd name="connsiteY3" fmla="*/ 3127856 h 3307863"/>
                <a:gd name="connsiteX0" fmla="*/ 4385 w 2169251"/>
                <a:gd name="connsiteY0" fmla="*/ 3127856 h 3251002"/>
                <a:gd name="connsiteX1" fmla="*/ 905179 w 2169251"/>
                <a:gd name="connsiteY1" fmla="*/ 22648 h 3251002"/>
                <a:gd name="connsiteX2" fmla="*/ 2169251 w 2169251"/>
                <a:gd name="connsiteY2" fmla="*/ 3206965 h 3251002"/>
                <a:gd name="connsiteX3" fmla="*/ 4385 w 2169251"/>
                <a:gd name="connsiteY3" fmla="*/ 3127856 h 3251002"/>
                <a:gd name="connsiteX0" fmla="*/ 36675 w 2202036"/>
                <a:gd name="connsiteY0" fmla="*/ 3105289 h 3389111"/>
                <a:gd name="connsiteX1" fmla="*/ 937469 w 2202036"/>
                <a:gd name="connsiteY1" fmla="*/ 81 h 3389111"/>
                <a:gd name="connsiteX2" fmla="*/ 2202036 w 2202036"/>
                <a:gd name="connsiteY2" fmla="*/ 3205690 h 3389111"/>
                <a:gd name="connsiteX3" fmla="*/ 36675 w 2202036"/>
                <a:gd name="connsiteY3" fmla="*/ 3105289 h 3389111"/>
                <a:gd name="connsiteX0" fmla="*/ 36688 w 2202298"/>
                <a:gd name="connsiteY0" fmla="*/ 3105306 h 3393752"/>
                <a:gd name="connsiteX1" fmla="*/ 937482 w 2202298"/>
                <a:gd name="connsiteY1" fmla="*/ 98 h 3393752"/>
                <a:gd name="connsiteX2" fmla="*/ 2202298 w 2202298"/>
                <a:gd name="connsiteY2" fmla="*/ 3216354 h 3393752"/>
                <a:gd name="connsiteX3" fmla="*/ 36688 w 2202298"/>
                <a:gd name="connsiteY3" fmla="*/ 3105306 h 3393752"/>
                <a:gd name="connsiteX0" fmla="*/ 18596 w 2184206"/>
                <a:gd name="connsiteY0" fmla="*/ 3105297 h 3267091"/>
                <a:gd name="connsiteX1" fmla="*/ 919390 w 2184206"/>
                <a:gd name="connsiteY1" fmla="*/ 89 h 3267091"/>
                <a:gd name="connsiteX2" fmla="*/ 2184206 w 2184206"/>
                <a:gd name="connsiteY2" fmla="*/ 3216345 h 3267091"/>
                <a:gd name="connsiteX3" fmla="*/ 18596 w 2184206"/>
                <a:gd name="connsiteY3" fmla="*/ 3105297 h 3267091"/>
                <a:gd name="connsiteX0" fmla="*/ 16366 w 2181976"/>
                <a:gd name="connsiteY0" fmla="*/ 3105295 h 3248177"/>
                <a:gd name="connsiteX1" fmla="*/ 917160 w 2181976"/>
                <a:gd name="connsiteY1" fmla="*/ 87 h 3248177"/>
                <a:gd name="connsiteX2" fmla="*/ 2181976 w 2181976"/>
                <a:gd name="connsiteY2" fmla="*/ 3216343 h 3248177"/>
                <a:gd name="connsiteX3" fmla="*/ 16366 w 2181976"/>
                <a:gd name="connsiteY3" fmla="*/ 3105295 h 324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976" h="3248177">
                  <a:moveTo>
                    <a:pt x="16366" y="3105295"/>
                  </a:moveTo>
                  <a:cubicBezTo>
                    <a:pt x="-113021" y="2955096"/>
                    <a:pt x="556225" y="-18421"/>
                    <a:pt x="917160" y="87"/>
                  </a:cubicBezTo>
                  <a:cubicBezTo>
                    <a:pt x="1278095" y="18595"/>
                    <a:pt x="1954381" y="2533894"/>
                    <a:pt x="2181976" y="3216343"/>
                  </a:cubicBezTo>
                  <a:cubicBezTo>
                    <a:pt x="2031710" y="3277640"/>
                    <a:pt x="145753" y="3255494"/>
                    <a:pt x="16366" y="3105295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51FB45C-0888-0258-B1EF-9FD1D61A74FE}"/>
                </a:ext>
              </a:extLst>
            </p:cNvPr>
            <p:cNvSpPr/>
            <p:nvPr/>
          </p:nvSpPr>
          <p:spPr>
            <a:xfrm rot="20548788">
              <a:off x="6913818" y="4275044"/>
              <a:ext cx="1140457" cy="437340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321E9E0B-BE53-7B9B-4B77-539ED3A78B89}"/>
                </a:ext>
              </a:extLst>
            </p:cNvPr>
            <p:cNvSpPr/>
            <p:nvPr/>
          </p:nvSpPr>
          <p:spPr>
            <a:xfrm rot="20548788">
              <a:off x="5408572" y="5343450"/>
              <a:ext cx="1140457" cy="437340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Oval 10">
              <a:extLst>
                <a:ext uri="{FF2B5EF4-FFF2-40B4-BE49-F238E27FC236}">
                  <a16:creationId xmlns:a16="http://schemas.microsoft.com/office/drawing/2014/main" id="{3F3B0D1C-0DE7-4D42-5CDC-D9C2E8BD4E7E}"/>
                </a:ext>
              </a:extLst>
            </p:cNvPr>
            <p:cNvSpPr/>
            <p:nvPr/>
          </p:nvSpPr>
          <p:spPr>
            <a:xfrm rot="19023686">
              <a:off x="3098303" y="4249447"/>
              <a:ext cx="5110607" cy="1478613"/>
            </a:xfrm>
            <a:custGeom>
              <a:avLst/>
              <a:gdLst>
                <a:gd name="connsiteX0" fmla="*/ 0 w 3193366"/>
                <a:gd name="connsiteY0" fmla="*/ 721459 h 1442918"/>
                <a:gd name="connsiteX1" fmla="*/ 1596683 w 3193366"/>
                <a:gd name="connsiteY1" fmla="*/ 0 h 1442918"/>
                <a:gd name="connsiteX2" fmla="*/ 3193366 w 3193366"/>
                <a:gd name="connsiteY2" fmla="*/ 721459 h 1442918"/>
                <a:gd name="connsiteX3" fmla="*/ 1596683 w 3193366"/>
                <a:gd name="connsiteY3" fmla="*/ 1442918 h 1442918"/>
                <a:gd name="connsiteX4" fmla="*/ 0 w 3193366"/>
                <a:gd name="connsiteY4" fmla="*/ 721459 h 1442918"/>
                <a:gd name="connsiteX0" fmla="*/ 0 w 5075266"/>
                <a:gd name="connsiteY0" fmla="*/ 738013 h 1611644"/>
                <a:gd name="connsiteX1" fmla="*/ 1596683 w 5075266"/>
                <a:gd name="connsiteY1" fmla="*/ 16554 h 1611644"/>
                <a:gd name="connsiteX2" fmla="*/ 5075266 w 5075266"/>
                <a:gd name="connsiteY2" fmla="*/ 1378891 h 1611644"/>
                <a:gd name="connsiteX3" fmla="*/ 1596683 w 5075266"/>
                <a:gd name="connsiteY3" fmla="*/ 1459472 h 1611644"/>
                <a:gd name="connsiteX4" fmla="*/ 0 w 5075266"/>
                <a:gd name="connsiteY4" fmla="*/ 738013 h 1611644"/>
                <a:gd name="connsiteX0" fmla="*/ 0 w 5109736"/>
                <a:gd name="connsiteY0" fmla="*/ 744052 h 1536275"/>
                <a:gd name="connsiteX1" fmla="*/ 1596683 w 5109736"/>
                <a:gd name="connsiteY1" fmla="*/ 22593 h 1536275"/>
                <a:gd name="connsiteX2" fmla="*/ 3674127 w 5109736"/>
                <a:gd name="connsiteY2" fmla="*/ 292732 h 1536275"/>
                <a:gd name="connsiteX3" fmla="*/ 5075266 w 5109736"/>
                <a:gd name="connsiteY3" fmla="*/ 1384930 h 1536275"/>
                <a:gd name="connsiteX4" fmla="*/ 1596683 w 5109736"/>
                <a:gd name="connsiteY4" fmla="*/ 1465511 h 1536275"/>
                <a:gd name="connsiteX5" fmla="*/ 0 w 5109736"/>
                <a:gd name="connsiteY5" fmla="*/ 744052 h 1536275"/>
                <a:gd name="connsiteX0" fmla="*/ 69 w 5109805"/>
                <a:gd name="connsiteY0" fmla="*/ 572816 h 1365039"/>
                <a:gd name="connsiteX1" fmla="*/ 1647377 w 5109805"/>
                <a:gd name="connsiteY1" fmla="*/ 116550 h 1365039"/>
                <a:gd name="connsiteX2" fmla="*/ 3674196 w 5109805"/>
                <a:gd name="connsiteY2" fmla="*/ 121496 h 1365039"/>
                <a:gd name="connsiteX3" fmla="*/ 5075335 w 5109805"/>
                <a:gd name="connsiteY3" fmla="*/ 1213694 h 1365039"/>
                <a:gd name="connsiteX4" fmla="*/ 1596752 w 5109805"/>
                <a:gd name="connsiteY4" fmla="*/ 1294275 h 1365039"/>
                <a:gd name="connsiteX5" fmla="*/ 69 w 5109805"/>
                <a:gd name="connsiteY5" fmla="*/ 572816 h 1365039"/>
                <a:gd name="connsiteX0" fmla="*/ 1955 w 5111691"/>
                <a:gd name="connsiteY0" fmla="*/ 572816 h 1365039"/>
                <a:gd name="connsiteX1" fmla="*/ 1649263 w 5111691"/>
                <a:gd name="connsiteY1" fmla="*/ 116550 h 1365039"/>
                <a:gd name="connsiteX2" fmla="*/ 3676082 w 5111691"/>
                <a:gd name="connsiteY2" fmla="*/ 121496 h 1365039"/>
                <a:gd name="connsiteX3" fmla="*/ 5077221 w 5111691"/>
                <a:gd name="connsiteY3" fmla="*/ 1213694 h 1365039"/>
                <a:gd name="connsiteX4" fmla="*/ 1598638 w 5111691"/>
                <a:gd name="connsiteY4" fmla="*/ 1294275 h 1365039"/>
                <a:gd name="connsiteX5" fmla="*/ 1955 w 5111691"/>
                <a:gd name="connsiteY5" fmla="*/ 572816 h 1365039"/>
                <a:gd name="connsiteX0" fmla="*/ 18 w 5109754"/>
                <a:gd name="connsiteY0" fmla="*/ 572816 h 1455715"/>
                <a:gd name="connsiteX1" fmla="*/ 1647326 w 5109754"/>
                <a:gd name="connsiteY1" fmla="*/ 116550 h 1455715"/>
                <a:gd name="connsiteX2" fmla="*/ 3674145 w 5109754"/>
                <a:gd name="connsiteY2" fmla="*/ 121496 h 1455715"/>
                <a:gd name="connsiteX3" fmla="*/ 5075284 w 5109754"/>
                <a:gd name="connsiteY3" fmla="*/ 1213694 h 1455715"/>
                <a:gd name="connsiteX4" fmla="*/ 1621644 w 5109754"/>
                <a:gd name="connsiteY4" fmla="*/ 1416615 h 1455715"/>
                <a:gd name="connsiteX5" fmla="*/ 18 w 5109754"/>
                <a:gd name="connsiteY5" fmla="*/ 572816 h 1455715"/>
                <a:gd name="connsiteX0" fmla="*/ 24 w 5109760"/>
                <a:gd name="connsiteY0" fmla="*/ 572816 h 1478613"/>
                <a:gd name="connsiteX1" fmla="*/ 1647332 w 5109760"/>
                <a:gd name="connsiteY1" fmla="*/ 116550 h 1478613"/>
                <a:gd name="connsiteX2" fmla="*/ 3674151 w 5109760"/>
                <a:gd name="connsiteY2" fmla="*/ 121496 h 1478613"/>
                <a:gd name="connsiteX3" fmla="*/ 5075290 w 5109760"/>
                <a:gd name="connsiteY3" fmla="*/ 1213694 h 1478613"/>
                <a:gd name="connsiteX4" fmla="*/ 1621650 w 5109760"/>
                <a:gd name="connsiteY4" fmla="*/ 1416615 h 1478613"/>
                <a:gd name="connsiteX5" fmla="*/ 24 w 5109760"/>
                <a:gd name="connsiteY5" fmla="*/ 572816 h 1478613"/>
                <a:gd name="connsiteX0" fmla="*/ 871 w 5110607"/>
                <a:gd name="connsiteY0" fmla="*/ 572816 h 1478613"/>
                <a:gd name="connsiteX1" fmla="*/ 1648179 w 5110607"/>
                <a:gd name="connsiteY1" fmla="*/ 116550 h 1478613"/>
                <a:gd name="connsiteX2" fmla="*/ 3674998 w 5110607"/>
                <a:gd name="connsiteY2" fmla="*/ 121496 h 1478613"/>
                <a:gd name="connsiteX3" fmla="*/ 5076137 w 5110607"/>
                <a:gd name="connsiteY3" fmla="*/ 1213694 h 1478613"/>
                <a:gd name="connsiteX4" fmla="*/ 1622497 w 5110607"/>
                <a:gd name="connsiteY4" fmla="*/ 1416615 h 1478613"/>
                <a:gd name="connsiteX5" fmla="*/ 871 w 5110607"/>
                <a:gd name="connsiteY5" fmla="*/ 572816 h 1478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10607" h="1478613">
                  <a:moveTo>
                    <a:pt x="871" y="572816"/>
                  </a:moveTo>
                  <a:cubicBezTo>
                    <a:pt x="-34848" y="100834"/>
                    <a:pt x="1035825" y="191770"/>
                    <a:pt x="1648179" y="116550"/>
                  </a:cubicBezTo>
                  <a:cubicBezTo>
                    <a:pt x="2260533" y="41330"/>
                    <a:pt x="3095234" y="-105560"/>
                    <a:pt x="3674998" y="121496"/>
                  </a:cubicBezTo>
                  <a:cubicBezTo>
                    <a:pt x="4254762" y="348552"/>
                    <a:pt x="5314992" y="1030654"/>
                    <a:pt x="5076137" y="1213694"/>
                  </a:cubicBezTo>
                  <a:cubicBezTo>
                    <a:pt x="4837282" y="1396734"/>
                    <a:pt x="2696233" y="1576845"/>
                    <a:pt x="1622497" y="1416615"/>
                  </a:cubicBezTo>
                  <a:cubicBezTo>
                    <a:pt x="548761" y="1256385"/>
                    <a:pt x="36590" y="1044798"/>
                    <a:pt x="871" y="572816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54574DB3-F38B-D8C8-A423-B30B1CA75028}"/>
                </a:ext>
              </a:extLst>
            </p:cNvPr>
            <p:cNvSpPr/>
            <p:nvPr/>
          </p:nvSpPr>
          <p:spPr>
            <a:xfrm rot="20160439">
              <a:off x="5292420" y="3505541"/>
              <a:ext cx="189776" cy="322477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CDB87CDB-A331-8246-54D9-B6BF50FA9E9C}"/>
                </a:ext>
              </a:extLst>
            </p:cNvPr>
            <p:cNvSpPr/>
            <p:nvPr/>
          </p:nvSpPr>
          <p:spPr>
            <a:xfrm rot="20160439">
              <a:off x="5641727" y="3405513"/>
              <a:ext cx="189776" cy="322477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64D8BA8D-D834-5D3C-2BD6-F7FCB64B6362}"/>
                </a:ext>
              </a:extLst>
            </p:cNvPr>
            <p:cNvSpPr/>
            <p:nvPr/>
          </p:nvSpPr>
          <p:spPr>
            <a:xfrm rot="20160439">
              <a:off x="5959915" y="3270067"/>
              <a:ext cx="189776" cy="322477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DB8AE21-190C-57C5-65FD-B644955BD983}"/>
                </a:ext>
              </a:extLst>
            </p:cNvPr>
            <p:cNvSpPr/>
            <p:nvPr/>
          </p:nvSpPr>
          <p:spPr>
            <a:xfrm rot="20160439">
              <a:off x="6234799" y="3168121"/>
              <a:ext cx="189776" cy="322477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Rectangle 18">
              <a:extLst>
                <a:ext uri="{FF2B5EF4-FFF2-40B4-BE49-F238E27FC236}">
                  <a16:creationId xmlns:a16="http://schemas.microsoft.com/office/drawing/2014/main" id="{CD2D88B7-3AC1-D06D-0A9B-9D6DEC826ACC}"/>
                </a:ext>
              </a:extLst>
            </p:cNvPr>
            <p:cNvSpPr/>
            <p:nvPr/>
          </p:nvSpPr>
          <p:spPr>
            <a:xfrm rot="21340227">
              <a:off x="6810452" y="2503527"/>
              <a:ext cx="1011956" cy="421411"/>
            </a:xfrm>
            <a:custGeom>
              <a:avLst/>
              <a:gdLst>
                <a:gd name="connsiteX0" fmla="*/ 0 w 998807"/>
                <a:gd name="connsiteY0" fmla="*/ 0 h 247737"/>
                <a:gd name="connsiteX1" fmla="*/ 998807 w 998807"/>
                <a:gd name="connsiteY1" fmla="*/ 0 h 247737"/>
                <a:gd name="connsiteX2" fmla="*/ 998807 w 998807"/>
                <a:gd name="connsiteY2" fmla="*/ 247737 h 247737"/>
                <a:gd name="connsiteX3" fmla="*/ 0 w 998807"/>
                <a:gd name="connsiteY3" fmla="*/ 247737 h 247737"/>
                <a:gd name="connsiteX4" fmla="*/ 0 w 998807"/>
                <a:gd name="connsiteY4" fmla="*/ 0 h 247737"/>
                <a:gd name="connsiteX0" fmla="*/ 0 w 1011956"/>
                <a:gd name="connsiteY0" fmla="*/ 173674 h 421411"/>
                <a:gd name="connsiteX1" fmla="*/ 1011956 w 1011956"/>
                <a:gd name="connsiteY1" fmla="*/ 0 h 421411"/>
                <a:gd name="connsiteX2" fmla="*/ 998807 w 1011956"/>
                <a:gd name="connsiteY2" fmla="*/ 421411 h 421411"/>
                <a:gd name="connsiteX3" fmla="*/ 0 w 1011956"/>
                <a:gd name="connsiteY3" fmla="*/ 421411 h 421411"/>
                <a:gd name="connsiteX4" fmla="*/ 0 w 1011956"/>
                <a:gd name="connsiteY4" fmla="*/ 173674 h 421411"/>
                <a:gd name="connsiteX0" fmla="*/ 2191 w 1011956"/>
                <a:gd name="connsiteY0" fmla="*/ 144729 h 421411"/>
                <a:gd name="connsiteX1" fmla="*/ 1011956 w 1011956"/>
                <a:gd name="connsiteY1" fmla="*/ 0 h 421411"/>
                <a:gd name="connsiteX2" fmla="*/ 998807 w 1011956"/>
                <a:gd name="connsiteY2" fmla="*/ 421411 h 421411"/>
                <a:gd name="connsiteX3" fmla="*/ 0 w 1011956"/>
                <a:gd name="connsiteY3" fmla="*/ 421411 h 421411"/>
                <a:gd name="connsiteX4" fmla="*/ 2191 w 1011956"/>
                <a:gd name="connsiteY4" fmla="*/ 144729 h 42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956" h="421411">
                  <a:moveTo>
                    <a:pt x="2191" y="144729"/>
                  </a:moveTo>
                  <a:lnTo>
                    <a:pt x="1011956" y="0"/>
                  </a:lnTo>
                  <a:lnTo>
                    <a:pt x="998807" y="421411"/>
                  </a:lnTo>
                  <a:lnTo>
                    <a:pt x="0" y="421411"/>
                  </a:lnTo>
                  <a:cubicBezTo>
                    <a:pt x="730" y="329184"/>
                    <a:pt x="1461" y="236956"/>
                    <a:pt x="2191" y="144729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Flowchart: Manual Operation 19">
              <a:extLst>
                <a:ext uri="{FF2B5EF4-FFF2-40B4-BE49-F238E27FC236}">
                  <a16:creationId xmlns:a16="http://schemas.microsoft.com/office/drawing/2014/main" id="{1EB20649-6291-65E1-3727-C5E5D54DCFCC}"/>
                </a:ext>
              </a:extLst>
            </p:cNvPr>
            <p:cNvSpPr/>
            <p:nvPr/>
          </p:nvSpPr>
          <p:spPr>
            <a:xfrm rot="20866405" flipV="1">
              <a:off x="7852287" y="2393966"/>
              <a:ext cx="384522" cy="456436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8000 w 10000"/>
                <a:gd name="connsiteY2" fmla="*/ 10000 h 10000"/>
                <a:gd name="connsiteX3" fmla="*/ 2000 w 10000"/>
                <a:gd name="connsiteY3" fmla="*/ 10000 h 10000"/>
                <a:gd name="connsiteX4" fmla="*/ 0 w 10000"/>
                <a:gd name="connsiteY4" fmla="*/ 0 h 10000"/>
                <a:gd name="connsiteX0" fmla="*/ 0 w 10000"/>
                <a:gd name="connsiteY0" fmla="*/ 0 h 10206"/>
                <a:gd name="connsiteX1" fmla="*/ 10000 w 10000"/>
                <a:gd name="connsiteY1" fmla="*/ 0 h 10206"/>
                <a:gd name="connsiteX2" fmla="*/ 6893 w 10000"/>
                <a:gd name="connsiteY2" fmla="*/ 10206 h 10206"/>
                <a:gd name="connsiteX3" fmla="*/ 2000 w 10000"/>
                <a:gd name="connsiteY3" fmla="*/ 10000 h 10206"/>
                <a:gd name="connsiteX4" fmla="*/ 0 w 10000"/>
                <a:gd name="connsiteY4" fmla="*/ 0 h 10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206">
                  <a:moveTo>
                    <a:pt x="0" y="0"/>
                  </a:moveTo>
                  <a:lnTo>
                    <a:pt x="10000" y="0"/>
                  </a:lnTo>
                  <a:lnTo>
                    <a:pt x="6893" y="10206"/>
                  </a:lnTo>
                  <a:lnTo>
                    <a:pt x="2000" y="100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Rectangle 20">
              <a:extLst>
                <a:ext uri="{FF2B5EF4-FFF2-40B4-BE49-F238E27FC236}">
                  <a16:creationId xmlns:a16="http://schemas.microsoft.com/office/drawing/2014/main" id="{80F9C4C0-04E3-8EEF-8F0D-78B008CA325A}"/>
                </a:ext>
              </a:extLst>
            </p:cNvPr>
            <p:cNvSpPr/>
            <p:nvPr/>
          </p:nvSpPr>
          <p:spPr>
            <a:xfrm>
              <a:off x="8112022" y="2070573"/>
              <a:ext cx="1117184" cy="685047"/>
            </a:xfrm>
            <a:custGeom>
              <a:avLst/>
              <a:gdLst>
                <a:gd name="connsiteX0" fmla="*/ 0 w 669509"/>
                <a:gd name="connsiteY0" fmla="*/ 0 h 243722"/>
                <a:gd name="connsiteX1" fmla="*/ 669509 w 669509"/>
                <a:gd name="connsiteY1" fmla="*/ 0 h 243722"/>
                <a:gd name="connsiteX2" fmla="*/ 669509 w 669509"/>
                <a:gd name="connsiteY2" fmla="*/ 243722 h 243722"/>
                <a:gd name="connsiteX3" fmla="*/ 0 w 669509"/>
                <a:gd name="connsiteY3" fmla="*/ 243722 h 243722"/>
                <a:gd name="connsiteX4" fmla="*/ 0 w 669509"/>
                <a:gd name="connsiteY4" fmla="*/ 0 h 243722"/>
                <a:gd name="connsiteX0" fmla="*/ 0 w 669509"/>
                <a:gd name="connsiteY0" fmla="*/ 276225 h 519947"/>
                <a:gd name="connsiteX1" fmla="*/ 431384 w 669509"/>
                <a:gd name="connsiteY1" fmla="*/ 0 h 519947"/>
                <a:gd name="connsiteX2" fmla="*/ 669509 w 669509"/>
                <a:gd name="connsiteY2" fmla="*/ 519947 h 519947"/>
                <a:gd name="connsiteX3" fmla="*/ 0 w 669509"/>
                <a:gd name="connsiteY3" fmla="*/ 519947 h 519947"/>
                <a:gd name="connsiteX4" fmla="*/ 0 w 669509"/>
                <a:gd name="connsiteY4" fmla="*/ 276225 h 519947"/>
                <a:gd name="connsiteX0" fmla="*/ 0 w 1002884"/>
                <a:gd name="connsiteY0" fmla="*/ 276225 h 519947"/>
                <a:gd name="connsiteX1" fmla="*/ 431384 w 1002884"/>
                <a:gd name="connsiteY1" fmla="*/ 0 h 519947"/>
                <a:gd name="connsiteX2" fmla="*/ 1002884 w 1002884"/>
                <a:gd name="connsiteY2" fmla="*/ 138947 h 519947"/>
                <a:gd name="connsiteX3" fmla="*/ 0 w 1002884"/>
                <a:gd name="connsiteY3" fmla="*/ 519947 h 519947"/>
                <a:gd name="connsiteX4" fmla="*/ 0 w 1002884"/>
                <a:gd name="connsiteY4" fmla="*/ 276225 h 519947"/>
                <a:gd name="connsiteX0" fmla="*/ 0 w 1002884"/>
                <a:gd name="connsiteY0" fmla="*/ 276225 h 719972"/>
                <a:gd name="connsiteX1" fmla="*/ 431384 w 1002884"/>
                <a:gd name="connsiteY1" fmla="*/ 0 h 719972"/>
                <a:gd name="connsiteX2" fmla="*/ 1002884 w 1002884"/>
                <a:gd name="connsiteY2" fmla="*/ 138947 h 719972"/>
                <a:gd name="connsiteX3" fmla="*/ 257175 w 1002884"/>
                <a:gd name="connsiteY3" fmla="*/ 719972 h 719972"/>
                <a:gd name="connsiteX4" fmla="*/ 0 w 1002884"/>
                <a:gd name="connsiteY4" fmla="*/ 276225 h 719972"/>
                <a:gd name="connsiteX0" fmla="*/ 0 w 1012409"/>
                <a:gd name="connsiteY0" fmla="*/ 352425 h 719972"/>
                <a:gd name="connsiteX1" fmla="*/ 440909 w 1012409"/>
                <a:gd name="connsiteY1" fmla="*/ 0 h 719972"/>
                <a:gd name="connsiteX2" fmla="*/ 1012409 w 1012409"/>
                <a:gd name="connsiteY2" fmla="*/ 138947 h 719972"/>
                <a:gd name="connsiteX3" fmla="*/ 266700 w 1012409"/>
                <a:gd name="connsiteY3" fmla="*/ 719972 h 719972"/>
                <a:gd name="connsiteX4" fmla="*/ 0 w 1012409"/>
                <a:gd name="connsiteY4" fmla="*/ 352425 h 719972"/>
                <a:gd name="connsiteX0" fmla="*/ 0 w 1012409"/>
                <a:gd name="connsiteY0" fmla="*/ 352425 h 719972"/>
                <a:gd name="connsiteX1" fmla="*/ 440909 w 1012409"/>
                <a:gd name="connsiteY1" fmla="*/ 0 h 719972"/>
                <a:gd name="connsiteX2" fmla="*/ 1012409 w 1012409"/>
                <a:gd name="connsiteY2" fmla="*/ 138947 h 719972"/>
                <a:gd name="connsiteX3" fmla="*/ 266700 w 1012409"/>
                <a:gd name="connsiteY3" fmla="*/ 719972 h 719972"/>
                <a:gd name="connsiteX4" fmla="*/ 0 w 1012409"/>
                <a:gd name="connsiteY4" fmla="*/ 352425 h 719972"/>
                <a:gd name="connsiteX0" fmla="*/ 0 w 1012409"/>
                <a:gd name="connsiteY0" fmla="*/ 352425 h 691397"/>
                <a:gd name="connsiteX1" fmla="*/ 440909 w 1012409"/>
                <a:gd name="connsiteY1" fmla="*/ 0 h 691397"/>
                <a:gd name="connsiteX2" fmla="*/ 1012409 w 1012409"/>
                <a:gd name="connsiteY2" fmla="*/ 138947 h 691397"/>
                <a:gd name="connsiteX3" fmla="*/ 257175 w 1012409"/>
                <a:gd name="connsiteY3" fmla="*/ 691397 h 691397"/>
                <a:gd name="connsiteX4" fmla="*/ 0 w 1012409"/>
                <a:gd name="connsiteY4" fmla="*/ 352425 h 691397"/>
                <a:gd name="connsiteX0" fmla="*/ 0 w 1012409"/>
                <a:gd name="connsiteY0" fmla="*/ 352425 h 691397"/>
                <a:gd name="connsiteX1" fmla="*/ 440909 w 1012409"/>
                <a:gd name="connsiteY1" fmla="*/ 0 h 691397"/>
                <a:gd name="connsiteX2" fmla="*/ 1012409 w 1012409"/>
                <a:gd name="connsiteY2" fmla="*/ 138947 h 691397"/>
                <a:gd name="connsiteX3" fmla="*/ 257175 w 1012409"/>
                <a:gd name="connsiteY3" fmla="*/ 691397 h 691397"/>
                <a:gd name="connsiteX4" fmla="*/ 0 w 1012409"/>
                <a:gd name="connsiteY4" fmla="*/ 352425 h 691397"/>
                <a:gd name="connsiteX0" fmla="*/ 0 w 1012409"/>
                <a:gd name="connsiteY0" fmla="*/ 352425 h 691397"/>
                <a:gd name="connsiteX1" fmla="*/ 440909 w 1012409"/>
                <a:gd name="connsiteY1" fmla="*/ 0 h 691397"/>
                <a:gd name="connsiteX2" fmla="*/ 1012409 w 1012409"/>
                <a:gd name="connsiteY2" fmla="*/ 138947 h 691397"/>
                <a:gd name="connsiteX3" fmla="*/ 257175 w 1012409"/>
                <a:gd name="connsiteY3" fmla="*/ 691397 h 691397"/>
                <a:gd name="connsiteX4" fmla="*/ 0 w 1012409"/>
                <a:gd name="connsiteY4" fmla="*/ 352425 h 691397"/>
                <a:gd name="connsiteX0" fmla="*/ 0 w 1012409"/>
                <a:gd name="connsiteY0" fmla="*/ 352425 h 691397"/>
                <a:gd name="connsiteX1" fmla="*/ 440909 w 1012409"/>
                <a:gd name="connsiteY1" fmla="*/ 0 h 691397"/>
                <a:gd name="connsiteX2" fmla="*/ 1012409 w 1012409"/>
                <a:gd name="connsiteY2" fmla="*/ 138947 h 691397"/>
                <a:gd name="connsiteX3" fmla="*/ 257175 w 1012409"/>
                <a:gd name="connsiteY3" fmla="*/ 691397 h 691397"/>
                <a:gd name="connsiteX4" fmla="*/ 0 w 1012409"/>
                <a:gd name="connsiteY4" fmla="*/ 352425 h 691397"/>
                <a:gd name="connsiteX0" fmla="*/ 0 w 1012409"/>
                <a:gd name="connsiteY0" fmla="*/ 352425 h 691397"/>
                <a:gd name="connsiteX1" fmla="*/ 440909 w 1012409"/>
                <a:gd name="connsiteY1" fmla="*/ 0 h 691397"/>
                <a:gd name="connsiteX2" fmla="*/ 1012409 w 1012409"/>
                <a:gd name="connsiteY2" fmla="*/ 138947 h 691397"/>
                <a:gd name="connsiteX3" fmla="*/ 257175 w 1012409"/>
                <a:gd name="connsiteY3" fmla="*/ 691397 h 691397"/>
                <a:gd name="connsiteX4" fmla="*/ 0 w 1012409"/>
                <a:gd name="connsiteY4" fmla="*/ 352425 h 691397"/>
                <a:gd name="connsiteX0" fmla="*/ 0 w 1012409"/>
                <a:gd name="connsiteY0" fmla="*/ 352425 h 691397"/>
                <a:gd name="connsiteX1" fmla="*/ 440909 w 1012409"/>
                <a:gd name="connsiteY1" fmla="*/ 0 h 691397"/>
                <a:gd name="connsiteX2" fmla="*/ 1012409 w 1012409"/>
                <a:gd name="connsiteY2" fmla="*/ 138947 h 691397"/>
                <a:gd name="connsiteX3" fmla="*/ 257175 w 1012409"/>
                <a:gd name="connsiteY3" fmla="*/ 691397 h 691397"/>
                <a:gd name="connsiteX4" fmla="*/ 0 w 1012409"/>
                <a:gd name="connsiteY4" fmla="*/ 352425 h 691397"/>
                <a:gd name="connsiteX0" fmla="*/ 0 w 1012409"/>
                <a:gd name="connsiteY0" fmla="*/ 352425 h 691397"/>
                <a:gd name="connsiteX1" fmla="*/ 440909 w 1012409"/>
                <a:gd name="connsiteY1" fmla="*/ 0 h 691397"/>
                <a:gd name="connsiteX2" fmla="*/ 1012409 w 1012409"/>
                <a:gd name="connsiteY2" fmla="*/ 138947 h 691397"/>
                <a:gd name="connsiteX3" fmla="*/ 257175 w 1012409"/>
                <a:gd name="connsiteY3" fmla="*/ 691397 h 691397"/>
                <a:gd name="connsiteX4" fmla="*/ 0 w 1012409"/>
                <a:gd name="connsiteY4" fmla="*/ 352425 h 691397"/>
                <a:gd name="connsiteX0" fmla="*/ 0 w 1082259"/>
                <a:gd name="connsiteY0" fmla="*/ 361718 h 700690"/>
                <a:gd name="connsiteX1" fmla="*/ 440909 w 1082259"/>
                <a:gd name="connsiteY1" fmla="*/ 9293 h 700690"/>
                <a:gd name="connsiteX2" fmla="*/ 1082259 w 1082259"/>
                <a:gd name="connsiteY2" fmla="*/ 72040 h 700690"/>
                <a:gd name="connsiteX3" fmla="*/ 257175 w 1082259"/>
                <a:gd name="connsiteY3" fmla="*/ 700690 h 700690"/>
                <a:gd name="connsiteX4" fmla="*/ 0 w 1082259"/>
                <a:gd name="connsiteY4" fmla="*/ 361718 h 700690"/>
                <a:gd name="connsiteX0" fmla="*/ 0 w 1082259"/>
                <a:gd name="connsiteY0" fmla="*/ 354238 h 693210"/>
                <a:gd name="connsiteX1" fmla="*/ 440909 w 1082259"/>
                <a:gd name="connsiteY1" fmla="*/ 1813 h 693210"/>
                <a:gd name="connsiteX2" fmla="*/ 1082259 w 1082259"/>
                <a:gd name="connsiteY2" fmla="*/ 64560 h 693210"/>
                <a:gd name="connsiteX3" fmla="*/ 257175 w 1082259"/>
                <a:gd name="connsiteY3" fmla="*/ 693210 h 693210"/>
                <a:gd name="connsiteX4" fmla="*/ 0 w 1082259"/>
                <a:gd name="connsiteY4" fmla="*/ 354238 h 693210"/>
                <a:gd name="connsiteX0" fmla="*/ 0 w 1082259"/>
                <a:gd name="connsiteY0" fmla="*/ 353338 h 692310"/>
                <a:gd name="connsiteX1" fmla="*/ 440909 w 1082259"/>
                <a:gd name="connsiteY1" fmla="*/ 913 h 692310"/>
                <a:gd name="connsiteX2" fmla="*/ 1082259 w 1082259"/>
                <a:gd name="connsiteY2" fmla="*/ 63660 h 692310"/>
                <a:gd name="connsiteX3" fmla="*/ 257175 w 1082259"/>
                <a:gd name="connsiteY3" fmla="*/ 692310 h 692310"/>
                <a:gd name="connsiteX4" fmla="*/ 0 w 1082259"/>
                <a:gd name="connsiteY4" fmla="*/ 353338 h 692310"/>
                <a:gd name="connsiteX0" fmla="*/ 0 w 1082259"/>
                <a:gd name="connsiteY0" fmla="*/ 352509 h 691481"/>
                <a:gd name="connsiteX1" fmla="*/ 440909 w 1082259"/>
                <a:gd name="connsiteY1" fmla="*/ 84 h 691481"/>
                <a:gd name="connsiteX2" fmla="*/ 1082259 w 1082259"/>
                <a:gd name="connsiteY2" fmla="*/ 62831 h 691481"/>
                <a:gd name="connsiteX3" fmla="*/ 257175 w 1082259"/>
                <a:gd name="connsiteY3" fmla="*/ 691481 h 691481"/>
                <a:gd name="connsiteX4" fmla="*/ 0 w 1082259"/>
                <a:gd name="connsiteY4" fmla="*/ 352509 h 691481"/>
                <a:gd name="connsiteX0" fmla="*/ 0 w 1082259"/>
                <a:gd name="connsiteY0" fmla="*/ 352425 h 691397"/>
                <a:gd name="connsiteX1" fmla="*/ 440909 w 1082259"/>
                <a:gd name="connsiteY1" fmla="*/ 0 h 691397"/>
                <a:gd name="connsiteX2" fmla="*/ 1082259 w 1082259"/>
                <a:gd name="connsiteY2" fmla="*/ 62747 h 691397"/>
                <a:gd name="connsiteX3" fmla="*/ 257175 w 1082259"/>
                <a:gd name="connsiteY3" fmla="*/ 691397 h 691397"/>
                <a:gd name="connsiteX4" fmla="*/ 0 w 1082259"/>
                <a:gd name="connsiteY4" fmla="*/ 352425 h 691397"/>
                <a:gd name="connsiteX0" fmla="*/ 0 w 1082259"/>
                <a:gd name="connsiteY0" fmla="*/ 352425 h 691397"/>
                <a:gd name="connsiteX1" fmla="*/ 440909 w 1082259"/>
                <a:gd name="connsiteY1" fmla="*/ 0 h 691397"/>
                <a:gd name="connsiteX2" fmla="*/ 1082259 w 1082259"/>
                <a:gd name="connsiteY2" fmla="*/ 62747 h 691397"/>
                <a:gd name="connsiteX3" fmla="*/ 257175 w 1082259"/>
                <a:gd name="connsiteY3" fmla="*/ 691397 h 691397"/>
                <a:gd name="connsiteX4" fmla="*/ 0 w 1082259"/>
                <a:gd name="connsiteY4" fmla="*/ 352425 h 691397"/>
                <a:gd name="connsiteX0" fmla="*/ 0 w 1082259"/>
                <a:gd name="connsiteY0" fmla="*/ 352425 h 691397"/>
                <a:gd name="connsiteX1" fmla="*/ 440909 w 1082259"/>
                <a:gd name="connsiteY1" fmla="*/ 0 h 691397"/>
                <a:gd name="connsiteX2" fmla="*/ 1082259 w 1082259"/>
                <a:gd name="connsiteY2" fmla="*/ 53222 h 691397"/>
                <a:gd name="connsiteX3" fmla="*/ 257175 w 1082259"/>
                <a:gd name="connsiteY3" fmla="*/ 691397 h 691397"/>
                <a:gd name="connsiteX4" fmla="*/ 0 w 1082259"/>
                <a:gd name="connsiteY4" fmla="*/ 352425 h 691397"/>
                <a:gd name="connsiteX0" fmla="*/ 0 w 1082259"/>
                <a:gd name="connsiteY0" fmla="*/ 352425 h 691397"/>
                <a:gd name="connsiteX1" fmla="*/ 440909 w 1082259"/>
                <a:gd name="connsiteY1" fmla="*/ 0 h 691397"/>
                <a:gd name="connsiteX2" fmla="*/ 1082259 w 1082259"/>
                <a:gd name="connsiteY2" fmla="*/ 53222 h 691397"/>
                <a:gd name="connsiteX3" fmla="*/ 257175 w 1082259"/>
                <a:gd name="connsiteY3" fmla="*/ 691397 h 691397"/>
                <a:gd name="connsiteX4" fmla="*/ 0 w 1082259"/>
                <a:gd name="connsiteY4" fmla="*/ 352425 h 691397"/>
                <a:gd name="connsiteX0" fmla="*/ 0 w 1082259"/>
                <a:gd name="connsiteY0" fmla="*/ 346075 h 685047"/>
                <a:gd name="connsiteX1" fmla="*/ 437734 w 1082259"/>
                <a:gd name="connsiteY1" fmla="*/ 0 h 685047"/>
                <a:gd name="connsiteX2" fmla="*/ 1082259 w 1082259"/>
                <a:gd name="connsiteY2" fmla="*/ 46872 h 685047"/>
                <a:gd name="connsiteX3" fmla="*/ 257175 w 1082259"/>
                <a:gd name="connsiteY3" fmla="*/ 685047 h 685047"/>
                <a:gd name="connsiteX4" fmla="*/ 0 w 1082259"/>
                <a:gd name="connsiteY4" fmla="*/ 346075 h 685047"/>
                <a:gd name="connsiteX0" fmla="*/ 0 w 1117184"/>
                <a:gd name="connsiteY0" fmla="*/ 292100 h 685047"/>
                <a:gd name="connsiteX1" fmla="*/ 472659 w 1117184"/>
                <a:gd name="connsiteY1" fmla="*/ 0 h 685047"/>
                <a:gd name="connsiteX2" fmla="*/ 1117184 w 1117184"/>
                <a:gd name="connsiteY2" fmla="*/ 46872 h 685047"/>
                <a:gd name="connsiteX3" fmla="*/ 292100 w 1117184"/>
                <a:gd name="connsiteY3" fmla="*/ 685047 h 685047"/>
                <a:gd name="connsiteX4" fmla="*/ 0 w 1117184"/>
                <a:gd name="connsiteY4" fmla="*/ 292100 h 685047"/>
                <a:gd name="connsiteX0" fmla="*/ 0 w 1117184"/>
                <a:gd name="connsiteY0" fmla="*/ 292100 h 685047"/>
                <a:gd name="connsiteX1" fmla="*/ 472659 w 1117184"/>
                <a:gd name="connsiteY1" fmla="*/ 0 h 685047"/>
                <a:gd name="connsiteX2" fmla="*/ 1117184 w 1117184"/>
                <a:gd name="connsiteY2" fmla="*/ 46872 h 685047"/>
                <a:gd name="connsiteX3" fmla="*/ 292100 w 1117184"/>
                <a:gd name="connsiteY3" fmla="*/ 685047 h 685047"/>
                <a:gd name="connsiteX4" fmla="*/ 0 w 1117184"/>
                <a:gd name="connsiteY4" fmla="*/ 292100 h 685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184" h="685047">
                  <a:moveTo>
                    <a:pt x="0" y="292100"/>
                  </a:moveTo>
                  <a:cubicBezTo>
                    <a:pt x="280320" y="193675"/>
                    <a:pt x="325689" y="117475"/>
                    <a:pt x="472659" y="0"/>
                  </a:cubicBezTo>
                  <a:cubicBezTo>
                    <a:pt x="607370" y="19102"/>
                    <a:pt x="729834" y="-13958"/>
                    <a:pt x="1117184" y="46872"/>
                  </a:cubicBezTo>
                  <a:cubicBezTo>
                    <a:pt x="865439" y="231022"/>
                    <a:pt x="791495" y="462797"/>
                    <a:pt x="292100" y="685047"/>
                  </a:cubicBezTo>
                  <a:lnTo>
                    <a:pt x="0" y="29210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Arc 65">
              <a:extLst>
                <a:ext uri="{FF2B5EF4-FFF2-40B4-BE49-F238E27FC236}">
                  <a16:creationId xmlns:a16="http://schemas.microsoft.com/office/drawing/2014/main" id="{9516C69B-6F09-FD19-CBF7-40CF6FEBEE12}"/>
                </a:ext>
              </a:extLst>
            </p:cNvPr>
            <p:cNvSpPr/>
            <p:nvPr/>
          </p:nvSpPr>
          <p:spPr>
            <a:xfrm rot="13911681">
              <a:off x="9815438" y="2204304"/>
              <a:ext cx="973282" cy="897116"/>
            </a:xfrm>
            <a:prstGeom prst="arc">
              <a:avLst>
                <a:gd name="adj1" fmla="val 15301149"/>
                <a:gd name="adj2" fmla="val 0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Oval 4">
              <a:extLst>
                <a:ext uri="{FF2B5EF4-FFF2-40B4-BE49-F238E27FC236}">
                  <a16:creationId xmlns:a16="http://schemas.microsoft.com/office/drawing/2014/main" id="{0B513042-A5A5-6F8F-9512-F9D188C4DE4B}"/>
                </a:ext>
              </a:extLst>
            </p:cNvPr>
            <p:cNvSpPr/>
            <p:nvPr/>
          </p:nvSpPr>
          <p:spPr>
            <a:xfrm rot="15421402" flipH="1" flipV="1">
              <a:off x="3220488" y="2116246"/>
              <a:ext cx="1376407" cy="2265581"/>
            </a:xfrm>
            <a:custGeom>
              <a:avLst/>
              <a:gdLst>
                <a:gd name="connsiteX0" fmla="*/ 0 w 1704956"/>
                <a:gd name="connsiteY0" fmla="*/ 407919 h 815837"/>
                <a:gd name="connsiteX1" fmla="*/ 852478 w 1704956"/>
                <a:gd name="connsiteY1" fmla="*/ 0 h 815837"/>
                <a:gd name="connsiteX2" fmla="*/ 1704956 w 1704956"/>
                <a:gd name="connsiteY2" fmla="*/ 407919 h 815837"/>
                <a:gd name="connsiteX3" fmla="*/ 852478 w 1704956"/>
                <a:gd name="connsiteY3" fmla="*/ 815838 h 815837"/>
                <a:gd name="connsiteX4" fmla="*/ 0 w 1704956"/>
                <a:gd name="connsiteY4" fmla="*/ 407919 h 815837"/>
                <a:gd name="connsiteX0" fmla="*/ 324 w 1705280"/>
                <a:gd name="connsiteY0" fmla="*/ 407919 h 815838"/>
                <a:gd name="connsiteX1" fmla="*/ 852802 w 1705280"/>
                <a:gd name="connsiteY1" fmla="*/ 0 h 815838"/>
                <a:gd name="connsiteX2" fmla="*/ 1705280 w 1705280"/>
                <a:gd name="connsiteY2" fmla="*/ 407919 h 815838"/>
                <a:gd name="connsiteX3" fmla="*/ 852802 w 1705280"/>
                <a:gd name="connsiteY3" fmla="*/ 815838 h 815838"/>
                <a:gd name="connsiteX4" fmla="*/ 324 w 1705280"/>
                <a:gd name="connsiteY4" fmla="*/ 407919 h 815838"/>
                <a:gd name="connsiteX0" fmla="*/ 0 w 1704956"/>
                <a:gd name="connsiteY0" fmla="*/ 407919 h 815838"/>
                <a:gd name="connsiteX1" fmla="*/ 852478 w 1704956"/>
                <a:gd name="connsiteY1" fmla="*/ 0 h 815838"/>
                <a:gd name="connsiteX2" fmla="*/ 1704956 w 1704956"/>
                <a:gd name="connsiteY2" fmla="*/ 407919 h 815838"/>
                <a:gd name="connsiteX3" fmla="*/ 852478 w 1704956"/>
                <a:gd name="connsiteY3" fmla="*/ 815838 h 815838"/>
                <a:gd name="connsiteX4" fmla="*/ 0 w 1704956"/>
                <a:gd name="connsiteY4" fmla="*/ 407919 h 815838"/>
                <a:gd name="connsiteX0" fmla="*/ 0 w 1704956"/>
                <a:gd name="connsiteY0" fmla="*/ 407919 h 818785"/>
                <a:gd name="connsiteX1" fmla="*/ 852478 w 1704956"/>
                <a:gd name="connsiteY1" fmla="*/ 0 h 818785"/>
                <a:gd name="connsiteX2" fmla="*/ 1704956 w 1704956"/>
                <a:gd name="connsiteY2" fmla="*/ 407919 h 818785"/>
                <a:gd name="connsiteX3" fmla="*/ 852478 w 1704956"/>
                <a:gd name="connsiteY3" fmla="*/ 815838 h 818785"/>
                <a:gd name="connsiteX4" fmla="*/ 0 w 1704956"/>
                <a:gd name="connsiteY4" fmla="*/ 407919 h 818785"/>
                <a:gd name="connsiteX0" fmla="*/ 0 w 1788498"/>
                <a:gd name="connsiteY0" fmla="*/ 407919 h 818893"/>
                <a:gd name="connsiteX1" fmla="*/ 852478 w 1788498"/>
                <a:gd name="connsiteY1" fmla="*/ 0 h 818893"/>
                <a:gd name="connsiteX2" fmla="*/ 1704956 w 1788498"/>
                <a:gd name="connsiteY2" fmla="*/ 407919 h 818893"/>
                <a:gd name="connsiteX3" fmla="*/ 852478 w 1788498"/>
                <a:gd name="connsiteY3" fmla="*/ 815838 h 818893"/>
                <a:gd name="connsiteX4" fmla="*/ 0 w 1788498"/>
                <a:gd name="connsiteY4" fmla="*/ 407919 h 818893"/>
                <a:gd name="connsiteX0" fmla="*/ 0 w 1858201"/>
                <a:gd name="connsiteY0" fmla="*/ 408129 h 816335"/>
                <a:gd name="connsiteX1" fmla="*/ 852478 w 1858201"/>
                <a:gd name="connsiteY1" fmla="*/ 210 h 816335"/>
                <a:gd name="connsiteX2" fmla="*/ 1813248 w 1858201"/>
                <a:gd name="connsiteY2" fmla="*/ 452654 h 816335"/>
                <a:gd name="connsiteX3" fmla="*/ 852478 w 1858201"/>
                <a:gd name="connsiteY3" fmla="*/ 816048 h 816335"/>
                <a:gd name="connsiteX4" fmla="*/ 0 w 1858201"/>
                <a:gd name="connsiteY4" fmla="*/ 408129 h 816335"/>
                <a:gd name="connsiteX0" fmla="*/ 0 w 1872533"/>
                <a:gd name="connsiteY0" fmla="*/ 408129 h 816274"/>
                <a:gd name="connsiteX1" fmla="*/ 852478 w 1872533"/>
                <a:gd name="connsiteY1" fmla="*/ 210 h 816274"/>
                <a:gd name="connsiteX2" fmla="*/ 1813248 w 1872533"/>
                <a:gd name="connsiteY2" fmla="*/ 452654 h 816274"/>
                <a:gd name="connsiteX3" fmla="*/ 852478 w 1872533"/>
                <a:gd name="connsiteY3" fmla="*/ 816048 h 816274"/>
                <a:gd name="connsiteX4" fmla="*/ 0 w 1872533"/>
                <a:gd name="connsiteY4" fmla="*/ 408129 h 816274"/>
                <a:gd name="connsiteX0" fmla="*/ 0 w 1887030"/>
                <a:gd name="connsiteY0" fmla="*/ 408129 h 819976"/>
                <a:gd name="connsiteX1" fmla="*/ 852478 w 1887030"/>
                <a:gd name="connsiteY1" fmla="*/ 210 h 819976"/>
                <a:gd name="connsiteX2" fmla="*/ 1813248 w 1887030"/>
                <a:gd name="connsiteY2" fmla="*/ 452654 h 819976"/>
                <a:gd name="connsiteX3" fmla="*/ 852478 w 1887030"/>
                <a:gd name="connsiteY3" fmla="*/ 816048 h 819976"/>
                <a:gd name="connsiteX4" fmla="*/ 0 w 1887030"/>
                <a:gd name="connsiteY4" fmla="*/ 408129 h 819976"/>
                <a:gd name="connsiteX0" fmla="*/ 0 w 959038"/>
                <a:gd name="connsiteY0" fmla="*/ 419258 h 838516"/>
                <a:gd name="connsiteX1" fmla="*/ 852478 w 959038"/>
                <a:gd name="connsiteY1" fmla="*/ 11339 h 838516"/>
                <a:gd name="connsiteX2" fmla="*/ 852478 w 959038"/>
                <a:gd name="connsiteY2" fmla="*/ 827177 h 838516"/>
                <a:gd name="connsiteX3" fmla="*/ 0 w 959038"/>
                <a:gd name="connsiteY3" fmla="*/ 419258 h 83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9038" h="838516">
                  <a:moveTo>
                    <a:pt x="0" y="419258"/>
                  </a:moveTo>
                  <a:cubicBezTo>
                    <a:pt x="0" y="193971"/>
                    <a:pt x="710398" y="-56648"/>
                    <a:pt x="852478" y="11339"/>
                  </a:cubicBezTo>
                  <a:cubicBezTo>
                    <a:pt x="994558" y="79326"/>
                    <a:pt x="994558" y="759190"/>
                    <a:pt x="852478" y="827177"/>
                  </a:cubicBezTo>
                  <a:cubicBezTo>
                    <a:pt x="710398" y="895164"/>
                    <a:pt x="0" y="644545"/>
                    <a:pt x="0" y="419258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Oval 4">
              <a:extLst>
                <a:ext uri="{FF2B5EF4-FFF2-40B4-BE49-F238E27FC236}">
                  <a16:creationId xmlns:a16="http://schemas.microsoft.com/office/drawing/2014/main" id="{48FDCC61-4C80-EE2C-E843-35186231285B}"/>
                </a:ext>
              </a:extLst>
            </p:cNvPr>
            <p:cNvSpPr/>
            <p:nvPr/>
          </p:nvSpPr>
          <p:spPr>
            <a:xfrm rot="15421402" flipH="1" flipV="1">
              <a:off x="3983544" y="2748207"/>
              <a:ext cx="706134" cy="1162305"/>
            </a:xfrm>
            <a:custGeom>
              <a:avLst/>
              <a:gdLst>
                <a:gd name="connsiteX0" fmla="*/ 0 w 1704956"/>
                <a:gd name="connsiteY0" fmla="*/ 407919 h 815837"/>
                <a:gd name="connsiteX1" fmla="*/ 852478 w 1704956"/>
                <a:gd name="connsiteY1" fmla="*/ 0 h 815837"/>
                <a:gd name="connsiteX2" fmla="*/ 1704956 w 1704956"/>
                <a:gd name="connsiteY2" fmla="*/ 407919 h 815837"/>
                <a:gd name="connsiteX3" fmla="*/ 852478 w 1704956"/>
                <a:gd name="connsiteY3" fmla="*/ 815838 h 815837"/>
                <a:gd name="connsiteX4" fmla="*/ 0 w 1704956"/>
                <a:gd name="connsiteY4" fmla="*/ 407919 h 815837"/>
                <a:gd name="connsiteX0" fmla="*/ 324 w 1705280"/>
                <a:gd name="connsiteY0" fmla="*/ 407919 h 815838"/>
                <a:gd name="connsiteX1" fmla="*/ 852802 w 1705280"/>
                <a:gd name="connsiteY1" fmla="*/ 0 h 815838"/>
                <a:gd name="connsiteX2" fmla="*/ 1705280 w 1705280"/>
                <a:gd name="connsiteY2" fmla="*/ 407919 h 815838"/>
                <a:gd name="connsiteX3" fmla="*/ 852802 w 1705280"/>
                <a:gd name="connsiteY3" fmla="*/ 815838 h 815838"/>
                <a:gd name="connsiteX4" fmla="*/ 324 w 1705280"/>
                <a:gd name="connsiteY4" fmla="*/ 407919 h 815838"/>
                <a:gd name="connsiteX0" fmla="*/ 0 w 1704956"/>
                <a:gd name="connsiteY0" fmla="*/ 407919 h 815838"/>
                <a:gd name="connsiteX1" fmla="*/ 852478 w 1704956"/>
                <a:gd name="connsiteY1" fmla="*/ 0 h 815838"/>
                <a:gd name="connsiteX2" fmla="*/ 1704956 w 1704956"/>
                <a:gd name="connsiteY2" fmla="*/ 407919 h 815838"/>
                <a:gd name="connsiteX3" fmla="*/ 852478 w 1704956"/>
                <a:gd name="connsiteY3" fmla="*/ 815838 h 815838"/>
                <a:gd name="connsiteX4" fmla="*/ 0 w 1704956"/>
                <a:gd name="connsiteY4" fmla="*/ 407919 h 815838"/>
                <a:gd name="connsiteX0" fmla="*/ 0 w 1704956"/>
                <a:gd name="connsiteY0" fmla="*/ 407919 h 818785"/>
                <a:gd name="connsiteX1" fmla="*/ 852478 w 1704956"/>
                <a:gd name="connsiteY1" fmla="*/ 0 h 818785"/>
                <a:gd name="connsiteX2" fmla="*/ 1704956 w 1704956"/>
                <a:gd name="connsiteY2" fmla="*/ 407919 h 818785"/>
                <a:gd name="connsiteX3" fmla="*/ 852478 w 1704956"/>
                <a:gd name="connsiteY3" fmla="*/ 815838 h 818785"/>
                <a:gd name="connsiteX4" fmla="*/ 0 w 1704956"/>
                <a:gd name="connsiteY4" fmla="*/ 407919 h 818785"/>
                <a:gd name="connsiteX0" fmla="*/ 0 w 1788498"/>
                <a:gd name="connsiteY0" fmla="*/ 407919 h 818893"/>
                <a:gd name="connsiteX1" fmla="*/ 852478 w 1788498"/>
                <a:gd name="connsiteY1" fmla="*/ 0 h 818893"/>
                <a:gd name="connsiteX2" fmla="*/ 1704956 w 1788498"/>
                <a:gd name="connsiteY2" fmla="*/ 407919 h 818893"/>
                <a:gd name="connsiteX3" fmla="*/ 852478 w 1788498"/>
                <a:gd name="connsiteY3" fmla="*/ 815838 h 818893"/>
                <a:gd name="connsiteX4" fmla="*/ 0 w 1788498"/>
                <a:gd name="connsiteY4" fmla="*/ 407919 h 818893"/>
                <a:gd name="connsiteX0" fmla="*/ 0 w 1858201"/>
                <a:gd name="connsiteY0" fmla="*/ 408129 h 816335"/>
                <a:gd name="connsiteX1" fmla="*/ 852478 w 1858201"/>
                <a:gd name="connsiteY1" fmla="*/ 210 h 816335"/>
                <a:gd name="connsiteX2" fmla="*/ 1813248 w 1858201"/>
                <a:gd name="connsiteY2" fmla="*/ 452654 h 816335"/>
                <a:gd name="connsiteX3" fmla="*/ 852478 w 1858201"/>
                <a:gd name="connsiteY3" fmla="*/ 816048 h 816335"/>
                <a:gd name="connsiteX4" fmla="*/ 0 w 1858201"/>
                <a:gd name="connsiteY4" fmla="*/ 408129 h 816335"/>
                <a:gd name="connsiteX0" fmla="*/ 0 w 1872533"/>
                <a:gd name="connsiteY0" fmla="*/ 408129 h 816274"/>
                <a:gd name="connsiteX1" fmla="*/ 852478 w 1872533"/>
                <a:gd name="connsiteY1" fmla="*/ 210 h 816274"/>
                <a:gd name="connsiteX2" fmla="*/ 1813248 w 1872533"/>
                <a:gd name="connsiteY2" fmla="*/ 452654 h 816274"/>
                <a:gd name="connsiteX3" fmla="*/ 852478 w 1872533"/>
                <a:gd name="connsiteY3" fmla="*/ 816048 h 816274"/>
                <a:gd name="connsiteX4" fmla="*/ 0 w 1872533"/>
                <a:gd name="connsiteY4" fmla="*/ 408129 h 816274"/>
                <a:gd name="connsiteX0" fmla="*/ 0 w 1887030"/>
                <a:gd name="connsiteY0" fmla="*/ 408129 h 819976"/>
                <a:gd name="connsiteX1" fmla="*/ 852478 w 1887030"/>
                <a:gd name="connsiteY1" fmla="*/ 210 h 819976"/>
                <a:gd name="connsiteX2" fmla="*/ 1813248 w 1887030"/>
                <a:gd name="connsiteY2" fmla="*/ 452654 h 819976"/>
                <a:gd name="connsiteX3" fmla="*/ 852478 w 1887030"/>
                <a:gd name="connsiteY3" fmla="*/ 816048 h 819976"/>
                <a:gd name="connsiteX4" fmla="*/ 0 w 1887030"/>
                <a:gd name="connsiteY4" fmla="*/ 408129 h 819976"/>
                <a:gd name="connsiteX0" fmla="*/ 0 w 959038"/>
                <a:gd name="connsiteY0" fmla="*/ 419258 h 838516"/>
                <a:gd name="connsiteX1" fmla="*/ 852478 w 959038"/>
                <a:gd name="connsiteY1" fmla="*/ 11339 h 838516"/>
                <a:gd name="connsiteX2" fmla="*/ 852478 w 959038"/>
                <a:gd name="connsiteY2" fmla="*/ 827177 h 838516"/>
                <a:gd name="connsiteX3" fmla="*/ 0 w 959038"/>
                <a:gd name="connsiteY3" fmla="*/ 419258 h 83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9038" h="838516">
                  <a:moveTo>
                    <a:pt x="0" y="419258"/>
                  </a:moveTo>
                  <a:cubicBezTo>
                    <a:pt x="0" y="193971"/>
                    <a:pt x="710398" y="-56648"/>
                    <a:pt x="852478" y="11339"/>
                  </a:cubicBezTo>
                  <a:cubicBezTo>
                    <a:pt x="994558" y="79326"/>
                    <a:pt x="994558" y="759190"/>
                    <a:pt x="852478" y="827177"/>
                  </a:cubicBezTo>
                  <a:cubicBezTo>
                    <a:pt x="710398" y="895164"/>
                    <a:pt x="0" y="644545"/>
                    <a:pt x="0" y="419258"/>
                  </a:cubicBezTo>
                  <a:close/>
                </a:path>
              </a:pathLst>
            </a:custGeom>
            <a:grpFill/>
            <a:ln w="38100" cap="flat" cmpd="sng" algn="ctr">
              <a:noFill/>
              <a:prstDash val="solid"/>
              <a:miter lim="800000"/>
            </a:ln>
            <a:effectLst>
              <a:softEdge rad="6350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Oval 4">
              <a:extLst>
                <a:ext uri="{FF2B5EF4-FFF2-40B4-BE49-F238E27FC236}">
                  <a16:creationId xmlns:a16="http://schemas.microsoft.com/office/drawing/2014/main" id="{E3380211-20F9-D57A-CB02-A884D3BEB652}"/>
                </a:ext>
              </a:extLst>
            </p:cNvPr>
            <p:cNvSpPr/>
            <p:nvPr/>
          </p:nvSpPr>
          <p:spPr>
            <a:xfrm rot="13544545" flipV="1">
              <a:off x="5223904" y="4085256"/>
              <a:ext cx="706134" cy="2821469"/>
            </a:xfrm>
            <a:custGeom>
              <a:avLst/>
              <a:gdLst>
                <a:gd name="connsiteX0" fmla="*/ 0 w 1704956"/>
                <a:gd name="connsiteY0" fmla="*/ 407919 h 815837"/>
                <a:gd name="connsiteX1" fmla="*/ 852478 w 1704956"/>
                <a:gd name="connsiteY1" fmla="*/ 0 h 815837"/>
                <a:gd name="connsiteX2" fmla="*/ 1704956 w 1704956"/>
                <a:gd name="connsiteY2" fmla="*/ 407919 h 815837"/>
                <a:gd name="connsiteX3" fmla="*/ 852478 w 1704956"/>
                <a:gd name="connsiteY3" fmla="*/ 815838 h 815837"/>
                <a:gd name="connsiteX4" fmla="*/ 0 w 1704956"/>
                <a:gd name="connsiteY4" fmla="*/ 407919 h 815837"/>
                <a:gd name="connsiteX0" fmla="*/ 324 w 1705280"/>
                <a:gd name="connsiteY0" fmla="*/ 407919 h 815838"/>
                <a:gd name="connsiteX1" fmla="*/ 852802 w 1705280"/>
                <a:gd name="connsiteY1" fmla="*/ 0 h 815838"/>
                <a:gd name="connsiteX2" fmla="*/ 1705280 w 1705280"/>
                <a:gd name="connsiteY2" fmla="*/ 407919 h 815838"/>
                <a:gd name="connsiteX3" fmla="*/ 852802 w 1705280"/>
                <a:gd name="connsiteY3" fmla="*/ 815838 h 815838"/>
                <a:gd name="connsiteX4" fmla="*/ 324 w 1705280"/>
                <a:gd name="connsiteY4" fmla="*/ 407919 h 815838"/>
                <a:gd name="connsiteX0" fmla="*/ 0 w 1704956"/>
                <a:gd name="connsiteY0" fmla="*/ 407919 h 815838"/>
                <a:gd name="connsiteX1" fmla="*/ 852478 w 1704956"/>
                <a:gd name="connsiteY1" fmla="*/ 0 h 815838"/>
                <a:gd name="connsiteX2" fmla="*/ 1704956 w 1704956"/>
                <a:gd name="connsiteY2" fmla="*/ 407919 h 815838"/>
                <a:gd name="connsiteX3" fmla="*/ 852478 w 1704956"/>
                <a:gd name="connsiteY3" fmla="*/ 815838 h 815838"/>
                <a:gd name="connsiteX4" fmla="*/ 0 w 1704956"/>
                <a:gd name="connsiteY4" fmla="*/ 407919 h 815838"/>
                <a:gd name="connsiteX0" fmla="*/ 0 w 1704956"/>
                <a:gd name="connsiteY0" fmla="*/ 407919 h 818785"/>
                <a:gd name="connsiteX1" fmla="*/ 852478 w 1704956"/>
                <a:gd name="connsiteY1" fmla="*/ 0 h 818785"/>
                <a:gd name="connsiteX2" fmla="*/ 1704956 w 1704956"/>
                <a:gd name="connsiteY2" fmla="*/ 407919 h 818785"/>
                <a:gd name="connsiteX3" fmla="*/ 852478 w 1704956"/>
                <a:gd name="connsiteY3" fmla="*/ 815838 h 818785"/>
                <a:gd name="connsiteX4" fmla="*/ 0 w 1704956"/>
                <a:gd name="connsiteY4" fmla="*/ 407919 h 818785"/>
                <a:gd name="connsiteX0" fmla="*/ 0 w 1788498"/>
                <a:gd name="connsiteY0" fmla="*/ 407919 h 818893"/>
                <a:gd name="connsiteX1" fmla="*/ 852478 w 1788498"/>
                <a:gd name="connsiteY1" fmla="*/ 0 h 818893"/>
                <a:gd name="connsiteX2" fmla="*/ 1704956 w 1788498"/>
                <a:gd name="connsiteY2" fmla="*/ 407919 h 818893"/>
                <a:gd name="connsiteX3" fmla="*/ 852478 w 1788498"/>
                <a:gd name="connsiteY3" fmla="*/ 815838 h 818893"/>
                <a:gd name="connsiteX4" fmla="*/ 0 w 1788498"/>
                <a:gd name="connsiteY4" fmla="*/ 407919 h 818893"/>
                <a:gd name="connsiteX0" fmla="*/ 0 w 1858201"/>
                <a:gd name="connsiteY0" fmla="*/ 408129 h 816335"/>
                <a:gd name="connsiteX1" fmla="*/ 852478 w 1858201"/>
                <a:gd name="connsiteY1" fmla="*/ 210 h 816335"/>
                <a:gd name="connsiteX2" fmla="*/ 1813248 w 1858201"/>
                <a:gd name="connsiteY2" fmla="*/ 452654 h 816335"/>
                <a:gd name="connsiteX3" fmla="*/ 852478 w 1858201"/>
                <a:gd name="connsiteY3" fmla="*/ 816048 h 816335"/>
                <a:gd name="connsiteX4" fmla="*/ 0 w 1858201"/>
                <a:gd name="connsiteY4" fmla="*/ 408129 h 816335"/>
                <a:gd name="connsiteX0" fmla="*/ 0 w 1872533"/>
                <a:gd name="connsiteY0" fmla="*/ 408129 h 816274"/>
                <a:gd name="connsiteX1" fmla="*/ 852478 w 1872533"/>
                <a:gd name="connsiteY1" fmla="*/ 210 h 816274"/>
                <a:gd name="connsiteX2" fmla="*/ 1813248 w 1872533"/>
                <a:gd name="connsiteY2" fmla="*/ 452654 h 816274"/>
                <a:gd name="connsiteX3" fmla="*/ 852478 w 1872533"/>
                <a:gd name="connsiteY3" fmla="*/ 816048 h 816274"/>
                <a:gd name="connsiteX4" fmla="*/ 0 w 1872533"/>
                <a:gd name="connsiteY4" fmla="*/ 408129 h 816274"/>
                <a:gd name="connsiteX0" fmla="*/ 0 w 1887030"/>
                <a:gd name="connsiteY0" fmla="*/ 408129 h 819976"/>
                <a:gd name="connsiteX1" fmla="*/ 852478 w 1887030"/>
                <a:gd name="connsiteY1" fmla="*/ 210 h 819976"/>
                <a:gd name="connsiteX2" fmla="*/ 1813248 w 1887030"/>
                <a:gd name="connsiteY2" fmla="*/ 452654 h 819976"/>
                <a:gd name="connsiteX3" fmla="*/ 852478 w 1887030"/>
                <a:gd name="connsiteY3" fmla="*/ 816048 h 819976"/>
                <a:gd name="connsiteX4" fmla="*/ 0 w 1887030"/>
                <a:gd name="connsiteY4" fmla="*/ 408129 h 819976"/>
                <a:gd name="connsiteX0" fmla="*/ 0 w 959038"/>
                <a:gd name="connsiteY0" fmla="*/ 419258 h 838516"/>
                <a:gd name="connsiteX1" fmla="*/ 852478 w 959038"/>
                <a:gd name="connsiteY1" fmla="*/ 11339 h 838516"/>
                <a:gd name="connsiteX2" fmla="*/ 852478 w 959038"/>
                <a:gd name="connsiteY2" fmla="*/ 827177 h 838516"/>
                <a:gd name="connsiteX3" fmla="*/ 0 w 959038"/>
                <a:gd name="connsiteY3" fmla="*/ 419258 h 83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9038" h="838516">
                  <a:moveTo>
                    <a:pt x="0" y="419258"/>
                  </a:moveTo>
                  <a:cubicBezTo>
                    <a:pt x="0" y="193971"/>
                    <a:pt x="710398" y="-56648"/>
                    <a:pt x="852478" y="11339"/>
                  </a:cubicBezTo>
                  <a:cubicBezTo>
                    <a:pt x="994558" y="79326"/>
                    <a:pt x="994558" y="759190"/>
                    <a:pt x="852478" y="827177"/>
                  </a:cubicBezTo>
                  <a:cubicBezTo>
                    <a:pt x="710398" y="895164"/>
                    <a:pt x="0" y="644545"/>
                    <a:pt x="0" y="419258"/>
                  </a:cubicBezTo>
                  <a:close/>
                </a:path>
              </a:pathLst>
            </a:custGeom>
            <a:grpFill/>
            <a:ln w="38100" cap="flat" cmpd="sng" algn="ctr">
              <a:noFill/>
              <a:prstDash val="solid"/>
              <a:miter lim="800000"/>
            </a:ln>
            <a:effectLst>
              <a:softEdge rad="6350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Oval 4">
              <a:extLst>
                <a:ext uri="{FF2B5EF4-FFF2-40B4-BE49-F238E27FC236}">
                  <a16:creationId xmlns:a16="http://schemas.microsoft.com/office/drawing/2014/main" id="{65BF3D73-4250-F49B-16B0-7EB82F84E116}"/>
                </a:ext>
              </a:extLst>
            </p:cNvPr>
            <p:cNvSpPr/>
            <p:nvPr/>
          </p:nvSpPr>
          <p:spPr>
            <a:xfrm rot="4060593" flipV="1">
              <a:off x="5059218" y="1431785"/>
              <a:ext cx="706134" cy="1162305"/>
            </a:xfrm>
            <a:custGeom>
              <a:avLst/>
              <a:gdLst>
                <a:gd name="connsiteX0" fmla="*/ 0 w 1704956"/>
                <a:gd name="connsiteY0" fmla="*/ 407919 h 815837"/>
                <a:gd name="connsiteX1" fmla="*/ 852478 w 1704956"/>
                <a:gd name="connsiteY1" fmla="*/ 0 h 815837"/>
                <a:gd name="connsiteX2" fmla="*/ 1704956 w 1704956"/>
                <a:gd name="connsiteY2" fmla="*/ 407919 h 815837"/>
                <a:gd name="connsiteX3" fmla="*/ 852478 w 1704956"/>
                <a:gd name="connsiteY3" fmla="*/ 815838 h 815837"/>
                <a:gd name="connsiteX4" fmla="*/ 0 w 1704956"/>
                <a:gd name="connsiteY4" fmla="*/ 407919 h 815837"/>
                <a:gd name="connsiteX0" fmla="*/ 324 w 1705280"/>
                <a:gd name="connsiteY0" fmla="*/ 407919 h 815838"/>
                <a:gd name="connsiteX1" fmla="*/ 852802 w 1705280"/>
                <a:gd name="connsiteY1" fmla="*/ 0 h 815838"/>
                <a:gd name="connsiteX2" fmla="*/ 1705280 w 1705280"/>
                <a:gd name="connsiteY2" fmla="*/ 407919 h 815838"/>
                <a:gd name="connsiteX3" fmla="*/ 852802 w 1705280"/>
                <a:gd name="connsiteY3" fmla="*/ 815838 h 815838"/>
                <a:gd name="connsiteX4" fmla="*/ 324 w 1705280"/>
                <a:gd name="connsiteY4" fmla="*/ 407919 h 815838"/>
                <a:gd name="connsiteX0" fmla="*/ 0 w 1704956"/>
                <a:gd name="connsiteY0" fmla="*/ 407919 h 815838"/>
                <a:gd name="connsiteX1" fmla="*/ 852478 w 1704956"/>
                <a:gd name="connsiteY1" fmla="*/ 0 h 815838"/>
                <a:gd name="connsiteX2" fmla="*/ 1704956 w 1704956"/>
                <a:gd name="connsiteY2" fmla="*/ 407919 h 815838"/>
                <a:gd name="connsiteX3" fmla="*/ 852478 w 1704956"/>
                <a:gd name="connsiteY3" fmla="*/ 815838 h 815838"/>
                <a:gd name="connsiteX4" fmla="*/ 0 w 1704956"/>
                <a:gd name="connsiteY4" fmla="*/ 407919 h 815838"/>
                <a:gd name="connsiteX0" fmla="*/ 0 w 1704956"/>
                <a:gd name="connsiteY0" fmla="*/ 407919 h 818785"/>
                <a:gd name="connsiteX1" fmla="*/ 852478 w 1704956"/>
                <a:gd name="connsiteY1" fmla="*/ 0 h 818785"/>
                <a:gd name="connsiteX2" fmla="*/ 1704956 w 1704956"/>
                <a:gd name="connsiteY2" fmla="*/ 407919 h 818785"/>
                <a:gd name="connsiteX3" fmla="*/ 852478 w 1704956"/>
                <a:gd name="connsiteY3" fmla="*/ 815838 h 818785"/>
                <a:gd name="connsiteX4" fmla="*/ 0 w 1704956"/>
                <a:gd name="connsiteY4" fmla="*/ 407919 h 818785"/>
                <a:gd name="connsiteX0" fmla="*/ 0 w 1788498"/>
                <a:gd name="connsiteY0" fmla="*/ 407919 h 818893"/>
                <a:gd name="connsiteX1" fmla="*/ 852478 w 1788498"/>
                <a:gd name="connsiteY1" fmla="*/ 0 h 818893"/>
                <a:gd name="connsiteX2" fmla="*/ 1704956 w 1788498"/>
                <a:gd name="connsiteY2" fmla="*/ 407919 h 818893"/>
                <a:gd name="connsiteX3" fmla="*/ 852478 w 1788498"/>
                <a:gd name="connsiteY3" fmla="*/ 815838 h 818893"/>
                <a:gd name="connsiteX4" fmla="*/ 0 w 1788498"/>
                <a:gd name="connsiteY4" fmla="*/ 407919 h 818893"/>
                <a:gd name="connsiteX0" fmla="*/ 0 w 1858201"/>
                <a:gd name="connsiteY0" fmla="*/ 408129 h 816335"/>
                <a:gd name="connsiteX1" fmla="*/ 852478 w 1858201"/>
                <a:gd name="connsiteY1" fmla="*/ 210 h 816335"/>
                <a:gd name="connsiteX2" fmla="*/ 1813248 w 1858201"/>
                <a:gd name="connsiteY2" fmla="*/ 452654 h 816335"/>
                <a:gd name="connsiteX3" fmla="*/ 852478 w 1858201"/>
                <a:gd name="connsiteY3" fmla="*/ 816048 h 816335"/>
                <a:gd name="connsiteX4" fmla="*/ 0 w 1858201"/>
                <a:gd name="connsiteY4" fmla="*/ 408129 h 816335"/>
                <a:gd name="connsiteX0" fmla="*/ 0 w 1872533"/>
                <a:gd name="connsiteY0" fmla="*/ 408129 h 816274"/>
                <a:gd name="connsiteX1" fmla="*/ 852478 w 1872533"/>
                <a:gd name="connsiteY1" fmla="*/ 210 h 816274"/>
                <a:gd name="connsiteX2" fmla="*/ 1813248 w 1872533"/>
                <a:gd name="connsiteY2" fmla="*/ 452654 h 816274"/>
                <a:gd name="connsiteX3" fmla="*/ 852478 w 1872533"/>
                <a:gd name="connsiteY3" fmla="*/ 816048 h 816274"/>
                <a:gd name="connsiteX4" fmla="*/ 0 w 1872533"/>
                <a:gd name="connsiteY4" fmla="*/ 408129 h 816274"/>
                <a:gd name="connsiteX0" fmla="*/ 0 w 1887030"/>
                <a:gd name="connsiteY0" fmla="*/ 408129 h 819976"/>
                <a:gd name="connsiteX1" fmla="*/ 852478 w 1887030"/>
                <a:gd name="connsiteY1" fmla="*/ 210 h 819976"/>
                <a:gd name="connsiteX2" fmla="*/ 1813248 w 1887030"/>
                <a:gd name="connsiteY2" fmla="*/ 452654 h 819976"/>
                <a:gd name="connsiteX3" fmla="*/ 852478 w 1887030"/>
                <a:gd name="connsiteY3" fmla="*/ 816048 h 819976"/>
                <a:gd name="connsiteX4" fmla="*/ 0 w 1887030"/>
                <a:gd name="connsiteY4" fmla="*/ 408129 h 819976"/>
                <a:gd name="connsiteX0" fmla="*/ 0 w 959038"/>
                <a:gd name="connsiteY0" fmla="*/ 419258 h 838516"/>
                <a:gd name="connsiteX1" fmla="*/ 852478 w 959038"/>
                <a:gd name="connsiteY1" fmla="*/ 11339 h 838516"/>
                <a:gd name="connsiteX2" fmla="*/ 852478 w 959038"/>
                <a:gd name="connsiteY2" fmla="*/ 827177 h 838516"/>
                <a:gd name="connsiteX3" fmla="*/ 0 w 959038"/>
                <a:gd name="connsiteY3" fmla="*/ 419258 h 83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9038" h="838516">
                  <a:moveTo>
                    <a:pt x="0" y="419258"/>
                  </a:moveTo>
                  <a:cubicBezTo>
                    <a:pt x="0" y="193971"/>
                    <a:pt x="710398" y="-56648"/>
                    <a:pt x="852478" y="11339"/>
                  </a:cubicBezTo>
                  <a:cubicBezTo>
                    <a:pt x="994558" y="79326"/>
                    <a:pt x="994558" y="759190"/>
                    <a:pt x="852478" y="827177"/>
                  </a:cubicBezTo>
                  <a:cubicBezTo>
                    <a:pt x="710398" y="895164"/>
                    <a:pt x="0" y="644545"/>
                    <a:pt x="0" y="419258"/>
                  </a:cubicBezTo>
                  <a:close/>
                </a:path>
              </a:pathLst>
            </a:custGeom>
            <a:grpFill/>
            <a:ln w="38100" cap="flat" cmpd="sng" algn="ctr">
              <a:noFill/>
              <a:prstDash val="solid"/>
              <a:miter lim="800000"/>
            </a:ln>
            <a:effectLst>
              <a:softEdge rad="6350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1204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815451ED-9CFC-F2E7-5BDF-297A7B1D6F29}"/>
              </a:ext>
            </a:extLst>
          </p:cNvPr>
          <p:cNvGrpSpPr/>
          <p:nvPr/>
        </p:nvGrpSpPr>
        <p:grpSpPr>
          <a:xfrm>
            <a:off x="1068514" y="1364345"/>
            <a:ext cx="8461839" cy="5360651"/>
            <a:chOff x="1068514" y="1364345"/>
            <a:chExt cx="8461839" cy="5360651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3270E02-C41A-35B9-5927-310D601AE980}"/>
                </a:ext>
              </a:extLst>
            </p:cNvPr>
            <p:cNvSpPr/>
            <p:nvPr/>
          </p:nvSpPr>
          <p:spPr>
            <a:xfrm rot="2607324">
              <a:off x="6053592" y="2450550"/>
              <a:ext cx="450521" cy="3088168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95DB449-F608-A083-5B8F-4861F90C685B}"/>
                </a:ext>
              </a:extLst>
            </p:cNvPr>
            <p:cNvSpPr/>
            <p:nvPr/>
          </p:nvSpPr>
          <p:spPr>
            <a:xfrm rot="5400000">
              <a:off x="3547024" y="4084234"/>
              <a:ext cx="450521" cy="2229725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A02F238-875F-CEA1-807F-3CBBABA26F3E}"/>
                </a:ext>
              </a:extLst>
            </p:cNvPr>
            <p:cNvSpPr/>
            <p:nvPr/>
          </p:nvSpPr>
          <p:spPr>
            <a:xfrm rot="2109232">
              <a:off x="3180528" y="2334190"/>
              <a:ext cx="450521" cy="3088168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107EA5C-A728-6DB5-E0A5-F1F6D5ADC2FE}"/>
                </a:ext>
              </a:extLst>
            </p:cNvPr>
            <p:cNvSpPr/>
            <p:nvPr/>
          </p:nvSpPr>
          <p:spPr>
            <a:xfrm rot="16200000">
              <a:off x="5571890" y="1160158"/>
              <a:ext cx="450521" cy="3260021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46612611-8AA6-B1E5-AA86-0D48F186A155}"/>
                </a:ext>
              </a:extLst>
            </p:cNvPr>
            <p:cNvSpPr/>
            <p:nvPr/>
          </p:nvSpPr>
          <p:spPr>
            <a:xfrm rot="20768874">
              <a:off x="7361423" y="1738849"/>
              <a:ext cx="450521" cy="3472986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944AF72-09A2-6288-F581-9FBC542EF0B4}"/>
                </a:ext>
              </a:extLst>
            </p:cNvPr>
            <p:cNvSpPr/>
            <p:nvPr/>
          </p:nvSpPr>
          <p:spPr>
            <a:xfrm rot="20439290">
              <a:off x="4393638" y="2040794"/>
              <a:ext cx="450521" cy="3472986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07C5F87-7781-1E20-5813-029A333BB1AD}"/>
                </a:ext>
              </a:extLst>
            </p:cNvPr>
            <p:cNvSpPr/>
            <p:nvPr/>
          </p:nvSpPr>
          <p:spPr>
            <a:xfrm>
              <a:off x="3086801" y="1364345"/>
              <a:ext cx="1997771" cy="1027777"/>
            </a:xfrm>
            <a:custGeom>
              <a:avLst/>
              <a:gdLst>
                <a:gd name="connsiteX0" fmla="*/ 0 w 899160"/>
                <a:gd name="connsiteY0" fmla="*/ 0 h 645271"/>
                <a:gd name="connsiteX1" fmla="*/ 899160 w 899160"/>
                <a:gd name="connsiteY1" fmla="*/ 0 h 645271"/>
                <a:gd name="connsiteX2" fmla="*/ 899160 w 899160"/>
                <a:gd name="connsiteY2" fmla="*/ 645271 h 645271"/>
                <a:gd name="connsiteX3" fmla="*/ 0 w 899160"/>
                <a:gd name="connsiteY3" fmla="*/ 645271 h 645271"/>
                <a:gd name="connsiteX4" fmla="*/ 0 w 899160"/>
                <a:gd name="connsiteY4" fmla="*/ 0 h 645271"/>
                <a:gd name="connsiteX0" fmla="*/ 0 w 1127760"/>
                <a:gd name="connsiteY0" fmla="*/ 0 h 645271"/>
                <a:gd name="connsiteX1" fmla="*/ 1127760 w 1127760"/>
                <a:gd name="connsiteY1" fmla="*/ 144780 h 645271"/>
                <a:gd name="connsiteX2" fmla="*/ 899160 w 1127760"/>
                <a:gd name="connsiteY2" fmla="*/ 645271 h 645271"/>
                <a:gd name="connsiteX3" fmla="*/ 0 w 1127760"/>
                <a:gd name="connsiteY3" fmla="*/ 645271 h 645271"/>
                <a:gd name="connsiteX4" fmla="*/ 0 w 1127760"/>
                <a:gd name="connsiteY4" fmla="*/ 0 h 645271"/>
                <a:gd name="connsiteX0" fmla="*/ 0 w 1127760"/>
                <a:gd name="connsiteY0" fmla="*/ 0 h 645271"/>
                <a:gd name="connsiteX1" fmla="*/ 1127760 w 1127760"/>
                <a:gd name="connsiteY1" fmla="*/ 144780 h 645271"/>
                <a:gd name="connsiteX2" fmla="*/ 419100 w 1127760"/>
                <a:gd name="connsiteY2" fmla="*/ 210931 h 645271"/>
                <a:gd name="connsiteX3" fmla="*/ 0 w 1127760"/>
                <a:gd name="connsiteY3" fmla="*/ 645271 h 645271"/>
                <a:gd name="connsiteX4" fmla="*/ 0 w 1127760"/>
                <a:gd name="connsiteY4" fmla="*/ 0 h 645271"/>
                <a:gd name="connsiteX0" fmla="*/ 0 w 1127760"/>
                <a:gd name="connsiteY0" fmla="*/ 0 h 645271"/>
                <a:gd name="connsiteX1" fmla="*/ 1127760 w 1127760"/>
                <a:gd name="connsiteY1" fmla="*/ 144780 h 645271"/>
                <a:gd name="connsiteX2" fmla="*/ 464820 w 1127760"/>
                <a:gd name="connsiteY2" fmla="*/ 325231 h 645271"/>
                <a:gd name="connsiteX3" fmla="*/ 0 w 1127760"/>
                <a:gd name="connsiteY3" fmla="*/ 645271 h 645271"/>
                <a:gd name="connsiteX4" fmla="*/ 0 w 1127760"/>
                <a:gd name="connsiteY4" fmla="*/ 0 h 645271"/>
                <a:gd name="connsiteX0" fmla="*/ 0 w 1127760"/>
                <a:gd name="connsiteY0" fmla="*/ 0 h 645271"/>
                <a:gd name="connsiteX1" fmla="*/ 1127760 w 1127760"/>
                <a:gd name="connsiteY1" fmla="*/ 144780 h 645271"/>
                <a:gd name="connsiteX2" fmla="*/ 464820 w 1127760"/>
                <a:gd name="connsiteY2" fmla="*/ 325231 h 645271"/>
                <a:gd name="connsiteX3" fmla="*/ 0 w 1127760"/>
                <a:gd name="connsiteY3" fmla="*/ 645271 h 645271"/>
                <a:gd name="connsiteX4" fmla="*/ 0 w 1127760"/>
                <a:gd name="connsiteY4" fmla="*/ 0 h 645271"/>
                <a:gd name="connsiteX0" fmla="*/ 0 w 1127760"/>
                <a:gd name="connsiteY0" fmla="*/ 100798 h 746069"/>
                <a:gd name="connsiteX1" fmla="*/ 1127760 w 1127760"/>
                <a:gd name="connsiteY1" fmla="*/ 245578 h 746069"/>
                <a:gd name="connsiteX2" fmla="*/ 464820 w 1127760"/>
                <a:gd name="connsiteY2" fmla="*/ 426029 h 746069"/>
                <a:gd name="connsiteX3" fmla="*/ 0 w 1127760"/>
                <a:gd name="connsiteY3" fmla="*/ 746069 h 746069"/>
                <a:gd name="connsiteX4" fmla="*/ 0 w 1127760"/>
                <a:gd name="connsiteY4" fmla="*/ 100798 h 746069"/>
                <a:gd name="connsiteX0" fmla="*/ 0 w 1127760"/>
                <a:gd name="connsiteY0" fmla="*/ 100798 h 746069"/>
                <a:gd name="connsiteX1" fmla="*/ 1127760 w 1127760"/>
                <a:gd name="connsiteY1" fmla="*/ 245578 h 746069"/>
                <a:gd name="connsiteX2" fmla="*/ 464820 w 1127760"/>
                <a:gd name="connsiteY2" fmla="*/ 426029 h 746069"/>
                <a:gd name="connsiteX3" fmla="*/ 0 w 1127760"/>
                <a:gd name="connsiteY3" fmla="*/ 746069 h 746069"/>
                <a:gd name="connsiteX4" fmla="*/ 0 w 1127760"/>
                <a:gd name="connsiteY4" fmla="*/ 100798 h 746069"/>
                <a:gd name="connsiteX0" fmla="*/ 0 w 1310640"/>
                <a:gd name="connsiteY0" fmla="*/ 147850 h 724541"/>
                <a:gd name="connsiteX1" fmla="*/ 1310640 w 1310640"/>
                <a:gd name="connsiteY1" fmla="*/ 224050 h 724541"/>
                <a:gd name="connsiteX2" fmla="*/ 647700 w 1310640"/>
                <a:gd name="connsiteY2" fmla="*/ 404501 h 724541"/>
                <a:gd name="connsiteX3" fmla="*/ 182880 w 1310640"/>
                <a:gd name="connsiteY3" fmla="*/ 724541 h 724541"/>
                <a:gd name="connsiteX4" fmla="*/ 0 w 1310640"/>
                <a:gd name="connsiteY4" fmla="*/ 147850 h 724541"/>
                <a:gd name="connsiteX0" fmla="*/ 0 w 1310640"/>
                <a:gd name="connsiteY0" fmla="*/ 147850 h 418155"/>
                <a:gd name="connsiteX1" fmla="*/ 1310640 w 1310640"/>
                <a:gd name="connsiteY1" fmla="*/ 224050 h 418155"/>
                <a:gd name="connsiteX2" fmla="*/ 647700 w 1310640"/>
                <a:gd name="connsiteY2" fmla="*/ 404501 h 418155"/>
                <a:gd name="connsiteX3" fmla="*/ 0 w 1310640"/>
                <a:gd name="connsiteY3" fmla="*/ 147850 h 418155"/>
                <a:gd name="connsiteX0" fmla="*/ 0 w 1310640"/>
                <a:gd name="connsiteY0" fmla="*/ 147850 h 470469"/>
                <a:gd name="connsiteX1" fmla="*/ 1310640 w 1310640"/>
                <a:gd name="connsiteY1" fmla="*/ 224050 h 470469"/>
                <a:gd name="connsiteX2" fmla="*/ 647700 w 1310640"/>
                <a:gd name="connsiteY2" fmla="*/ 404501 h 470469"/>
                <a:gd name="connsiteX3" fmla="*/ 0 w 1310640"/>
                <a:gd name="connsiteY3" fmla="*/ 147850 h 470469"/>
                <a:gd name="connsiteX0" fmla="*/ 220 w 1310860"/>
                <a:gd name="connsiteY0" fmla="*/ 147850 h 480723"/>
                <a:gd name="connsiteX1" fmla="*/ 1310860 w 1310860"/>
                <a:gd name="connsiteY1" fmla="*/ 224050 h 480723"/>
                <a:gd name="connsiteX2" fmla="*/ 647920 w 1310860"/>
                <a:gd name="connsiteY2" fmla="*/ 404501 h 480723"/>
                <a:gd name="connsiteX3" fmla="*/ 220 w 1310860"/>
                <a:gd name="connsiteY3" fmla="*/ 147850 h 480723"/>
                <a:gd name="connsiteX0" fmla="*/ 204 w 1310844"/>
                <a:gd name="connsiteY0" fmla="*/ 147850 h 516371"/>
                <a:gd name="connsiteX1" fmla="*/ 1310844 w 1310844"/>
                <a:gd name="connsiteY1" fmla="*/ 224050 h 516371"/>
                <a:gd name="connsiteX2" fmla="*/ 647904 w 1310844"/>
                <a:gd name="connsiteY2" fmla="*/ 404501 h 516371"/>
                <a:gd name="connsiteX3" fmla="*/ 204 w 1310844"/>
                <a:gd name="connsiteY3" fmla="*/ 147850 h 516371"/>
                <a:gd name="connsiteX0" fmla="*/ 204 w 1310844"/>
                <a:gd name="connsiteY0" fmla="*/ 305858 h 674379"/>
                <a:gd name="connsiteX1" fmla="*/ 1310844 w 1310844"/>
                <a:gd name="connsiteY1" fmla="*/ 382058 h 674379"/>
                <a:gd name="connsiteX2" fmla="*/ 647904 w 1310844"/>
                <a:gd name="connsiteY2" fmla="*/ 562509 h 674379"/>
                <a:gd name="connsiteX3" fmla="*/ 204 w 1310844"/>
                <a:gd name="connsiteY3" fmla="*/ 305858 h 6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0844" h="674379">
                  <a:moveTo>
                    <a:pt x="204" y="305858"/>
                  </a:moveTo>
                  <a:cubicBezTo>
                    <a:pt x="25604" y="-125942"/>
                    <a:pt x="1308304" y="-100542"/>
                    <a:pt x="1310844" y="382058"/>
                  </a:cubicBezTo>
                  <a:cubicBezTo>
                    <a:pt x="1280364" y="533648"/>
                    <a:pt x="1067004" y="609039"/>
                    <a:pt x="647904" y="562509"/>
                  </a:cubicBezTo>
                  <a:cubicBezTo>
                    <a:pt x="81484" y="865579"/>
                    <a:pt x="-4876" y="475228"/>
                    <a:pt x="204" y="305858"/>
                  </a:cubicBez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2A84D64-F8DA-84C6-85EB-BE0F03FBE900}"/>
                </a:ext>
              </a:extLst>
            </p:cNvPr>
            <p:cNvSpPr/>
            <p:nvPr/>
          </p:nvSpPr>
          <p:spPr>
            <a:xfrm>
              <a:off x="4502126" y="4397977"/>
              <a:ext cx="1271916" cy="127191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0FBB7CB-6CC8-0519-61F7-12460F4E96B9}"/>
                </a:ext>
              </a:extLst>
            </p:cNvPr>
            <p:cNvSpPr/>
            <p:nvPr/>
          </p:nvSpPr>
          <p:spPr>
            <a:xfrm>
              <a:off x="5053328" y="5037221"/>
              <a:ext cx="158673" cy="990746"/>
            </a:xfrm>
            <a:prstGeom prst="roundRect">
              <a:avLst>
                <a:gd name="adj" fmla="val 41826"/>
              </a:avLst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92A712F-94CC-122E-423F-3C046DA3FD80}"/>
                </a:ext>
              </a:extLst>
            </p:cNvPr>
            <p:cNvSpPr/>
            <p:nvPr/>
          </p:nvSpPr>
          <p:spPr>
            <a:xfrm>
              <a:off x="6346304" y="3540732"/>
              <a:ext cx="3184049" cy="3184049"/>
            </a:xfrm>
            <a:custGeom>
              <a:avLst/>
              <a:gdLst>
                <a:gd name="connsiteX0" fmla="*/ 1044612 w 2089224"/>
                <a:gd name="connsiteY0" fmla="*/ 0 h 2089224"/>
                <a:gd name="connsiteX1" fmla="*/ 2089224 w 2089224"/>
                <a:gd name="connsiteY1" fmla="*/ 1044612 h 2089224"/>
                <a:gd name="connsiteX2" fmla="*/ 1044612 w 2089224"/>
                <a:gd name="connsiteY2" fmla="*/ 2089224 h 2089224"/>
                <a:gd name="connsiteX3" fmla="*/ 0 w 2089224"/>
                <a:gd name="connsiteY3" fmla="*/ 1044612 h 2089224"/>
                <a:gd name="connsiteX4" fmla="*/ 1044612 w 2089224"/>
                <a:gd name="connsiteY4" fmla="*/ 0 h 2089224"/>
                <a:gd name="connsiteX5" fmla="*/ 1046656 w 2089224"/>
                <a:gd name="connsiteY5" fmla="*/ 250803 h 2089224"/>
                <a:gd name="connsiteX6" fmla="*/ 252847 w 2089224"/>
                <a:gd name="connsiteY6" fmla="*/ 1044612 h 2089224"/>
                <a:gd name="connsiteX7" fmla="*/ 1046656 w 2089224"/>
                <a:gd name="connsiteY7" fmla="*/ 1838421 h 2089224"/>
                <a:gd name="connsiteX8" fmla="*/ 1840465 w 2089224"/>
                <a:gd name="connsiteY8" fmla="*/ 1044612 h 2089224"/>
                <a:gd name="connsiteX9" fmla="*/ 1046656 w 2089224"/>
                <a:gd name="connsiteY9" fmla="*/ 250803 h 2089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9224" h="2089224">
                  <a:moveTo>
                    <a:pt x="1044612" y="0"/>
                  </a:moveTo>
                  <a:cubicBezTo>
                    <a:pt x="1621535" y="0"/>
                    <a:pt x="2089224" y="467689"/>
                    <a:pt x="2089224" y="1044612"/>
                  </a:cubicBezTo>
                  <a:cubicBezTo>
                    <a:pt x="2089224" y="1621535"/>
                    <a:pt x="1621535" y="2089224"/>
                    <a:pt x="1044612" y="2089224"/>
                  </a:cubicBezTo>
                  <a:cubicBezTo>
                    <a:pt x="467689" y="2089224"/>
                    <a:pt x="0" y="1621535"/>
                    <a:pt x="0" y="1044612"/>
                  </a:cubicBezTo>
                  <a:cubicBezTo>
                    <a:pt x="0" y="467689"/>
                    <a:pt x="467689" y="0"/>
                    <a:pt x="1044612" y="0"/>
                  </a:cubicBezTo>
                  <a:close/>
                  <a:moveTo>
                    <a:pt x="1046656" y="250803"/>
                  </a:moveTo>
                  <a:cubicBezTo>
                    <a:pt x="608247" y="250803"/>
                    <a:pt x="252847" y="606203"/>
                    <a:pt x="252847" y="1044612"/>
                  </a:cubicBezTo>
                  <a:cubicBezTo>
                    <a:pt x="252847" y="1483021"/>
                    <a:pt x="608247" y="1838421"/>
                    <a:pt x="1046656" y="1838421"/>
                  </a:cubicBezTo>
                  <a:cubicBezTo>
                    <a:pt x="1485065" y="1838421"/>
                    <a:pt x="1840465" y="1483021"/>
                    <a:pt x="1840465" y="1044612"/>
                  </a:cubicBezTo>
                  <a:cubicBezTo>
                    <a:pt x="1840465" y="606203"/>
                    <a:pt x="1485065" y="250803"/>
                    <a:pt x="1046656" y="250803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Cylinder 25">
              <a:extLst>
                <a:ext uri="{FF2B5EF4-FFF2-40B4-BE49-F238E27FC236}">
                  <a16:creationId xmlns:a16="http://schemas.microsoft.com/office/drawing/2014/main" id="{51B97C35-D13A-1C38-6E86-C82165CB9580}"/>
                </a:ext>
              </a:extLst>
            </p:cNvPr>
            <p:cNvSpPr/>
            <p:nvPr/>
          </p:nvSpPr>
          <p:spPr>
            <a:xfrm rot="15669236">
              <a:off x="6896008" y="963109"/>
              <a:ext cx="389363" cy="1611817"/>
            </a:xfrm>
            <a:prstGeom prst="can">
              <a:avLst>
                <a:gd name="adj" fmla="val 79215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1E79C03-2863-6962-60E1-72A51B718715}"/>
                </a:ext>
              </a:extLst>
            </p:cNvPr>
            <p:cNvSpPr/>
            <p:nvPr/>
          </p:nvSpPr>
          <p:spPr>
            <a:xfrm>
              <a:off x="4916907" y="5955387"/>
              <a:ext cx="370170" cy="134962"/>
            </a:xfrm>
            <a:custGeom>
              <a:avLst/>
              <a:gdLst>
                <a:gd name="connsiteX0" fmla="*/ 0 w 242888"/>
                <a:gd name="connsiteY0" fmla="*/ 0 h 76200"/>
                <a:gd name="connsiteX1" fmla="*/ 242888 w 242888"/>
                <a:gd name="connsiteY1" fmla="*/ 0 h 76200"/>
                <a:gd name="connsiteX2" fmla="*/ 242888 w 242888"/>
                <a:gd name="connsiteY2" fmla="*/ 76200 h 76200"/>
                <a:gd name="connsiteX3" fmla="*/ 0 w 242888"/>
                <a:gd name="connsiteY3" fmla="*/ 76200 h 76200"/>
                <a:gd name="connsiteX4" fmla="*/ 0 w 242888"/>
                <a:gd name="connsiteY4" fmla="*/ 0 h 76200"/>
                <a:gd name="connsiteX0" fmla="*/ 0 w 242888"/>
                <a:gd name="connsiteY0" fmla="*/ 0 h 86783"/>
                <a:gd name="connsiteX1" fmla="*/ 242888 w 242888"/>
                <a:gd name="connsiteY1" fmla="*/ 0 h 86783"/>
                <a:gd name="connsiteX2" fmla="*/ 242888 w 242888"/>
                <a:gd name="connsiteY2" fmla="*/ 76200 h 86783"/>
                <a:gd name="connsiteX3" fmla="*/ 0 w 242888"/>
                <a:gd name="connsiteY3" fmla="*/ 76200 h 86783"/>
                <a:gd name="connsiteX4" fmla="*/ 0 w 242888"/>
                <a:gd name="connsiteY4" fmla="*/ 0 h 86783"/>
                <a:gd name="connsiteX0" fmla="*/ 0 w 242888"/>
                <a:gd name="connsiteY0" fmla="*/ 0 h 88556"/>
                <a:gd name="connsiteX1" fmla="*/ 242888 w 242888"/>
                <a:gd name="connsiteY1" fmla="*/ 0 h 88556"/>
                <a:gd name="connsiteX2" fmla="*/ 242888 w 242888"/>
                <a:gd name="connsiteY2" fmla="*/ 76200 h 88556"/>
                <a:gd name="connsiteX3" fmla="*/ 0 w 242888"/>
                <a:gd name="connsiteY3" fmla="*/ 76200 h 88556"/>
                <a:gd name="connsiteX4" fmla="*/ 0 w 242888"/>
                <a:gd name="connsiteY4" fmla="*/ 0 h 88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888" h="88556">
                  <a:moveTo>
                    <a:pt x="0" y="0"/>
                  </a:moveTo>
                  <a:lnTo>
                    <a:pt x="242888" y="0"/>
                  </a:lnTo>
                  <a:lnTo>
                    <a:pt x="242888" y="76200"/>
                  </a:lnTo>
                  <a:cubicBezTo>
                    <a:pt x="140494" y="100013"/>
                    <a:pt x="61913" y="83343"/>
                    <a:pt x="0" y="762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AD2574AF-FF10-17B8-45F6-9AB902F57889}"/>
                </a:ext>
              </a:extLst>
            </p:cNvPr>
            <p:cNvSpPr/>
            <p:nvPr/>
          </p:nvSpPr>
          <p:spPr>
            <a:xfrm rot="16200000">
              <a:off x="4252847" y="2540462"/>
              <a:ext cx="391942" cy="500685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F353D2F0-5A7F-C7D3-C34C-FA8FC53745BE}"/>
                </a:ext>
              </a:extLst>
            </p:cNvPr>
            <p:cNvSpPr/>
            <p:nvPr/>
          </p:nvSpPr>
          <p:spPr>
            <a:xfrm rot="16200000">
              <a:off x="7072293" y="2551585"/>
              <a:ext cx="391947" cy="478436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73E42A5D-A0D2-388B-C033-B4F7C89A6E0B}"/>
                </a:ext>
              </a:extLst>
            </p:cNvPr>
            <p:cNvSpPr/>
            <p:nvPr/>
          </p:nvSpPr>
          <p:spPr>
            <a:xfrm rot="16200000">
              <a:off x="6977758" y="2770018"/>
              <a:ext cx="391947" cy="550661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C4BF7897-D244-8959-4958-8CAF5F7F7912}"/>
                </a:ext>
              </a:extLst>
            </p:cNvPr>
            <p:cNvSpPr/>
            <p:nvPr/>
          </p:nvSpPr>
          <p:spPr>
            <a:xfrm rot="16200000">
              <a:off x="3937368" y="2714280"/>
              <a:ext cx="489928" cy="447008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712E589-9274-61B6-6550-55B33BC712A0}"/>
                </a:ext>
              </a:extLst>
            </p:cNvPr>
            <p:cNvCxnSpPr>
              <a:stCxn id="25" idx="6"/>
              <a:endCxn id="25" idx="8"/>
            </p:cNvCxnSpPr>
            <p:nvPr/>
          </p:nvCxnSpPr>
          <p:spPr>
            <a:xfrm>
              <a:off x="6731651" y="5132757"/>
              <a:ext cx="241958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1B0D88C-00D9-E7C4-3A06-38B63BB12990}"/>
                </a:ext>
              </a:extLst>
            </p:cNvPr>
            <p:cNvCxnSpPr>
              <a:cxnSpLocks/>
              <a:stCxn id="25" idx="5"/>
              <a:endCxn id="25" idx="7"/>
            </p:cNvCxnSpPr>
            <p:nvPr/>
          </p:nvCxnSpPr>
          <p:spPr>
            <a:xfrm>
              <a:off x="7941444" y="3922964"/>
              <a:ext cx="0" cy="241958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27A5AF2-1EE6-51ED-84A7-0E3BB307C756}"/>
                </a:ext>
              </a:extLst>
            </p:cNvPr>
            <p:cNvSpPr/>
            <p:nvPr/>
          </p:nvSpPr>
          <p:spPr>
            <a:xfrm>
              <a:off x="7586683" y="4735768"/>
              <a:ext cx="793978" cy="793978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16B048B-4A11-CDBA-18C1-4EE895C71AA8}"/>
                </a:ext>
              </a:extLst>
            </p:cNvPr>
            <p:cNvSpPr/>
            <p:nvPr/>
          </p:nvSpPr>
          <p:spPr>
            <a:xfrm>
              <a:off x="1068514" y="3540947"/>
              <a:ext cx="3184049" cy="3184049"/>
            </a:xfrm>
            <a:custGeom>
              <a:avLst/>
              <a:gdLst>
                <a:gd name="connsiteX0" fmla="*/ 1044612 w 2089224"/>
                <a:gd name="connsiteY0" fmla="*/ 0 h 2089224"/>
                <a:gd name="connsiteX1" fmla="*/ 2089224 w 2089224"/>
                <a:gd name="connsiteY1" fmla="*/ 1044612 h 2089224"/>
                <a:gd name="connsiteX2" fmla="*/ 1044612 w 2089224"/>
                <a:gd name="connsiteY2" fmla="*/ 2089224 h 2089224"/>
                <a:gd name="connsiteX3" fmla="*/ 0 w 2089224"/>
                <a:gd name="connsiteY3" fmla="*/ 1044612 h 2089224"/>
                <a:gd name="connsiteX4" fmla="*/ 1044612 w 2089224"/>
                <a:gd name="connsiteY4" fmla="*/ 0 h 2089224"/>
                <a:gd name="connsiteX5" fmla="*/ 1046656 w 2089224"/>
                <a:gd name="connsiteY5" fmla="*/ 250803 h 2089224"/>
                <a:gd name="connsiteX6" fmla="*/ 252847 w 2089224"/>
                <a:gd name="connsiteY6" fmla="*/ 1044612 h 2089224"/>
                <a:gd name="connsiteX7" fmla="*/ 1046656 w 2089224"/>
                <a:gd name="connsiteY7" fmla="*/ 1838421 h 2089224"/>
                <a:gd name="connsiteX8" fmla="*/ 1840465 w 2089224"/>
                <a:gd name="connsiteY8" fmla="*/ 1044612 h 2089224"/>
                <a:gd name="connsiteX9" fmla="*/ 1046656 w 2089224"/>
                <a:gd name="connsiteY9" fmla="*/ 250803 h 2089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9224" h="2089224">
                  <a:moveTo>
                    <a:pt x="1044612" y="0"/>
                  </a:moveTo>
                  <a:cubicBezTo>
                    <a:pt x="1621535" y="0"/>
                    <a:pt x="2089224" y="467689"/>
                    <a:pt x="2089224" y="1044612"/>
                  </a:cubicBezTo>
                  <a:cubicBezTo>
                    <a:pt x="2089224" y="1621535"/>
                    <a:pt x="1621535" y="2089224"/>
                    <a:pt x="1044612" y="2089224"/>
                  </a:cubicBezTo>
                  <a:cubicBezTo>
                    <a:pt x="467689" y="2089224"/>
                    <a:pt x="0" y="1621535"/>
                    <a:pt x="0" y="1044612"/>
                  </a:cubicBezTo>
                  <a:cubicBezTo>
                    <a:pt x="0" y="467689"/>
                    <a:pt x="467689" y="0"/>
                    <a:pt x="1044612" y="0"/>
                  </a:cubicBezTo>
                  <a:close/>
                  <a:moveTo>
                    <a:pt x="1046656" y="250803"/>
                  </a:moveTo>
                  <a:cubicBezTo>
                    <a:pt x="608247" y="250803"/>
                    <a:pt x="252847" y="606203"/>
                    <a:pt x="252847" y="1044612"/>
                  </a:cubicBezTo>
                  <a:cubicBezTo>
                    <a:pt x="252847" y="1483021"/>
                    <a:pt x="608247" y="1838421"/>
                    <a:pt x="1046656" y="1838421"/>
                  </a:cubicBezTo>
                  <a:cubicBezTo>
                    <a:pt x="1485065" y="1838421"/>
                    <a:pt x="1840465" y="1483021"/>
                    <a:pt x="1840465" y="1044612"/>
                  </a:cubicBezTo>
                  <a:cubicBezTo>
                    <a:pt x="1840465" y="606203"/>
                    <a:pt x="1485065" y="250803"/>
                    <a:pt x="1046656" y="250803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EE9E00A-31AD-11CB-C48E-A8C7B8A12913}"/>
                </a:ext>
              </a:extLst>
            </p:cNvPr>
            <p:cNvCxnSpPr>
              <a:stCxn id="41" idx="6"/>
              <a:endCxn id="41" idx="8"/>
            </p:cNvCxnSpPr>
            <p:nvPr/>
          </p:nvCxnSpPr>
          <p:spPr>
            <a:xfrm>
              <a:off x="1453861" y="5132972"/>
              <a:ext cx="241958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D1B9FEA-EE9E-7748-A7E8-4F3CD4825855}"/>
                </a:ext>
              </a:extLst>
            </p:cNvPr>
            <p:cNvCxnSpPr>
              <a:cxnSpLocks/>
              <a:stCxn id="41" idx="5"/>
              <a:endCxn id="41" idx="7"/>
            </p:cNvCxnSpPr>
            <p:nvPr/>
          </p:nvCxnSpPr>
          <p:spPr>
            <a:xfrm>
              <a:off x="2663654" y="3923179"/>
              <a:ext cx="0" cy="241958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BF03FF9-DDA4-5902-D1A6-6765B043B532}"/>
                </a:ext>
              </a:extLst>
            </p:cNvPr>
            <p:cNvSpPr/>
            <p:nvPr/>
          </p:nvSpPr>
          <p:spPr>
            <a:xfrm>
              <a:off x="2209590" y="4692637"/>
              <a:ext cx="793978" cy="793978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5D1F5677-5AE5-4CC5-BD81-2AD502697956}"/>
                </a:ext>
              </a:extLst>
            </p:cNvPr>
            <p:cNvSpPr/>
            <p:nvPr/>
          </p:nvSpPr>
          <p:spPr>
            <a:xfrm rot="20679378">
              <a:off x="7029564" y="1783741"/>
              <a:ext cx="417588" cy="550661"/>
            </a:xfrm>
            <a:custGeom>
              <a:avLst/>
              <a:gdLst>
                <a:gd name="connsiteX0" fmla="*/ 0 w 417588"/>
                <a:gd name="connsiteY0" fmla="*/ 69599 h 550661"/>
                <a:gd name="connsiteX1" fmla="*/ 69599 w 417588"/>
                <a:gd name="connsiteY1" fmla="*/ 0 h 550661"/>
                <a:gd name="connsiteX2" fmla="*/ 347989 w 417588"/>
                <a:gd name="connsiteY2" fmla="*/ 0 h 550661"/>
                <a:gd name="connsiteX3" fmla="*/ 417588 w 417588"/>
                <a:gd name="connsiteY3" fmla="*/ 69599 h 550661"/>
                <a:gd name="connsiteX4" fmla="*/ 417588 w 417588"/>
                <a:gd name="connsiteY4" fmla="*/ 481062 h 550661"/>
                <a:gd name="connsiteX5" fmla="*/ 347989 w 417588"/>
                <a:gd name="connsiteY5" fmla="*/ 550661 h 550661"/>
                <a:gd name="connsiteX6" fmla="*/ 69599 w 417588"/>
                <a:gd name="connsiteY6" fmla="*/ 550661 h 550661"/>
                <a:gd name="connsiteX7" fmla="*/ 0 w 417588"/>
                <a:gd name="connsiteY7" fmla="*/ 481062 h 550661"/>
                <a:gd name="connsiteX8" fmla="*/ 0 w 417588"/>
                <a:gd name="connsiteY8" fmla="*/ 69599 h 550661"/>
                <a:gd name="connsiteX0" fmla="*/ 0 w 417588"/>
                <a:gd name="connsiteY0" fmla="*/ 69599 h 550661"/>
                <a:gd name="connsiteX1" fmla="*/ 69599 w 417588"/>
                <a:gd name="connsiteY1" fmla="*/ 0 h 550661"/>
                <a:gd name="connsiteX2" fmla="*/ 347989 w 417588"/>
                <a:gd name="connsiteY2" fmla="*/ 0 h 550661"/>
                <a:gd name="connsiteX3" fmla="*/ 417588 w 417588"/>
                <a:gd name="connsiteY3" fmla="*/ 69599 h 550661"/>
                <a:gd name="connsiteX4" fmla="*/ 404216 w 417588"/>
                <a:gd name="connsiteY4" fmla="*/ 484800 h 550661"/>
                <a:gd name="connsiteX5" fmla="*/ 347989 w 417588"/>
                <a:gd name="connsiteY5" fmla="*/ 550661 h 550661"/>
                <a:gd name="connsiteX6" fmla="*/ 69599 w 417588"/>
                <a:gd name="connsiteY6" fmla="*/ 550661 h 550661"/>
                <a:gd name="connsiteX7" fmla="*/ 0 w 417588"/>
                <a:gd name="connsiteY7" fmla="*/ 481062 h 550661"/>
                <a:gd name="connsiteX8" fmla="*/ 0 w 417588"/>
                <a:gd name="connsiteY8" fmla="*/ 69599 h 550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588" h="550661">
                  <a:moveTo>
                    <a:pt x="0" y="69599"/>
                  </a:moveTo>
                  <a:cubicBezTo>
                    <a:pt x="0" y="31161"/>
                    <a:pt x="31161" y="0"/>
                    <a:pt x="69599" y="0"/>
                  </a:cubicBezTo>
                  <a:lnTo>
                    <a:pt x="347989" y="0"/>
                  </a:lnTo>
                  <a:cubicBezTo>
                    <a:pt x="386427" y="0"/>
                    <a:pt x="417588" y="31161"/>
                    <a:pt x="417588" y="69599"/>
                  </a:cubicBezTo>
                  <a:cubicBezTo>
                    <a:pt x="417588" y="206753"/>
                    <a:pt x="404216" y="347646"/>
                    <a:pt x="404216" y="484800"/>
                  </a:cubicBezTo>
                  <a:cubicBezTo>
                    <a:pt x="404216" y="523238"/>
                    <a:pt x="386427" y="550661"/>
                    <a:pt x="347989" y="550661"/>
                  </a:cubicBezTo>
                  <a:lnTo>
                    <a:pt x="69599" y="550661"/>
                  </a:lnTo>
                  <a:cubicBezTo>
                    <a:pt x="31161" y="550661"/>
                    <a:pt x="0" y="519500"/>
                    <a:pt x="0" y="481062"/>
                  </a:cubicBezTo>
                  <a:lnTo>
                    <a:pt x="0" y="69599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39B6F80-52CA-9235-5223-DEB327C78388}"/>
              </a:ext>
            </a:extLst>
          </p:cNvPr>
          <p:cNvGrpSpPr/>
          <p:nvPr/>
        </p:nvGrpSpPr>
        <p:grpSpPr>
          <a:xfrm>
            <a:off x="-3896774" y="1769017"/>
            <a:ext cx="8461839" cy="5360651"/>
            <a:chOff x="1068514" y="1364345"/>
            <a:chExt cx="8461839" cy="5360651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8B59DC4-17D3-7F6F-7989-1AFD8AC0CE9E}"/>
                </a:ext>
              </a:extLst>
            </p:cNvPr>
            <p:cNvSpPr/>
            <p:nvPr/>
          </p:nvSpPr>
          <p:spPr>
            <a:xfrm rot="2607324">
              <a:off x="6053592" y="2450550"/>
              <a:ext cx="450521" cy="3088168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DF8D5C4-7601-A312-6CBB-C4D8407427BA}"/>
                </a:ext>
              </a:extLst>
            </p:cNvPr>
            <p:cNvSpPr/>
            <p:nvPr/>
          </p:nvSpPr>
          <p:spPr>
            <a:xfrm rot="5400000">
              <a:off x="3547024" y="4084234"/>
              <a:ext cx="450521" cy="2229725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2CB7462A-8CD7-8D1E-AFA0-5A5C081251C7}"/>
                </a:ext>
              </a:extLst>
            </p:cNvPr>
            <p:cNvSpPr/>
            <p:nvPr/>
          </p:nvSpPr>
          <p:spPr>
            <a:xfrm rot="2109232">
              <a:off x="3180528" y="2334190"/>
              <a:ext cx="450521" cy="3088168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9262320E-ACEB-D28D-BF33-03145D638F6B}"/>
                </a:ext>
              </a:extLst>
            </p:cNvPr>
            <p:cNvSpPr/>
            <p:nvPr/>
          </p:nvSpPr>
          <p:spPr>
            <a:xfrm rot="16200000">
              <a:off x="5571890" y="1160158"/>
              <a:ext cx="450521" cy="3260021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DCD22E4-EA73-21D5-CA9B-9A04F74F50B9}"/>
                </a:ext>
              </a:extLst>
            </p:cNvPr>
            <p:cNvSpPr/>
            <p:nvPr/>
          </p:nvSpPr>
          <p:spPr>
            <a:xfrm rot="20768874">
              <a:off x="7361423" y="1738849"/>
              <a:ext cx="450521" cy="3472986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4353280-B84B-3630-ABF5-71D498E056C9}"/>
                </a:ext>
              </a:extLst>
            </p:cNvPr>
            <p:cNvSpPr/>
            <p:nvPr/>
          </p:nvSpPr>
          <p:spPr>
            <a:xfrm rot="20439290">
              <a:off x="4393638" y="2040794"/>
              <a:ext cx="450521" cy="3472986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7">
              <a:extLst>
                <a:ext uri="{FF2B5EF4-FFF2-40B4-BE49-F238E27FC236}">
                  <a16:creationId xmlns:a16="http://schemas.microsoft.com/office/drawing/2014/main" id="{18563E39-9809-0127-57F6-C5F35CAB3B12}"/>
                </a:ext>
              </a:extLst>
            </p:cNvPr>
            <p:cNvSpPr/>
            <p:nvPr/>
          </p:nvSpPr>
          <p:spPr>
            <a:xfrm>
              <a:off x="3086801" y="1364345"/>
              <a:ext cx="1997771" cy="1027777"/>
            </a:xfrm>
            <a:custGeom>
              <a:avLst/>
              <a:gdLst>
                <a:gd name="connsiteX0" fmla="*/ 0 w 899160"/>
                <a:gd name="connsiteY0" fmla="*/ 0 h 645271"/>
                <a:gd name="connsiteX1" fmla="*/ 899160 w 899160"/>
                <a:gd name="connsiteY1" fmla="*/ 0 h 645271"/>
                <a:gd name="connsiteX2" fmla="*/ 899160 w 899160"/>
                <a:gd name="connsiteY2" fmla="*/ 645271 h 645271"/>
                <a:gd name="connsiteX3" fmla="*/ 0 w 899160"/>
                <a:gd name="connsiteY3" fmla="*/ 645271 h 645271"/>
                <a:gd name="connsiteX4" fmla="*/ 0 w 899160"/>
                <a:gd name="connsiteY4" fmla="*/ 0 h 645271"/>
                <a:gd name="connsiteX0" fmla="*/ 0 w 1127760"/>
                <a:gd name="connsiteY0" fmla="*/ 0 h 645271"/>
                <a:gd name="connsiteX1" fmla="*/ 1127760 w 1127760"/>
                <a:gd name="connsiteY1" fmla="*/ 144780 h 645271"/>
                <a:gd name="connsiteX2" fmla="*/ 899160 w 1127760"/>
                <a:gd name="connsiteY2" fmla="*/ 645271 h 645271"/>
                <a:gd name="connsiteX3" fmla="*/ 0 w 1127760"/>
                <a:gd name="connsiteY3" fmla="*/ 645271 h 645271"/>
                <a:gd name="connsiteX4" fmla="*/ 0 w 1127760"/>
                <a:gd name="connsiteY4" fmla="*/ 0 h 645271"/>
                <a:gd name="connsiteX0" fmla="*/ 0 w 1127760"/>
                <a:gd name="connsiteY0" fmla="*/ 0 h 645271"/>
                <a:gd name="connsiteX1" fmla="*/ 1127760 w 1127760"/>
                <a:gd name="connsiteY1" fmla="*/ 144780 h 645271"/>
                <a:gd name="connsiteX2" fmla="*/ 419100 w 1127760"/>
                <a:gd name="connsiteY2" fmla="*/ 210931 h 645271"/>
                <a:gd name="connsiteX3" fmla="*/ 0 w 1127760"/>
                <a:gd name="connsiteY3" fmla="*/ 645271 h 645271"/>
                <a:gd name="connsiteX4" fmla="*/ 0 w 1127760"/>
                <a:gd name="connsiteY4" fmla="*/ 0 h 645271"/>
                <a:gd name="connsiteX0" fmla="*/ 0 w 1127760"/>
                <a:gd name="connsiteY0" fmla="*/ 0 h 645271"/>
                <a:gd name="connsiteX1" fmla="*/ 1127760 w 1127760"/>
                <a:gd name="connsiteY1" fmla="*/ 144780 h 645271"/>
                <a:gd name="connsiteX2" fmla="*/ 464820 w 1127760"/>
                <a:gd name="connsiteY2" fmla="*/ 325231 h 645271"/>
                <a:gd name="connsiteX3" fmla="*/ 0 w 1127760"/>
                <a:gd name="connsiteY3" fmla="*/ 645271 h 645271"/>
                <a:gd name="connsiteX4" fmla="*/ 0 w 1127760"/>
                <a:gd name="connsiteY4" fmla="*/ 0 h 645271"/>
                <a:gd name="connsiteX0" fmla="*/ 0 w 1127760"/>
                <a:gd name="connsiteY0" fmla="*/ 0 h 645271"/>
                <a:gd name="connsiteX1" fmla="*/ 1127760 w 1127760"/>
                <a:gd name="connsiteY1" fmla="*/ 144780 h 645271"/>
                <a:gd name="connsiteX2" fmla="*/ 464820 w 1127760"/>
                <a:gd name="connsiteY2" fmla="*/ 325231 h 645271"/>
                <a:gd name="connsiteX3" fmla="*/ 0 w 1127760"/>
                <a:gd name="connsiteY3" fmla="*/ 645271 h 645271"/>
                <a:gd name="connsiteX4" fmla="*/ 0 w 1127760"/>
                <a:gd name="connsiteY4" fmla="*/ 0 h 645271"/>
                <a:gd name="connsiteX0" fmla="*/ 0 w 1127760"/>
                <a:gd name="connsiteY0" fmla="*/ 100798 h 746069"/>
                <a:gd name="connsiteX1" fmla="*/ 1127760 w 1127760"/>
                <a:gd name="connsiteY1" fmla="*/ 245578 h 746069"/>
                <a:gd name="connsiteX2" fmla="*/ 464820 w 1127760"/>
                <a:gd name="connsiteY2" fmla="*/ 426029 h 746069"/>
                <a:gd name="connsiteX3" fmla="*/ 0 w 1127760"/>
                <a:gd name="connsiteY3" fmla="*/ 746069 h 746069"/>
                <a:gd name="connsiteX4" fmla="*/ 0 w 1127760"/>
                <a:gd name="connsiteY4" fmla="*/ 100798 h 746069"/>
                <a:gd name="connsiteX0" fmla="*/ 0 w 1127760"/>
                <a:gd name="connsiteY0" fmla="*/ 100798 h 746069"/>
                <a:gd name="connsiteX1" fmla="*/ 1127760 w 1127760"/>
                <a:gd name="connsiteY1" fmla="*/ 245578 h 746069"/>
                <a:gd name="connsiteX2" fmla="*/ 464820 w 1127760"/>
                <a:gd name="connsiteY2" fmla="*/ 426029 h 746069"/>
                <a:gd name="connsiteX3" fmla="*/ 0 w 1127760"/>
                <a:gd name="connsiteY3" fmla="*/ 746069 h 746069"/>
                <a:gd name="connsiteX4" fmla="*/ 0 w 1127760"/>
                <a:gd name="connsiteY4" fmla="*/ 100798 h 746069"/>
                <a:gd name="connsiteX0" fmla="*/ 0 w 1310640"/>
                <a:gd name="connsiteY0" fmla="*/ 147850 h 724541"/>
                <a:gd name="connsiteX1" fmla="*/ 1310640 w 1310640"/>
                <a:gd name="connsiteY1" fmla="*/ 224050 h 724541"/>
                <a:gd name="connsiteX2" fmla="*/ 647700 w 1310640"/>
                <a:gd name="connsiteY2" fmla="*/ 404501 h 724541"/>
                <a:gd name="connsiteX3" fmla="*/ 182880 w 1310640"/>
                <a:gd name="connsiteY3" fmla="*/ 724541 h 724541"/>
                <a:gd name="connsiteX4" fmla="*/ 0 w 1310640"/>
                <a:gd name="connsiteY4" fmla="*/ 147850 h 724541"/>
                <a:gd name="connsiteX0" fmla="*/ 0 w 1310640"/>
                <a:gd name="connsiteY0" fmla="*/ 147850 h 418155"/>
                <a:gd name="connsiteX1" fmla="*/ 1310640 w 1310640"/>
                <a:gd name="connsiteY1" fmla="*/ 224050 h 418155"/>
                <a:gd name="connsiteX2" fmla="*/ 647700 w 1310640"/>
                <a:gd name="connsiteY2" fmla="*/ 404501 h 418155"/>
                <a:gd name="connsiteX3" fmla="*/ 0 w 1310640"/>
                <a:gd name="connsiteY3" fmla="*/ 147850 h 418155"/>
                <a:gd name="connsiteX0" fmla="*/ 0 w 1310640"/>
                <a:gd name="connsiteY0" fmla="*/ 147850 h 470469"/>
                <a:gd name="connsiteX1" fmla="*/ 1310640 w 1310640"/>
                <a:gd name="connsiteY1" fmla="*/ 224050 h 470469"/>
                <a:gd name="connsiteX2" fmla="*/ 647700 w 1310640"/>
                <a:gd name="connsiteY2" fmla="*/ 404501 h 470469"/>
                <a:gd name="connsiteX3" fmla="*/ 0 w 1310640"/>
                <a:gd name="connsiteY3" fmla="*/ 147850 h 470469"/>
                <a:gd name="connsiteX0" fmla="*/ 220 w 1310860"/>
                <a:gd name="connsiteY0" fmla="*/ 147850 h 480723"/>
                <a:gd name="connsiteX1" fmla="*/ 1310860 w 1310860"/>
                <a:gd name="connsiteY1" fmla="*/ 224050 h 480723"/>
                <a:gd name="connsiteX2" fmla="*/ 647920 w 1310860"/>
                <a:gd name="connsiteY2" fmla="*/ 404501 h 480723"/>
                <a:gd name="connsiteX3" fmla="*/ 220 w 1310860"/>
                <a:gd name="connsiteY3" fmla="*/ 147850 h 480723"/>
                <a:gd name="connsiteX0" fmla="*/ 204 w 1310844"/>
                <a:gd name="connsiteY0" fmla="*/ 147850 h 516371"/>
                <a:gd name="connsiteX1" fmla="*/ 1310844 w 1310844"/>
                <a:gd name="connsiteY1" fmla="*/ 224050 h 516371"/>
                <a:gd name="connsiteX2" fmla="*/ 647904 w 1310844"/>
                <a:gd name="connsiteY2" fmla="*/ 404501 h 516371"/>
                <a:gd name="connsiteX3" fmla="*/ 204 w 1310844"/>
                <a:gd name="connsiteY3" fmla="*/ 147850 h 516371"/>
                <a:gd name="connsiteX0" fmla="*/ 204 w 1310844"/>
                <a:gd name="connsiteY0" fmla="*/ 305858 h 674379"/>
                <a:gd name="connsiteX1" fmla="*/ 1310844 w 1310844"/>
                <a:gd name="connsiteY1" fmla="*/ 382058 h 674379"/>
                <a:gd name="connsiteX2" fmla="*/ 647904 w 1310844"/>
                <a:gd name="connsiteY2" fmla="*/ 562509 h 674379"/>
                <a:gd name="connsiteX3" fmla="*/ 204 w 1310844"/>
                <a:gd name="connsiteY3" fmla="*/ 305858 h 6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0844" h="674379">
                  <a:moveTo>
                    <a:pt x="204" y="305858"/>
                  </a:moveTo>
                  <a:cubicBezTo>
                    <a:pt x="25604" y="-125942"/>
                    <a:pt x="1308304" y="-100542"/>
                    <a:pt x="1310844" y="382058"/>
                  </a:cubicBezTo>
                  <a:cubicBezTo>
                    <a:pt x="1280364" y="533648"/>
                    <a:pt x="1067004" y="609039"/>
                    <a:pt x="647904" y="562509"/>
                  </a:cubicBezTo>
                  <a:cubicBezTo>
                    <a:pt x="81484" y="865579"/>
                    <a:pt x="-4876" y="475228"/>
                    <a:pt x="204" y="305858"/>
                  </a:cubicBez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28E50CE-EB42-C89F-495E-1DC431C157A1}"/>
                </a:ext>
              </a:extLst>
            </p:cNvPr>
            <p:cNvSpPr/>
            <p:nvPr/>
          </p:nvSpPr>
          <p:spPr>
            <a:xfrm>
              <a:off x="4502126" y="4397977"/>
              <a:ext cx="1271916" cy="1271916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0DFFFBC0-8992-76DB-CF7A-D1236A751C4C}"/>
                </a:ext>
              </a:extLst>
            </p:cNvPr>
            <p:cNvSpPr/>
            <p:nvPr/>
          </p:nvSpPr>
          <p:spPr>
            <a:xfrm>
              <a:off x="5053328" y="5037221"/>
              <a:ext cx="158673" cy="990746"/>
            </a:xfrm>
            <a:prstGeom prst="roundRect">
              <a:avLst>
                <a:gd name="adj" fmla="val 41826"/>
              </a:avLst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F1A47A9-5E3B-1C6E-DC42-35DDCC4A3AB0}"/>
                </a:ext>
              </a:extLst>
            </p:cNvPr>
            <p:cNvSpPr/>
            <p:nvPr/>
          </p:nvSpPr>
          <p:spPr>
            <a:xfrm>
              <a:off x="6346304" y="3540732"/>
              <a:ext cx="3184049" cy="3184049"/>
            </a:xfrm>
            <a:custGeom>
              <a:avLst/>
              <a:gdLst>
                <a:gd name="connsiteX0" fmla="*/ 1044612 w 2089224"/>
                <a:gd name="connsiteY0" fmla="*/ 0 h 2089224"/>
                <a:gd name="connsiteX1" fmla="*/ 2089224 w 2089224"/>
                <a:gd name="connsiteY1" fmla="*/ 1044612 h 2089224"/>
                <a:gd name="connsiteX2" fmla="*/ 1044612 w 2089224"/>
                <a:gd name="connsiteY2" fmla="*/ 2089224 h 2089224"/>
                <a:gd name="connsiteX3" fmla="*/ 0 w 2089224"/>
                <a:gd name="connsiteY3" fmla="*/ 1044612 h 2089224"/>
                <a:gd name="connsiteX4" fmla="*/ 1044612 w 2089224"/>
                <a:gd name="connsiteY4" fmla="*/ 0 h 2089224"/>
                <a:gd name="connsiteX5" fmla="*/ 1046656 w 2089224"/>
                <a:gd name="connsiteY5" fmla="*/ 250803 h 2089224"/>
                <a:gd name="connsiteX6" fmla="*/ 252847 w 2089224"/>
                <a:gd name="connsiteY6" fmla="*/ 1044612 h 2089224"/>
                <a:gd name="connsiteX7" fmla="*/ 1046656 w 2089224"/>
                <a:gd name="connsiteY7" fmla="*/ 1838421 h 2089224"/>
                <a:gd name="connsiteX8" fmla="*/ 1840465 w 2089224"/>
                <a:gd name="connsiteY8" fmla="*/ 1044612 h 2089224"/>
                <a:gd name="connsiteX9" fmla="*/ 1046656 w 2089224"/>
                <a:gd name="connsiteY9" fmla="*/ 250803 h 2089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9224" h="2089224">
                  <a:moveTo>
                    <a:pt x="1044612" y="0"/>
                  </a:moveTo>
                  <a:cubicBezTo>
                    <a:pt x="1621535" y="0"/>
                    <a:pt x="2089224" y="467689"/>
                    <a:pt x="2089224" y="1044612"/>
                  </a:cubicBezTo>
                  <a:cubicBezTo>
                    <a:pt x="2089224" y="1621535"/>
                    <a:pt x="1621535" y="2089224"/>
                    <a:pt x="1044612" y="2089224"/>
                  </a:cubicBezTo>
                  <a:cubicBezTo>
                    <a:pt x="467689" y="2089224"/>
                    <a:pt x="0" y="1621535"/>
                    <a:pt x="0" y="1044612"/>
                  </a:cubicBezTo>
                  <a:cubicBezTo>
                    <a:pt x="0" y="467689"/>
                    <a:pt x="467689" y="0"/>
                    <a:pt x="1044612" y="0"/>
                  </a:cubicBezTo>
                  <a:close/>
                  <a:moveTo>
                    <a:pt x="1046656" y="250803"/>
                  </a:moveTo>
                  <a:cubicBezTo>
                    <a:pt x="608247" y="250803"/>
                    <a:pt x="252847" y="606203"/>
                    <a:pt x="252847" y="1044612"/>
                  </a:cubicBezTo>
                  <a:cubicBezTo>
                    <a:pt x="252847" y="1483021"/>
                    <a:pt x="608247" y="1838421"/>
                    <a:pt x="1046656" y="1838421"/>
                  </a:cubicBezTo>
                  <a:cubicBezTo>
                    <a:pt x="1485065" y="1838421"/>
                    <a:pt x="1840465" y="1483021"/>
                    <a:pt x="1840465" y="1044612"/>
                  </a:cubicBezTo>
                  <a:cubicBezTo>
                    <a:pt x="1840465" y="606203"/>
                    <a:pt x="1485065" y="250803"/>
                    <a:pt x="1046656" y="250803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Cylinder 26">
              <a:extLst>
                <a:ext uri="{FF2B5EF4-FFF2-40B4-BE49-F238E27FC236}">
                  <a16:creationId xmlns:a16="http://schemas.microsoft.com/office/drawing/2014/main" id="{AF010790-4467-943C-E682-B6A33C0F4EC2}"/>
                </a:ext>
              </a:extLst>
            </p:cNvPr>
            <p:cNvSpPr/>
            <p:nvPr/>
          </p:nvSpPr>
          <p:spPr>
            <a:xfrm rot="15669236">
              <a:off x="6896008" y="963109"/>
              <a:ext cx="389363" cy="1611817"/>
            </a:xfrm>
            <a:prstGeom prst="can">
              <a:avLst>
                <a:gd name="adj" fmla="val 79215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13">
              <a:extLst>
                <a:ext uri="{FF2B5EF4-FFF2-40B4-BE49-F238E27FC236}">
                  <a16:creationId xmlns:a16="http://schemas.microsoft.com/office/drawing/2014/main" id="{D26EABFB-4A1A-DFEE-3CB6-5F60E261F60C}"/>
                </a:ext>
              </a:extLst>
            </p:cNvPr>
            <p:cNvSpPr/>
            <p:nvPr/>
          </p:nvSpPr>
          <p:spPr>
            <a:xfrm>
              <a:off x="4916907" y="5955387"/>
              <a:ext cx="370170" cy="134962"/>
            </a:xfrm>
            <a:custGeom>
              <a:avLst/>
              <a:gdLst>
                <a:gd name="connsiteX0" fmla="*/ 0 w 242888"/>
                <a:gd name="connsiteY0" fmla="*/ 0 h 76200"/>
                <a:gd name="connsiteX1" fmla="*/ 242888 w 242888"/>
                <a:gd name="connsiteY1" fmla="*/ 0 h 76200"/>
                <a:gd name="connsiteX2" fmla="*/ 242888 w 242888"/>
                <a:gd name="connsiteY2" fmla="*/ 76200 h 76200"/>
                <a:gd name="connsiteX3" fmla="*/ 0 w 242888"/>
                <a:gd name="connsiteY3" fmla="*/ 76200 h 76200"/>
                <a:gd name="connsiteX4" fmla="*/ 0 w 242888"/>
                <a:gd name="connsiteY4" fmla="*/ 0 h 76200"/>
                <a:gd name="connsiteX0" fmla="*/ 0 w 242888"/>
                <a:gd name="connsiteY0" fmla="*/ 0 h 86783"/>
                <a:gd name="connsiteX1" fmla="*/ 242888 w 242888"/>
                <a:gd name="connsiteY1" fmla="*/ 0 h 86783"/>
                <a:gd name="connsiteX2" fmla="*/ 242888 w 242888"/>
                <a:gd name="connsiteY2" fmla="*/ 76200 h 86783"/>
                <a:gd name="connsiteX3" fmla="*/ 0 w 242888"/>
                <a:gd name="connsiteY3" fmla="*/ 76200 h 86783"/>
                <a:gd name="connsiteX4" fmla="*/ 0 w 242888"/>
                <a:gd name="connsiteY4" fmla="*/ 0 h 86783"/>
                <a:gd name="connsiteX0" fmla="*/ 0 w 242888"/>
                <a:gd name="connsiteY0" fmla="*/ 0 h 88556"/>
                <a:gd name="connsiteX1" fmla="*/ 242888 w 242888"/>
                <a:gd name="connsiteY1" fmla="*/ 0 h 88556"/>
                <a:gd name="connsiteX2" fmla="*/ 242888 w 242888"/>
                <a:gd name="connsiteY2" fmla="*/ 76200 h 88556"/>
                <a:gd name="connsiteX3" fmla="*/ 0 w 242888"/>
                <a:gd name="connsiteY3" fmla="*/ 76200 h 88556"/>
                <a:gd name="connsiteX4" fmla="*/ 0 w 242888"/>
                <a:gd name="connsiteY4" fmla="*/ 0 h 88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888" h="88556">
                  <a:moveTo>
                    <a:pt x="0" y="0"/>
                  </a:moveTo>
                  <a:lnTo>
                    <a:pt x="242888" y="0"/>
                  </a:lnTo>
                  <a:lnTo>
                    <a:pt x="242888" y="76200"/>
                  </a:lnTo>
                  <a:cubicBezTo>
                    <a:pt x="140494" y="100013"/>
                    <a:pt x="61913" y="83343"/>
                    <a:pt x="0" y="762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129FE3D-A17C-840C-E3E0-12EE9392F59D}"/>
                </a:ext>
              </a:extLst>
            </p:cNvPr>
            <p:cNvSpPr/>
            <p:nvPr/>
          </p:nvSpPr>
          <p:spPr>
            <a:xfrm rot="16200000">
              <a:off x="4252847" y="2540462"/>
              <a:ext cx="391942" cy="500685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FC98D1C7-96EE-D9E8-3CED-F88B7F562F49}"/>
                </a:ext>
              </a:extLst>
            </p:cNvPr>
            <p:cNvSpPr/>
            <p:nvPr/>
          </p:nvSpPr>
          <p:spPr>
            <a:xfrm rot="16200000">
              <a:off x="7072293" y="2551585"/>
              <a:ext cx="391947" cy="478436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6EF3AF70-B6BE-7FC0-EE5C-B6F4AB46BCF0}"/>
                </a:ext>
              </a:extLst>
            </p:cNvPr>
            <p:cNvSpPr/>
            <p:nvPr/>
          </p:nvSpPr>
          <p:spPr>
            <a:xfrm rot="16200000">
              <a:off x="6977758" y="2770018"/>
              <a:ext cx="391947" cy="550661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FE1C3E89-8921-DD23-B6B2-7EA330D5A922}"/>
                </a:ext>
              </a:extLst>
            </p:cNvPr>
            <p:cNvSpPr/>
            <p:nvPr/>
          </p:nvSpPr>
          <p:spPr>
            <a:xfrm rot="16200000">
              <a:off x="3937368" y="2714280"/>
              <a:ext cx="489928" cy="447008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6937D98-E9EF-3835-B3E8-10C0E512AEBB}"/>
                </a:ext>
              </a:extLst>
            </p:cNvPr>
            <p:cNvCxnSpPr>
              <a:stCxn id="24" idx="6"/>
              <a:endCxn id="24" idx="8"/>
            </p:cNvCxnSpPr>
            <p:nvPr/>
          </p:nvCxnSpPr>
          <p:spPr>
            <a:xfrm>
              <a:off x="6731651" y="5132757"/>
              <a:ext cx="241958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E8A3843-79DC-62AD-7220-17615FEF2E2C}"/>
                </a:ext>
              </a:extLst>
            </p:cNvPr>
            <p:cNvCxnSpPr>
              <a:cxnSpLocks/>
              <a:stCxn id="24" idx="5"/>
              <a:endCxn id="24" idx="7"/>
            </p:cNvCxnSpPr>
            <p:nvPr/>
          </p:nvCxnSpPr>
          <p:spPr>
            <a:xfrm>
              <a:off x="7941444" y="3922964"/>
              <a:ext cx="0" cy="241958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DB41F59-C205-9E62-8ACC-8DD10BAC0DE6}"/>
                </a:ext>
              </a:extLst>
            </p:cNvPr>
            <p:cNvSpPr/>
            <p:nvPr/>
          </p:nvSpPr>
          <p:spPr>
            <a:xfrm>
              <a:off x="7586683" y="4735768"/>
              <a:ext cx="793978" cy="793978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0345796-E9ED-0E9B-3329-71687B58360A}"/>
                </a:ext>
              </a:extLst>
            </p:cNvPr>
            <p:cNvSpPr/>
            <p:nvPr/>
          </p:nvSpPr>
          <p:spPr>
            <a:xfrm>
              <a:off x="1068514" y="3540947"/>
              <a:ext cx="3184049" cy="3184049"/>
            </a:xfrm>
            <a:custGeom>
              <a:avLst/>
              <a:gdLst>
                <a:gd name="connsiteX0" fmla="*/ 1044612 w 2089224"/>
                <a:gd name="connsiteY0" fmla="*/ 0 h 2089224"/>
                <a:gd name="connsiteX1" fmla="*/ 2089224 w 2089224"/>
                <a:gd name="connsiteY1" fmla="*/ 1044612 h 2089224"/>
                <a:gd name="connsiteX2" fmla="*/ 1044612 w 2089224"/>
                <a:gd name="connsiteY2" fmla="*/ 2089224 h 2089224"/>
                <a:gd name="connsiteX3" fmla="*/ 0 w 2089224"/>
                <a:gd name="connsiteY3" fmla="*/ 1044612 h 2089224"/>
                <a:gd name="connsiteX4" fmla="*/ 1044612 w 2089224"/>
                <a:gd name="connsiteY4" fmla="*/ 0 h 2089224"/>
                <a:gd name="connsiteX5" fmla="*/ 1046656 w 2089224"/>
                <a:gd name="connsiteY5" fmla="*/ 250803 h 2089224"/>
                <a:gd name="connsiteX6" fmla="*/ 252847 w 2089224"/>
                <a:gd name="connsiteY6" fmla="*/ 1044612 h 2089224"/>
                <a:gd name="connsiteX7" fmla="*/ 1046656 w 2089224"/>
                <a:gd name="connsiteY7" fmla="*/ 1838421 h 2089224"/>
                <a:gd name="connsiteX8" fmla="*/ 1840465 w 2089224"/>
                <a:gd name="connsiteY8" fmla="*/ 1044612 h 2089224"/>
                <a:gd name="connsiteX9" fmla="*/ 1046656 w 2089224"/>
                <a:gd name="connsiteY9" fmla="*/ 250803 h 2089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9224" h="2089224">
                  <a:moveTo>
                    <a:pt x="1044612" y="0"/>
                  </a:moveTo>
                  <a:cubicBezTo>
                    <a:pt x="1621535" y="0"/>
                    <a:pt x="2089224" y="467689"/>
                    <a:pt x="2089224" y="1044612"/>
                  </a:cubicBezTo>
                  <a:cubicBezTo>
                    <a:pt x="2089224" y="1621535"/>
                    <a:pt x="1621535" y="2089224"/>
                    <a:pt x="1044612" y="2089224"/>
                  </a:cubicBezTo>
                  <a:cubicBezTo>
                    <a:pt x="467689" y="2089224"/>
                    <a:pt x="0" y="1621535"/>
                    <a:pt x="0" y="1044612"/>
                  </a:cubicBezTo>
                  <a:cubicBezTo>
                    <a:pt x="0" y="467689"/>
                    <a:pt x="467689" y="0"/>
                    <a:pt x="1044612" y="0"/>
                  </a:cubicBezTo>
                  <a:close/>
                  <a:moveTo>
                    <a:pt x="1046656" y="250803"/>
                  </a:moveTo>
                  <a:cubicBezTo>
                    <a:pt x="608247" y="250803"/>
                    <a:pt x="252847" y="606203"/>
                    <a:pt x="252847" y="1044612"/>
                  </a:cubicBezTo>
                  <a:cubicBezTo>
                    <a:pt x="252847" y="1483021"/>
                    <a:pt x="608247" y="1838421"/>
                    <a:pt x="1046656" y="1838421"/>
                  </a:cubicBezTo>
                  <a:cubicBezTo>
                    <a:pt x="1485065" y="1838421"/>
                    <a:pt x="1840465" y="1483021"/>
                    <a:pt x="1840465" y="1044612"/>
                  </a:cubicBezTo>
                  <a:cubicBezTo>
                    <a:pt x="1840465" y="606203"/>
                    <a:pt x="1485065" y="250803"/>
                    <a:pt x="1046656" y="250803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4AC44CC-CDA0-E847-F6CE-A376DAE3A909}"/>
                </a:ext>
              </a:extLst>
            </p:cNvPr>
            <p:cNvCxnSpPr>
              <a:stCxn id="47" idx="6"/>
              <a:endCxn id="47" idx="8"/>
            </p:cNvCxnSpPr>
            <p:nvPr/>
          </p:nvCxnSpPr>
          <p:spPr>
            <a:xfrm>
              <a:off x="1453861" y="5132972"/>
              <a:ext cx="241958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A87C193-7C32-3BF1-8423-82C19CF55F32}"/>
                </a:ext>
              </a:extLst>
            </p:cNvPr>
            <p:cNvCxnSpPr>
              <a:cxnSpLocks/>
              <a:stCxn id="47" idx="5"/>
              <a:endCxn id="47" idx="7"/>
            </p:cNvCxnSpPr>
            <p:nvPr/>
          </p:nvCxnSpPr>
          <p:spPr>
            <a:xfrm>
              <a:off x="2663654" y="3923179"/>
              <a:ext cx="0" cy="241958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451FCFAB-30FE-234B-E876-34D20A20A7A6}"/>
                </a:ext>
              </a:extLst>
            </p:cNvPr>
            <p:cNvSpPr/>
            <p:nvPr/>
          </p:nvSpPr>
          <p:spPr>
            <a:xfrm>
              <a:off x="2209590" y="4692637"/>
              <a:ext cx="793978" cy="793978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: Rounded Corners 44">
              <a:extLst>
                <a:ext uri="{FF2B5EF4-FFF2-40B4-BE49-F238E27FC236}">
                  <a16:creationId xmlns:a16="http://schemas.microsoft.com/office/drawing/2014/main" id="{440A090C-9415-584D-99D3-35DBA2CE1269}"/>
                </a:ext>
              </a:extLst>
            </p:cNvPr>
            <p:cNvSpPr/>
            <p:nvPr/>
          </p:nvSpPr>
          <p:spPr>
            <a:xfrm rot="20679378">
              <a:off x="7029564" y="1783741"/>
              <a:ext cx="417588" cy="550661"/>
            </a:xfrm>
            <a:custGeom>
              <a:avLst/>
              <a:gdLst>
                <a:gd name="connsiteX0" fmla="*/ 0 w 417588"/>
                <a:gd name="connsiteY0" fmla="*/ 69599 h 550661"/>
                <a:gd name="connsiteX1" fmla="*/ 69599 w 417588"/>
                <a:gd name="connsiteY1" fmla="*/ 0 h 550661"/>
                <a:gd name="connsiteX2" fmla="*/ 347989 w 417588"/>
                <a:gd name="connsiteY2" fmla="*/ 0 h 550661"/>
                <a:gd name="connsiteX3" fmla="*/ 417588 w 417588"/>
                <a:gd name="connsiteY3" fmla="*/ 69599 h 550661"/>
                <a:gd name="connsiteX4" fmla="*/ 417588 w 417588"/>
                <a:gd name="connsiteY4" fmla="*/ 481062 h 550661"/>
                <a:gd name="connsiteX5" fmla="*/ 347989 w 417588"/>
                <a:gd name="connsiteY5" fmla="*/ 550661 h 550661"/>
                <a:gd name="connsiteX6" fmla="*/ 69599 w 417588"/>
                <a:gd name="connsiteY6" fmla="*/ 550661 h 550661"/>
                <a:gd name="connsiteX7" fmla="*/ 0 w 417588"/>
                <a:gd name="connsiteY7" fmla="*/ 481062 h 550661"/>
                <a:gd name="connsiteX8" fmla="*/ 0 w 417588"/>
                <a:gd name="connsiteY8" fmla="*/ 69599 h 550661"/>
                <a:gd name="connsiteX0" fmla="*/ 0 w 417588"/>
                <a:gd name="connsiteY0" fmla="*/ 69599 h 550661"/>
                <a:gd name="connsiteX1" fmla="*/ 69599 w 417588"/>
                <a:gd name="connsiteY1" fmla="*/ 0 h 550661"/>
                <a:gd name="connsiteX2" fmla="*/ 347989 w 417588"/>
                <a:gd name="connsiteY2" fmla="*/ 0 h 550661"/>
                <a:gd name="connsiteX3" fmla="*/ 417588 w 417588"/>
                <a:gd name="connsiteY3" fmla="*/ 69599 h 550661"/>
                <a:gd name="connsiteX4" fmla="*/ 404216 w 417588"/>
                <a:gd name="connsiteY4" fmla="*/ 484800 h 550661"/>
                <a:gd name="connsiteX5" fmla="*/ 347989 w 417588"/>
                <a:gd name="connsiteY5" fmla="*/ 550661 h 550661"/>
                <a:gd name="connsiteX6" fmla="*/ 69599 w 417588"/>
                <a:gd name="connsiteY6" fmla="*/ 550661 h 550661"/>
                <a:gd name="connsiteX7" fmla="*/ 0 w 417588"/>
                <a:gd name="connsiteY7" fmla="*/ 481062 h 550661"/>
                <a:gd name="connsiteX8" fmla="*/ 0 w 417588"/>
                <a:gd name="connsiteY8" fmla="*/ 69599 h 550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588" h="550661">
                  <a:moveTo>
                    <a:pt x="0" y="69599"/>
                  </a:moveTo>
                  <a:cubicBezTo>
                    <a:pt x="0" y="31161"/>
                    <a:pt x="31161" y="0"/>
                    <a:pt x="69599" y="0"/>
                  </a:cubicBezTo>
                  <a:lnTo>
                    <a:pt x="347989" y="0"/>
                  </a:lnTo>
                  <a:cubicBezTo>
                    <a:pt x="386427" y="0"/>
                    <a:pt x="417588" y="31161"/>
                    <a:pt x="417588" y="69599"/>
                  </a:cubicBezTo>
                  <a:cubicBezTo>
                    <a:pt x="417588" y="206753"/>
                    <a:pt x="404216" y="347646"/>
                    <a:pt x="404216" y="484800"/>
                  </a:cubicBezTo>
                  <a:cubicBezTo>
                    <a:pt x="404216" y="523238"/>
                    <a:pt x="386427" y="550661"/>
                    <a:pt x="347989" y="550661"/>
                  </a:cubicBezTo>
                  <a:lnTo>
                    <a:pt x="69599" y="550661"/>
                  </a:lnTo>
                  <a:cubicBezTo>
                    <a:pt x="31161" y="550661"/>
                    <a:pt x="0" y="519500"/>
                    <a:pt x="0" y="481062"/>
                  </a:cubicBezTo>
                  <a:lnTo>
                    <a:pt x="0" y="69599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49B82D7-CEC9-37D1-7DF0-F9266CD0A023}"/>
              </a:ext>
            </a:extLst>
          </p:cNvPr>
          <p:cNvGrpSpPr/>
          <p:nvPr/>
        </p:nvGrpSpPr>
        <p:grpSpPr>
          <a:xfrm>
            <a:off x="-2972847" y="1602620"/>
            <a:ext cx="8461839" cy="5360651"/>
            <a:chOff x="1068514" y="1364345"/>
            <a:chExt cx="8461839" cy="5360651"/>
          </a:xfrm>
          <a:solidFill>
            <a:schemeClr val="bg1"/>
          </a:solidFill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B824B94E-32A6-048A-C45F-C67BC90EB397}"/>
                </a:ext>
              </a:extLst>
            </p:cNvPr>
            <p:cNvSpPr/>
            <p:nvPr/>
          </p:nvSpPr>
          <p:spPr>
            <a:xfrm rot="2607324">
              <a:off x="6053592" y="2450550"/>
              <a:ext cx="450521" cy="3088168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3A44278B-12B7-D2D7-A16B-433C81C12F2F}"/>
                </a:ext>
              </a:extLst>
            </p:cNvPr>
            <p:cNvSpPr/>
            <p:nvPr/>
          </p:nvSpPr>
          <p:spPr>
            <a:xfrm rot="5400000">
              <a:off x="3547024" y="4084234"/>
              <a:ext cx="450521" cy="2229725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76FCF88F-B4D4-3FC7-0EEF-D97D8CC24970}"/>
                </a:ext>
              </a:extLst>
            </p:cNvPr>
            <p:cNvSpPr/>
            <p:nvPr/>
          </p:nvSpPr>
          <p:spPr>
            <a:xfrm rot="2109232">
              <a:off x="3180528" y="2334190"/>
              <a:ext cx="450521" cy="3088168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B6D1F52F-FE2E-25A3-E0F4-64B0256FF26B}"/>
                </a:ext>
              </a:extLst>
            </p:cNvPr>
            <p:cNvSpPr/>
            <p:nvPr/>
          </p:nvSpPr>
          <p:spPr>
            <a:xfrm rot="16200000">
              <a:off x="5571890" y="1160158"/>
              <a:ext cx="450521" cy="3260021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81C4B332-F449-95A7-CB55-C381B66023A7}"/>
                </a:ext>
              </a:extLst>
            </p:cNvPr>
            <p:cNvSpPr/>
            <p:nvPr/>
          </p:nvSpPr>
          <p:spPr>
            <a:xfrm rot="20768874">
              <a:off x="7361423" y="1738849"/>
              <a:ext cx="450521" cy="3472986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373A2A58-2F64-E364-E538-7D1CA5CFEF63}"/>
                </a:ext>
              </a:extLst>
            </p:cNvPr>
            <p:cNvSpPr/>
            <p:nvPr/>
          </p:nvSpPr>
          <p:spPr>
            <a:xfrm rot="20439290">
              <a:off x="4393638" y="2040794"/>
              <a:ext cx="450521" cy="3472986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7">
              <a:extLst>
                <a:ext uri="{FF2B5EF4-FFF2-40B4-BE49-F238E27FC236}">
                  <a16:creationId xmlns:a16="http://schemas.microsoft.com/office/drawing/2014/main" id="{00571553-E75B-CD94-5D36-A7315849AEE1}"/>
                </a:ext>
              </a:extLst>
            </p:cNvPr>
            <p:cNvSpPr/>
            <p:nvPr/>
          </p:nvSpPr>
          <p:spPr>
            <a:xfrm>
              <a:off x="3086801" y="1364345"/>
              <a:ext cx="1997771" cy="1027777"/>
            </a:xfrm>
            <a:custGeom>
              <a:avLst/>
              <a:gdLst>
                <a:gd name="connsiteX0" fmla="*/ 0 w 899160"/>
                <a:gd name="connsiteY0" fmla="*/ 0 h 645271"/>
                <a:gd name="connsiteX1" fmla="*/ 899160 w 899160"/>
                <a:gd name="connsiteY1" fmla="*/ 0 h 645271"/>
                <a:gd name="connsiteX2" fmla="*/ 899160 w 899160"/>
                <a:gd name="connsiteY2" fmla="*/ 645271 h 645271"/>
                <a:gd name="connsiteX3" fmla="*/ 0 w 899160"/>
                <a:gd name="connsiteY3" fmla="*/ 645271 h 645271"/>
                <a:gd name="connsiteX4" fmla="*/ 0 w 899160"/>
                <a:gd name="connsiteY4" fmla="*/ 0 h 645271"/>
                <a:gd name="connsiteX0" fmla="*/ 0 w 1127760"/>
                <a:gd name="connsiteY0" fmla="*/ 0 h 645271"/>
                <a:gd name="connsiteX1" fmla="*/ 1127760 w 1127760"/>
                <a:gd name="connsiteY1" fmla="*/ 144780 h 645271"/>
                <a:gd name="connsiteX2" fmla="*/ 899160 w 1127760"/>
                <a:gd name="connsiteY2" fmla="*/ 645271 h 645271"/>
                <a:gd name="connsiteX3" fmla="*/ 0 w 1127760"/>
                <a:gd name="connsiteY3" fmla="*/ 645271 h 645271"/>
                <a:gd name="connsiteX4" fmla="*/ 0 w 1127760"/>
                <a:gd name="connsiteY4" fmla="*/ 0 h 645271"/>
                <a:gd name="connsiteX0" fmla="*/ 0 w 1127760"/>
                <a:gd name="connsiteY0" fmla="*/ 0 h 645271"/>
                <a:gd name="connsiteX1" fmla="*/ 1127760 w 1127760"/>
                <a:gd name="connsiteY1" fmla="*/ 144780 h 645271"/>
                <a:gd name="connsiteX2" fmla="*/ 419100 w 1127760"/>
                <a:gd name="connsiteY2" fmla="*/ 210931 h 645271"/>
                <a:gd name="connsiteX3" fmla="*/ 0 w 1127760"/>
                <a:gd name="connsiteY3" fmla="*/ 645271 h 645271"/>
                <a:gd name="connsiteX4" fmla="*/ 0 w 1127760"/>
                <a:gd name="connsiteY4" fmla="*/ 0 h 645271"/>
                <a:gd name="connsiteX0" fmla="*/ 0 w 1127760"/>
                <a:gd name="connsiteY0" fmla="*/ 0 h 645271"/>
                <a:gd name="connsiteX1" fmla="*/ 1127760 w 1127760"/>
                <a:gd name="connsiteY1" fmla="*/ 144780 h 645271"/>
                <a:gd name="connsiteX2" fmla="*/ 464820 w 1127760"/>
                <a:gd name="connsiteY2" fmla="*/ 325231 h 645271"/>
                <a:gd name="connsiteX3" fmla="*/ 0 w 1127760"/>
                <a:gd name="connsiteY3" fmla="*/ 645271 h 645271"/>
                <a:gd name="connsiteX4" fmla="*/ 0 w 1127760"/>
                <a:gd name="connsiteY4" fmla="*/ 0 h 645271"/>
                <a:gd name="connsiteX0" fmla="*/ 0 w 1127760"/>
                <a:gd name="connsiteY0" fmla="*/ 0 h 645271"/>
                <a:gd name="connsiteX1" fmla="*/ 1127760 w 1127760"/>
                <a:gd name="connsiteY1" fmla="*/ 144780 h 645271"/>
                <a:gd name="connsiteX2" fmla="*/ 464820 w 1127760"/>
                <a:gd name="connsiteY2" fmla="*/ 325231 h 645271"/>
                <a:gd name="connsiteX3" fmla="*/ 0 w 1127760"/>
                <a:gd name="connsiteY3" fmla="*/ 645271 h 645271"/>
                <a:gd name="connsiteX4" fmla="*/ 0 w 1127760"/>
                <a:gd name="connsiteY4" fmla="*/ 0 h 645271"/>
                <a:gd name="connsiteX0" fmla="*/ 0 w 1127760"/>
                <a:gd name="connsiteY0" fmla="*/ 100798 h 746069"/>
                <a:gd name="connsiteX1" fmla="*/ 1127760 w 1127760"/>
                <a:gd name="connsiteY1" fmla="*/ 245578 h 746069"/>
                <a:gd name="connsiteX2" fmla="*/ 464820 w 1127760"/>
                <a:gd name="connsiteY2" fmla="*/ 426029 h 746069"/>
                <a:gd name="connsiteX3" fmla="*/ 0 w 1127760"/>
                <a:gd name="connsiteY3" fmla="*/ 746069 h 746069"/>
                <a:gd name="connsiteX4" fmla="*/ 0 w 1127760"/>
                <a:gd name="connsiteY4" fmla="*/ 100798 h 746069"/>
                <a:gd name="connsiteX0" fmla="*/ 0 w 1127760"/>
                <a:gd name="connsiteY0" fmla="*/ 100798 h 746069"/>
                <a:gd name="connsiteX1" fmla="*/ 1127760 w 1127760"/>
                <a:gd name="connsiteY1" fmla="*/ 245578 h 746069"/>
                <a:gd name="connsiteX2" fmla="*/ 464820 w 1127760"/>
                <a:gd name="connsiteY2" fmla="*/ 426029 h 746069"/>
                <a:gd name="connsiteX3" fmla="*/ 0 w 1127760"/>
                <a:gd name="connsiteY3" fmla="*/ 746069 h 746069"/>
                <a:gd name="connsiteX4" fmla="*/ 0 w 1127760"/>
                <a:gd name="connsiteY4" fmla="*/ 100798 h 746069"/>
                <a:gd name="connsiteX0" fmla="*/ 0 w 1310640"/>
                <a:gd name="connsiteY0" fmla="*/ 147850 h 724541"/>
                <a:gd name="connsiteX1" fmla="*/ 1310640 w 1310640"/>
                <a:gd name="connsiteY1" fmla="*/ 224050 h 724541"/>
                <a:gd name="connsiteX2" fmla="*/ 647700 w 1310640"/>
                <a:gd name="connsiteY2" fmla="*/ 404501 h 724541"/>
                <a:gd name="connsiteX3" fmla="*/ 182880 w 1310640"/>
                <a:gd name="connsiteY3" fmla="*/ 724541 h 724541"/>
                <a:gd name="connsiteX4" fmla="*/ 0 w 1310640"/>
                <a:gd name="connsiteY4" fmla="*/ 147850 h 724541"/>
                <a:gd name="connsiteX0" fmla="*/ 0 w 1310640"/>
                <a:gd name="connsiteY0" fmla="*/ 147850 h 418155"/>
                <a:gd name="connsiteX1" fmla="*/ 1310640 w 1310640"/>
                <a:gd name="connsiteY1" fmla="*/ 224050 h 418155"/>
                <a:gd name="connsiteX2" fmla="*/ 647700 w 1310640"/>
                <a:gd name="connsiteY2" fmla="*/ 404501 h 418155"/>
                <a:gd name="connsiteX3" fmla="*/ 0 w 1310640"/>
                <a:gd name="connsiteY3" fmla="*/ 147850 h 418155"/>
                <a:gd name="connsiteX0" fmla="*/ 0 w 1310640"/>
                <a:gd name="connsiteY0" fmla="*/ 147850 h 470469"/>
                <a:gd name="connsiteX1" fmla="*/ 1310640 w 1310640"/>
                <a:gd name="connsiteY1" fmla="*/ 224050 h 470469"/>
                <a:gd name="connsiteX2" fmla="*/ 647700 w 1310640"/>
                <a:gd name="connsiteY2" fmla="*/ 404501 h 470469"/>
                <a:gd name="connsiteX3" fmla="*/ 0 w 1310640"/>
                <a:gd name="connsiteY3" fmla="*/ 147850 h 470469"/>
                <a:gd name="connsiteX0" fmla="*/ 220 w 1310860"/>
                <a:gd name="connsiteY0" fmla="*/ 147850 h 480723"/>
                <a:gd name="connsiteX1" fmla="*/ 1310860 w 1310860"/>
                <a:gd name="connsiteY1" fmla="*/ 224050 h 480723"/>
                <a:gd name="connsiteX2" fmla="*/ 647920 w 1310860"/>
                <a:gd name="connsiteY2" fmla="*/ 404501 h 480723"/>
                <a:gd name="connsiteX3" fmla="*/ 220 w 1310860"/>
                <a:gd name="connsiteY3" fmla="*/ 147850 h 480723"/>
                <a:gd name="connsiteX0" fmla="*/ 204 w 1310844"/>
                <a:gd name="connsiteY0" fmla="*/ 147850 h 516371"/>
                <a:gd name="connsiteX1" fmla="*/ 1310844 w 1310844"/>
                <a:gd name="connsiteY1" fmla="*/ 224050 h 516371"/>
                <a:gd name="connsiteX2" fmla="*/ 647904 w 1310844"/>
                <a:gd name="connsiteY2" fmla="*/ 404501 h 516371"/>
                <a:gd name="connsiteX3" fmla="*/ 204 w 1310844"/>
                <a:gd name="connsiteY3" fmla="*/ 147850 h 516371"/>
                <a:gd name="connsiteX0" fmla="*/ 204 w 1310844"/>
                <a:gd name="connsiteY0" fmla="*/ 305858 h 674379"/>
                <a:gd name="connsiteX1" fmla="*/ 1310844 w 1310844"/>
                <a:gd name="connsiteY1" fmla="*/ 382058 h 674379"/>
                <a:gd name="connsiteX2" fmla="*/ 647904 w 1310844"/>
                <a:gd name="connsiteY2" fmla="*/ 562509 h 674379"/>
                <a:gd name="connsiteX3" fmla="*/ 204 w 1310844"/>
                <a:gd name="connsiteY3" fmla="*/ 305858 h 6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0844" h="674379">
                  <a:moveTo>
                    <a:pt x="204" y="305858"/>
                  </a:moveTo>
                  <a:cubicBezTo>
                    <a:pt x="25604" y="-125942"/>
                    <a:pt x="1308304" y="-100542"/>
                    <a:pt x="1310844" y="382058"/>
                  </a:cubicBezTo>
                  <a:cubicBezTo>
                    <a:pt x="1280364" y="533648"/>
                    <a:pt x="1067004" y="609039"/>
                    <a:pt x="647904" y="562509"/>
                  </a:cubicBezTo>
                  <a:cubicBezTo>
                    <a:pt x="81484" y="865579"/>
                    <a:pt x="-4876" y="475228"/>
                    <a:pt x="204" y="305858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FB85E5E8-F517-66D3-9114-DD5FC5F5FD6E}"/>
                </a:ext>
              </a:extLst>
            </p:cNvPr>
            <p:cNvSpPr/>
            <p:nvPr/>
          </p:nvSpPr>
          <p:spPr>
            <a:xfrm>
              <a:off x="4502126" y="4397977"/>
              <a:ext cx="1271916" cy="1271916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2126A637-34C7-AA90-5ACC-B1BD27BECD66}"/>
                </a:ext>
              </a:extLst>
            </p:cNvPr>
            <p:cNvSpPr/>
            <p:nvPr/>
          </p:nvSpPr>
          <p:spPr>
            <a:xfrm>
              <a:off x="5053328" y="5037221"/>
              <a:ext cx="158673" cy="990746"/>
            </a:xfrm>
            <a:prstGeom prst="roundRect">
              <a:avLst>
                <a:gd name="adj" fmla="val 41826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DB74C0C-60D1-3963-C307-DCD2A0149E1F}"/>
                </a:ext>
              </a:extLst>
            </p:cNvPr>
            <p:cNvSpPr/>
            <p:nvPr/>
          </p:nvSpPr>
          <p:spPr>
            <a:xfrm>
              <a:off x="6346304" y="3540732"/>
              <a:ext cx="3184049" cy="3184049"/>
            </a:xfrm>
            <a:custGeom>
              <a:avLst/>
              <a:gdLst>
                <a:gd name="connsiteX0" fmla="*/ 1044612 w 2089224"/>
                <a:gd name="connsiteY0" fmla="*/ 0 h 2089224"/>
                <a:gd name="connsiteX1" fmla="*/ 2089224 w 2089224"/>
                <a:gd name="connsiteY1" fmla="*/ 1044612 h 2089224"/>
                <a:gd name="connsiteX2" fmla="*/ 1044612 w 2089224"/>
                <a:gd name="connsiteY2" fmla="*/ 2089224 h 2089224"/>
                <a:gd name="connsiteX3" fmla="*/ 0 w 2089224"/>
                <a:gd name="connsiteY3" fmla="*/ 1044612 h 2089224"/>
                <a:gd name="connsiteX4" fmla="*/ 1044612 w 2089224"/>
                <a:gd name="connsiteY4" fmla="*/ 0 h 2089224"/>
                <a:gd name="connsiteX5" fmla="*/ 1046656 w 2089224"/>
                <a:gd name="connsiteY5" fmla="*/ 250803 h 2089224"/>
                <a:gd name="connsiteX6" fmla="*/ 252847 w 2089224"/>
                <a:gd name="connsiteY6" fmla="*/ 1044612 h 2089224"/>
                <a:gd name="connsiteX7" fmla="*/ 1046656 w 2089224"/>
                <a:gd name="connsiteY7" fmla="*/ 1838421 h 2089224"/>
                <a:gd name="connsiteX8" fmla="*/ 1840465 w 2089224"/>
                <a:gd name="connsiteY8" fmla="*/ 1044612 h 2089224"/>
                <a:gd name="connsiteX9" fmla="*/ 1046656 w 2089224"/>
                <a:gd name="connsiteY9" fmla="*/ 250803 h 2089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9224" h="2089224">
                  <a:moveTo>
                    <a:pt x="1044612" y="0"/>
                  </a:moveTo>
                  <a:cubicBezTo>
                    <a:pt x="1621535" y="0"/>
                    <a:pt x="2089224" y="467689"/>
                    <a:pt x="2089224" y="1044612"/>
                  </a:cubicBezTo>
                  <a:cubicBezTo>
                    <a:pt x="2089224" y="1621535"/>
                    <a:pt x="1621535" y="2089224"/>
                    <a:pt x="1044612" y="2089224"/>
                  </a:cubicBezTo>
                  <a:cubicBezTo>
                    <a:pt x="467689" y="2089224"/>
                    <a:pt x="0" y="1621535"/>
                    <a:pt x="0" y="1044612"/>
                  </a:cubicBezTo>
                  <a:cubicBezTo>
                    <a:pt x="0" y="467689"/>
                    <a:pt x="467689" y="0"/>
                    <a:pt x="1044612" y="0"/>
                  </a:cubicBezTo>
                  <a:close/>
                  <a:moveTo>
                    <a:pt x="1046656" y="250803"/>
                  </a:moveTo>
                  <a:cubicBezTo>
                    <a:pt x="608247" y="250803"/>
                    <a:pt x="252847" y="606203"/>
                    <a:pt x="252847" y="1044612"/>
                  </a:cubicBezTo>
                  <a:cubicBezTo>
                    <a:pt x="252847" y="1483021"/>
                    <a:pt x="608247" y="1838421"/>
                    <a:pt x="1046656" y="1838421"/>
                  </a:cubicBezTo>
                  <a:cubicBezTo>
                    <a:pt x="1485065" y="1838421"/>
                    <a:pt x="1840465" y="1483021"/>
                    <a:pt x="1840465" y="1044612"/>
                  </a:cubicBezTo>
                  <a:cubicBezTo>
                    <a:pt x="1840465" y="606203"/>
                    <a:pt x="1485065" y="250803"/>
                    <a:pt x="1046656" y="250803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Cylinder 62">
              <a:extLst>
                <a:ext uri="{FF2B5EF4-FFF2-40B4-BE49-F238E27FC236}">
                  <a16:creationId xmlns:a16="http://schemas.microsoft.com/office/drawing/2014/main" id="{987625A2-665A-90C6-F1C1-924751873A43}"/>
                </a:ext>
              </a:extLst>
            </p:cNvPr>
            <p:cNvSpPr/>
            <p:nvPr/>
          </p:nvSpPr>
          <p:spPr>
            <a:xfrm rot="15669236">
              <a:off x="6896008" y="963109"/>
              <a:ext cx="389363" cy="1611817"/>
            </a:xfrm>
            <a:prstGeom prst="can">
              <a:avLst>
                <a:gd name="adj" fmla="val 79215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13">
              <a:extLst>
                <a:ext uri="{FF2B5EF4-FFF2-40B4-BE49-F238E27FC236}">
                  <a16:creationId xmlns:a16="http://schemas.microsoft.com/office/drawing/2014/main" id="{FC2FAEE0-A06D-6D6E-2131-368F9B7990C2}"/>
                </a:ext>
              </a:extLst>
            </p:cNvPr>
            <p:cNvSpPr/>
            <p:nvPr/>
          </p:nvSpPr>
          <p:spPr>
            <a:xfrm>
              <a:off x="4916907" y="5955387"/>
              <a:ext cx="370170" cy="134962"/>
            </a:xfrm>
            <a:custGeom>
              <a:avLst/>
              <a:gdLst>
                <a:gd name="connsiteX0" fmla="*/ 0 w 242888"/>
                <a:gd name="connsiteY0" fmla="*/ 0 h 76200"/>
                <a:gd name="connsiteX1" fmla="*/ 242888 w 242888"/>
                <a:gd name="connsiteY1" fmla="*/ 0 h 76200"/>
                <a:gd name="connsiteX2" fmla="*/ 242888 w 242888"/>
                <a:gd name="connsiteY2" fmla="*/ 76200 h 76200"/>
                <a:gd name="connsiteX3" fmla="*/ 0 w 242888"/>
                <a:gd name="connsiteY3" fmla="*/ 76200 h 76200"/>
                <a:gd name="connsiteX4" fmla="*/ 0 w 242888"/>
                <a:gd name="connsiteY4" fmla="*/ 0 h 76200"/>
                <a:gd name="connsiteX0" fmla="*/ 0 w 242888"/>
                <a:gd name="connsiteY0" fmla="*/ 0 h 86783"/>
                <a:gd name="connsiteX1" fmla="*/ 242888 w 242888"/>
                <a:gd name="connsiteY1" fmla="*/ 0 h 86783"/>
                <a:gd name="connsiteX2" fmla="*/ 242888 w 242888"/>
                <a:gd name="connsiteY2" fmla="*/ 76200 h 86783"/>
                <a:gd name="connsiteX3" fmla="*/ 0 w 242888"/>
                <a:gd name="connsiteY3" fmla="*/ 76200 h 86783"/>
                <a:gd name="connsiteX4" fmla="*/ 0 w 242888"/>
                <a:gd name="connsiteY4" fmla="*/ 0 h 86783"/>
                <a:gd name="connsiteX0" fmla="*/ 0 w 242888"/>
                <a:gd name="connsiteY0" fmla="*/ 0 h 88556"/>
                <a:gd name="connsiteX1" fmla="*/ 242888 w 242888"/>
                <a:gd name="connsiteY1" fmla="*/ 0 h 88556"/>
                <a:gd name="connsiteX2" fmla="*/ 242888 w 242888"/>
                <a:gd name="connsiteY2" fmla="*/ 76200 h 88556"/>
                <a:gd name="connsiteX3" fmla="*/ 0 w 242888"/>
                <a:gd name="connsiteY3" fmla="*/ 76200 h 88556"/>
                <a:gd name="connsiteX4" fmla="*/ 0 w 242888"/>
                <a:gd name="connsiteY4" fmla="*/ 0 h 88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888" h="88556">
                  <a:moveTo>
                    <a:pt x="0" y="0"/>
                  </a:moveTo>
                  <a:lnTo>
                    <a:pt x="242888" y="0"/>
                  </a:lnTo>
                  <a:lnTo>
                    <a:pt x="242888" y="76200"/>
                  </a:lnTo>
                  <a:cubicBezTo>
                    <a:pt x="140494" y="100013"/>
                    <a:pt x="61913" y="83343"/>
                    <a:pt x="0" y="7620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A5AA1829-4551-35D5-10C4-D3283429E1BD}"/>
                </a:ext>
              </a:extLst>
            </p:cNvPr>
            <p:cNvSpPr/>
            <p:nvPr/>
          </p:nvSpPr>
          <p:spPr>
            <a:xfrm rot="16200000">
              <a:off x="4252847" y="2540462"/>
              <a:ext cx="391942" cy="500685"/>
            </a:xfrm>
            <a:prstGeom prst="roundRect">
              <a:avLst/>
            </a:prstGeom>
            <a:grp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373914A1-EDFC-A370-ADF6-D8A9914E8090}"/>
                </a:ext>
              </a:extLst>
            </p:cNvPr>
            <p:cNvSpPr/>
            <p:nvPr/>
          </p:nvSpPr>
          <p:spPr>
            <a:xfrm rot="16200000">
              <a:off x="7072293" y="2551585"/>
              <a:ext cx="391947" cy="478436"/>
            </a:xfrm>
            <a:prstGeom prst="roundRect">
              <a:avLst/>
            </a:prstGeom>
            <a:grp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4C368C86-3B02-4F0F-54BF-CDC035E2FC72}"/>
                </a:ext>
              </a:extLst>
            </p:cNvPr>
            <p:cNvSpPr/>
            <p:nvPr/>
          </p:nvSpPr>
          <p:spPr>
            <a:xfrm rot="16200000">
              <a:off x="6977758" y="2770018"/>
              <a:ext cx="391947" cy="550661"/>
            </a:xfrm>
            <a:prstGeom prst="roundRect">
              <a:avLst/>
            </a:prstGeom>
            <a:grp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838BFA32-6E82-33FF-6425-EA7A3BCE8E3C}"/>
                </a:ext>
              </a:extLst>
            </p:cNvPr>
            <p:cNvSpPr/>
            <p:nvPr/>
          </p:nvSpPr>
          <p:spPr>
            <a:xfrm rot="16200000">
              <a:off x="3937368" y="2714280"/>
              <a:ext cx="489928" cy="447008"/>
            </a:xfrm>
            <a:prstGeom prst="roundRect">
              <a:avLst/>
            </a:prstGeom>
            <a:grp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64BFE2B7-2EAB-B57D-1824-AC319D951B3C}"/>
                </a:ext>
              </a:extLst>
            </p:cNvPr>
            <p:cNvCxnSpPr>
              <a:stCxn id="62" idx="6"/>
              <a:endCxn id="62" idx="8"/>
            </p:cNvCxnSpPr>
            <p:nvPr/>
          </p:nvCxnSpPr>
          <p:spPr>
            <a:xfrm>
              <a:off x="6731651" y="5132757"/>
              <a:ext cx="2419585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E2DD706-73D2-DFBE-9383-BF9C218B546F}"/>
                </a:ext>
              </a:extLst>
            </p:cNvPr>
            <p:cNvCxnSpPr>
              <a:cxnSpLocks/>
              <a:stCxn id="62" idx="5"/>
              <a:endCxn id="62" idx="7"/>
            </p:cNvCxnSpPr>
            <p:nvPr/>
          </p:nvCxnSpPr>
          <p:spPr>
            <a:xfrm>
              <a:off x="7941444" y="3922964"/>
              <a:ext cx="0" cy="2419585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708574DC-9B1B-8FF6-A205-B44767F49627}"/>
                </a:ext>
              </a:extLst>
            </p:cNvPr>
            <p:cNvSpPr/>
            <p:nvPr/>
          </p:nvSpPr>
          <p:spPr>
            <a:xfrm>
              <a:off x="7586683" y="4735768"/>
              <a:ext cx="793978" cy="793978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364F3E3B-0962-F5FB-5848-C5C6414C47D0}"/>
                </a:ext>
              </a:extLst>
            </p:cNvPr>
            <p:cNvSpPr/>
            <p:nvPr/>
          </p:nvSpPr>
          <p:spPr>
            <a:xfrm>
              <a:off x="1068514" y="3540947"/>
              <a:ext cx="3184049" cy="3184049"/>
            </a:xfrm>
            <a:custGeom>
              <a:avLst/>
              <a:gdLst>
                <a:gd name="connsiteX0" fmla="*/ 1044612 w 2089224"/>
                <a:gd name="connsiteY0" fmla="*/ 0 h 2089224"/>
                <a:gd name="connsiteX1" fmla="*/ 2089224 w 2089224"/>
                <a:gd name="connsiteY1" fmla="*/ 1044612 h 2089224"/>
                <a:gd name="connsiteX2" fmla="*/ 1044612 w 2089224"/>
                <a:gd name="connsiteY2" fmla="*/ 2089224 h 2089224"/>
                <a:gd name="connsiteX3" fmla="*/ 0 w 2089224"/>
                <a:gd name="connsiteY3" fmla="*/ 1044612 h 2089224"/>
                <a:gd name="connsiteX4" fmla="*/ 1044612 w 2089224"/>
                <a:gd name="connsiteY4" fmla="*/ 0 h 2089224"/>
                <a:gd name="connsiteX5" fmla="*/ 1046656 w 2089224"/>
                <a:gd name="connsiteY5" fmla="*/ 250803 h 2089224"/>
                <a:gd name="connsiteX6" fmla="*/ 252847 w 2089224"/>
                <a:gd name="connsiteY6" fmla="*/ 1044612 h 2089224"/>
                <a:gd name="connsiteX7" fmla="*/ 1046656 w 2089224"/>
                <a:gd name="connsiteY7" fmla="*/ 1838421 h 2089224"/>
                <a:gd name="connsiteX8" fmla="*/ 1840465 w 2089224"/>
                <a:gd name="connsiteY8" fmla="*/ 1044612 h 2089224"/>
                <a:gd name="connsiteX9" fmla="*/ 1046656 w 2089224"/>
                <a:gd name="connsiteY9" fmla="*/ 250803 h 2089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9224" h="2089224">
                  <a:moveTo>
                    <a:pt x="1044612" y="0"/>
                  </a:moveTo>
                  <a:cubicBezTo>
                    <a:pt x="1621535" y="0"/>
                    <a:pt x="2089224" y="467689"/>
                    <a:pt x="2089224" y="1044612"/>
                  </a:cubicBezTo>
                  <a:cubicBezTo>
                    <a:pt x="2089224" y="1621535"/>
                    <a:pt x="1621535" y="2089224"/>
                    <a:pt x="1044612" y="2089224"/>
                  </a:cubicBezTo>
                  <a:cubicBezTo>
                    <a:pt x="467689" y="2089224"/>
                    <a:pt x="0" y="1621535"/>
                    <a:pt x="0" y="1044612"/>
                  </a:cubicBezTo>
                  <a:cubicBezTo>
                    <a:pt x="0" y="467689"/>
                    <a:pt x="467689" y="0"/>
                    <a:pt x="1044612" y="0"/>
                  </a:cubicBezTo>
                  <a:close/>
                  <a:moveTo>
                    <a:pt x="1046656" y="250803"/>
                  </a:moveTo>
                  <a:cubicBezTo>
                    <a:pt x="608247" y="250803"/>
                    <a:pt x="252847" y="606203"/>
                    <a:pt x="252847" y="1044612"/>
                  </a:cubicBezTo>
                  <a:cubicBezTo>
                    <a:pt x="252847" y="1483021"/>
                    <a:pt x="608247" y="1838421"/>
                    <a:pt x="1046656" y="1838421"/>
                  </a:cubicBezTo>
                  <a:cubicBezTo>
                    <a:pt x="1485065" y="1838421"/>
                    <a:pt x="1840465" y="1483021"/>
                    <a:pt x="1840465" y="1044612"/>
                  </a:cubicBezTo>
                  <a:cubicBezTo>
                    <a:pt x="1840465" y="606203"/>
                    <a:pt x="1485065" y="250803"/>
                    <a:pt x="1046656" y="250803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41DDB1D-1676-DDAA-6564-7A4FE66E12EA}"/>
                </a:ext>
              </a:extLst>
            </p:cNvPr>
            <p:cNvCxnSpPr>
              <a:stCxn id="72" idx="6"/>
              <a:endCxn id="72" idx="8"/>
            </p:cNvCxnSpPr>
            <p:nvPr/>
          </p:nvCxnSpPr>
          <p:spPr>
            <a:xfrm>
              <a:off x="1453861" y="5132972"/>
              <a:ext cx="2419585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1360C89-7ED6-14F6-D0E4-160E68EDF2F0}"/>
                </a:ext>
              </a:extLst>
            </p:cNvPr>
            <p:cNvCxnSpPr>
              <a:cxnSpLocks/>
              <a:stCxn id="72" idx="5"/>
              <a:endCxn id="72" idx="7"/>
            </p:cNvCxnSpPr>
            <p:nvPr/>
          </p:nvCxnSpPr>
          <p:spPr>
            <a:xfrm>
              <a:off x="2663654" y="3923179"/>
              <a:ext cx="0" cy="2419585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414FA0D6-9133-D33B-B37B-F75CCED2EDCB}"/>
                </a:ext>
              </a:extLst>
            </p:cNvPr>
            <p:cNvSpPr/>
            <p:nvPr/>
          </p:nvSpPr>
          <p:spPr>
            <a:xfrm>
              <a:off x="2209590" y="4692637"/>
              <a:ext cx="793978" cy="793978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: Rounded Corners 44">
              <a:extLst>
                <a:ext uri="{FF2B5EF4-FFF2-40B4-BE49-F238E27FC236}">
                  <a16:creationId xmlns:a16="http://schemas.microsoft.com/office/drawing/2014/main" id="{57DAF801-59D0-F0EC-98D5-B74EC43D7D9C}"/>
                </a:ext>
              </a:extLst>
            </p:cNvPr>
            <p:cNvSpPr/>
            <p:nvPr/>
          </p:nvSpPr>
          <p:spPr>
            <a:xfrm rot="20679378">
              <a:off x="7029564" y="1783741"/>
              <a:ext cx="417588" cy="550661"/>
            </a:xfrm>
            <a:custGeom>
              <a:avLst/>
              <a:gdLst>
                <a:gd name="connsiteX0" fmla="*/ 0 w 417588"/>
                <a:gd name="connsiteY0" fmla="*/ 69599 h 550661"/>
                <a:gd name="connsiteX1" fmla="*/ 69599 w 417588"/>
                <a:gd name="connsiteY1" fmla="*/ 0 h 550661"/>
                <a:gd name="connsiteX2" fmla="*/ 347989 w 417588"/>
                <a:gd name="connsiteY2" fmla="*/ 0 h 550661"/>
                <a:gd name="connsiteX3" fmla="*/ 417588 w 417588"/>
                <a:gd name="connsiteY3" fmla="*/ 69599 h 550661"/>
                <a:gd name="connsiteX4" fmla="*/ 417588 w 417588"/>
                <a:gd name="connsiteY4" fmla="*/ 481062 h 550661"/>
                <a:gd name="connsiteX5" fmla="*/ 347989 w 417588"/>
                <a:gd name="connsiteY5" fmla="*/ 550661 h 550661"/>
                <a:gd name="connsiteX6" fmla="*/ 69599 w 417588"/>
                <a:gd name="connsiteY6" fmla="*/ 550661 h 550661"/>
                <a:gd name="connsiteX7" fmla="*/ 0 w 417588"/>
                <a:gd name="connsiteY7" fmla="*/ 481062 h 550661"/>
                <a:gd name="connsiteX8" fmla="*/ 0 w 417588"/>
                <a:gd name="connsiteY8" fmla="*/ 69599 h 550661"/>
                <a:gd name="connsiteX0" fmla="*/ 0 w 417588"/>
                <a:gd name="connsiteY0" fmla="*/ 69599 h 550661"/>
                <a:gd name="connsiteX1" fmla="*/ 69599 w 417588"/>
                <a:gd name="connsiteY1" fmla="*/ 0 h 550661"/>
                <a:gd name="connsiteX2" fmla="*/ 347989 w 417588"/>
                <a:gd name="connsiteY2" fmla="*/ 0 h 550661"/>
                <a:gd name="connsiteX3" fmla="*/ 417588 w 417588"/>
                <a:gd name="connsiteY3" fmla="*/ 69599 h 550661"/>
                <a:gd name="connsiteX4" fmla="*/ 404216 w 417588"/>
                <a:gd name="connsiteY4" fmla="*/ 484800 h 550661"/>
                <a:gd name="connsiteX5" fmla="*/ 347989 w 417588"/>
                <a:gd name="connsiteY5" fmla="*/ 550661 h 550661"/>
                <a:gd name="connsiteX6" fmla="*/ 69599 w 417588"/>
                <a:gd name="connsiteY6" fmla="*/ 550661 h 550661"/>
                <a:gd name="connsiteX7" fmla="*/ 0 w 417588"/>
                <a:gd name="connsiteY7" fmla="*/ 481062 h 550661"/>
                <a:gd name="connsiteX8" fmla="*/ 0 w 417588"/>
                <a:gd name="connsiteY8" fmla="*/ 69599 h 550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588" h="550661">
                  <a:moveTo>
                    <a:pt x="0" y="69599"/>
                  </a:moveTo>
                  <a:cubicBezTo>
                    <a:pt x="0" y="31161"/>
                    <a:pt x="31161" y="0"/>
                    <a:pt x="69599" y="0"/>
                  </a:cubicBezTo>
                  <a:lnTo>
                    <a:pt x="347989" y="0"/>
                  </a:lnTo>
                  <a:cubicBezTo>
                    <a:pt x="386427" y="0"/>
                    <a:pt x="417588" y="31161"/>
                    <a:pt x="417588" y="69599"/>
                  </a:cubicBezTo>
                  <a:cubicBezTo>
                    <a:pt x="417588" y="206753"/>
                    <a:pt x="404216" y="347646"/>
                    <a:pt x="404216" y="484800"/>
                  </a:cubicBezTo>
                  <a:cubicBezTo>
                    <a:pt x="404216" y="523238"/>
                    <a:pt x="386427" y="550661"/>
                    <a:pt x="347989" y="550661"/>
                  </a:cubicBezTo>
                  <a:lnTo>
                    <a:pt x="69599" y="550661"/>
                  </a:lnTo>
                  <a:cubicBezTo>
                    <a:pt x="31161" y="550661"/>
                    <a:pt x="0" y="519500"/>
                    <a:pt x="0" y="481062"/>
                  </a:cubicBezTo>
                  <a:lnTo>
                    <a:pt x="0" y="69599"/>
                  </a:lnTo>
                  <a:close/>
                </a:path>
              </a:pathLst>
            </a:custGeom>
            <a:grp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9655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9918B359-A4BF-18CF-595D-A029CFB6FEB9}"/>
              </a:ext>
            </a:extLst>
          </p:cNvPr>
          <p:cNvGrpSpPr/>
          <p:nvPr/>
        </p:nvGrpSpPr>
        <p:grpSpPr>
          <a:xfrm>
            <a:off x="2029985" y="948518"/>
            <a:ext cx="5458515" cy="6129930"/>
            <a:chOff x="2029985" y="948518"/>
            <a:chExt cx="5458515" cy="612993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E2F49D3-1E81-7CA2-5F82-0EC0B3C805F7}"/>
                </a:ext>
              </a:extLst>
            </p:cNvPr>
            <p:cNvSpPr/>
            <p:nvPr/>
          </p:nvSpPr>
          <p:spPr>
            <a:xfrm rot="20173001">
              <a:off x="5112666" y="4704105"/>
              <a:ext cx="1882847" cy="1343611"/>
            </a:xfrm>
            <a:custGeom>
              <a:avLst/>
              <a:gdLst>
                <a:gd name="connsiteX0" fmla="*/ 104186 w 3185088"/>
                <a:gd name="connsiteY0" fmla="*/ 1469605 h 1817590"/>
                <a:gd name="connsiteX1" fmla="*/ 3185087 w 3185088"/>
                <a:gd name="connsiteY1" fmla="*/ 0 h 1817590"/>
                <a:gd name="connsiteX2" fmla="*/ 3185088 w 3185088"/>
                <a:gd name="connsiteY2" fmla="*/ 405241 h 1817590"/>
                <a:gd name="connsiteX3" fmla="*/ 261657 w 3185088"/>
                <a:gd name="connsiteY3" fmla="*/ 1799731 h 1817590"/>
                <a:gd name="connsiteX4" fmla="*/ 17859 w 3185088"/>
                <a:gd name="connsiteY4" fmla="*/ 1713404 h 1817590"/>
                <a:gd name="connsiteX5" fmla="*/ 104186 w 3185088"/>
                <a:gd name="connsiteY5" fmla="*/ 1469605 h 1817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85088" h="1817590">
                  <a:moveTo>
                    <a:pt x="104186" y="1469605"/>
                  </a:moveTo>
                  <a:lnTo>
                    <a:pt x="3185087" y="0"/>
                  </a:lnTo>
                  <a:lnTo>
                    <a:pt x="3185088" y="405241"/>
                  </a:lnTo>
                  <a:lnTo>
                    <a:pt x="261657" y="1799731"/>
                  </a:lnTo>
                  <a:cubicBezTo>
                    <a:pt x="170496" y="1843216"/>
                    <a:pt x="61343" y="1804566"/>
                    <a:pt x="17859" y="1713404"/>
                  </a:cubicBezTo>
                  <a:cubicBezTo>
                    <a:pt x="-25626" y="1622242"/>
                    <a:pt x="13024" y="1513090"/>
                    <a:pt x="104186" y="1469605"/>
                  </a:cubicBezTo>
                  <a:close/>
                </a:path>
              </a:pathLst>
            </a:custGeom>
            <a:solidFill>
              <a:srgbClr val="98DD3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3CDAFEF-6144-35B4-0A6F-C25B2E37129B}"/>
                </a:ext>
              </a:extLst>
            </p:cNvPr>
            <p:cNvSpPr/>
            <p:nvPr/>
          </p:nvSpPr>
          <p:spPr>
            <a:xfrm>
              <a:off x="2029985" y="5658305"/>
              <a:ext cx="1124344" cy="1124344"/>
            </a:xfrm>
            <a:custGeom>
              <a:avLst/>
              <a:gdLst>
                <a:gd name="connsiteX0" fmla="*/ 562172 w 1124344"/>
                <a:gd name="connsiteY0" fmla="*/ 0 h 1124344"/>
                <a:gd name="connsiteX1" fmla="*/ 1124344 w 1124344"/>
                <a:gd name="connsiteY1" fmla="*/ 562172 h 1124344"/>
                <a:gd name="connsiteX2" fmla="*/ 562172 w 1124344"/>
                <a:gd name="connsiteY2" fmla="*/ 1124344 h 1124344"/>
                <a:gd name="connsiteX3" fmla="*/ 0 w 1124344"/>
                <a:gd name="connsiteY3" fmla="*/ 562172 h 1124344"/>
                <a:gd name="connsiteX4" fmla="*/ 562172 w 1124344"/>
                <a:gd name="connsiteY4" fmla="*/ 0 h 1124344"/>
                <a:gd name="connsiteX5" fmla="*/ 549970 w 1124344"/>
                <a:gd name="connsiteY5" fmla="*/ 232462 h 1124344"/>
                <a:gd name="connsiteX6" fmla="*/ 209494 w 1124344"/>
                <a:gd name="connsiteY6" fmla="*/ 568441 h 1124344"/>
                <a:gd name="connsiteX7" fmla="*/ 549970 w 1124344"/>
                <a:gd name="connsiteY7" fmla="*/ 904420 h 1124344"/>
                <a:gd name="connsiteX8" fmla="*/ 890446 w 1124344"/>
                <a:gd name="connsiteY8" fmla="*/ 568441 h 1124344"/>
                <a:gd name="connsiteX9" fmla="*/ 549970 w 1124344"/>
                <a:gd name="connsiteY9" fmla="*/ 232462 h 112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24344" h="1124344">
                  <a:moveTo>
                    <a:pt x="562172" y="0"/>
                  </a:moveTo>
                  <a:cubicBezTo>
                    <a:pt x="872651" y="0"/>
                    <a:pt x="1124344" y="251693"/>
                    <a:pt x="1124344" y="562172"/>
                  </a:cubicBezTo>
                  <a:cubicBezTo>
                    <a:pt x="1124344" y="872651"/>
                    <a:pt x="872651" y="1124344"/>
                    <a:pt x="562172" y="1124344"/>
                  </a:cubicBezTo>
                  <a:cubicBezTo>
                    <a:pt x="251693" y="1124344"/>
                    <a:pt x="0" y="872651"/>
                    <a:pt x="0" y="562172"/>
                  </a:cubicBezTo>
                  <a:cubicBezTo>
                    <a:pt x="0" y="251693"/>
                    <a:pt x="251693" y="0"/>
                    <a:pt x="562172" y="0"/>
                  </a:cubicBezTo>
                  <a:close/>
                  <a:moveTo>
                    <a:pt x="549970" y="232462"/>
                  </a:moveTo>
                  <a:cubicBezTo>
                    <a:pt x="361930" y="232462"/>
                    <a:pt x="209494" y="382885"/>
                    <a:pt x="209494" y="568441"/>
                  </a:cubicBezTo>
                  <a:cubicBezTo>
                    <a:pt x="209494" y="753997"/>
                    <a:pt x="361930" y="904420"/>
                    <a:pt x="549970" y="904420"/>
                  </a:cubicBezTo>
                  <a:cubicBezTo>
                    <a:pt x="738010" y="904420"/>
                    <a:pt x="890446" y="753997"/>
                    <a:pt x="890446" y="568441"/>
                  </a:cubicBezTo>
                  <a:cubicBezTo>
                    <a:pt x="890446" y="382885"/>
                    <a:pt x="738010" y="232462"/>
                    <a:pt x="549970" y="232462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455BD07-F7B4-C7FB-920A-4EC42DDF5B40}"/>
                </a:ext>
              </a:extLst>
            </p:cNvPr>
            <p:cNvSpPr/>
            <p:nvPr/>
          </p:nvSpPr>
          <p:spPr>
            <a:xfrm rot="1530082">
              <a:off x="2607725" y="5260858"/>
              <a:ext cx="3185088" cy="1817590"/>
            </a:xfrm>
            <a:custGeom>
              <a:avLst/>
              <a:gdLst>
                <a:gd name="connsiteX0" fmla="*/ 104186 w 3185088"/>
                <a:gd name="connsiteY0" fmla="*/ 1469605 h 1817590"/>
                <a:gd name="connsiteX1" fmla="*/ 3185087 w 3185088"/>
                <a:gd name="connsiteY1" fmla="*/ 0 h 1817590"/>
                <a:gd name="connsiteX2" fmla="*/ 3185088 w 3185088"/>
                <a:gd name="connsiteY2" fmla="*/ 405241 h 1817590"/>
                <a:gd name="connsiteX3" fmla="*/ 261657 w 3185088"/>
                <a:gd name="connsiteY3" fmla="*/ 1799731 h 1817590"/>
                <a:gd name="connsiteX4" fmla="*/ 17859 w 3185088"/>
                <a:gd name="connsiteY4" fmla="*/ 1713404 h 1817590"/>
                <a:gd name="connsiteX5" fmla="*/ 104186 w 3185088"/>
                <a:gd name="connsiteY5" fmla="*/ 1469605 h 1817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85088" h="1817590">
                  <a:moveTo>
                    <a:pt x="104186" y="1469605"/>
                  </a:moveTo>
                  <a:lnTo>
                    <a:pt x="3185087" y="0"/>
                  </a:lnTo>
                  <a:lnTo>
                    <a:pt x="3185088" y="405241"/>
                  </a:lnTo>
                  <a:lnTo>
                    <a:pt x="261657" y="1799731"/>
                  </a:lnTo>
                  <a:cubicBezTo>
                    <a:pt x="170496" y="1843216"/>
                    <a:pt x="61343" y="1804566"/>
                    <a:pt x="17859" y="1713404"/>
                  </a:cubicBezTo>
                  <a:cubicBezTo>
                    <a:pt x="-25626" y="1622242"/>
                    <a:pt x="13024" y="1513090"/>
                    <a:pt x="104186" y="1469605"/>
                  </a:cubicBezTo>
                  <a:close/>
                </a:path>
              </a:pathLst>
            </a:custGeom>
            <a:solidFill>
              <a:srgbClr val="98DD3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B3F152-6EE2-A3D6-0F2F-8F5BC1100D83}"/>
                </a:ext>
              </a:extLst>
            </p:cNvPr>
            <p:cNvSpPr/>
            <p:nvPr/>
          </p:nvSpPr>
          <p:spPr>
            <a:xfrm>
              <a:off x="6207121" y="1120777"/>
              <a:ext cx="514989" cy="2874010"/>
            </a:xfrm>
            <a:custGeom>
              <a:avLst/>
              <a:gdLst>
                <a:gd name="connsiteX0" fmla="*/ 0 w 102753"/>
                <a:gd name="connsiteY0" fmla="*/ 0 h 390525"/>
                <a:gd name="connsiteX1" fmla="*/ 102753 w 102753"/>
                <a:gd name="connsiteY1" fmla="*/ 0 h 390525"/>
                <a:gd name="connsiteX2" fmla="*/ 102753 w 102753"/>
                <a:gd name="connsiteY2" fmla="*/ 390525 h 390525"/>
                <a:gd name="connsiteX3" fmla="*/ 0 w 102753"/>
                <a:gd name="connsiteY3" fmla="*/ 390525 h 390525"/>
                <a:gd name="connsiteX4" fmla="*/ 0 w 102753"/>
                <a:gd name="connsiteY4" fmla="*/ 0 h 390525"/>
                <a:gd name="connsiteX0" fmla="*/ 0 w 258328"/>
                <a:gd name="connsiteY0" fmla="*/ 133350 h 523875"/>
                <a:gd name="connsiteX1" fmla="*/ 258328 w 258328"/>
                <a:gd name="connsiteY1" fmla="*/ 0 h 523875"/>
                <a:gd name="connsiteX2" fmla="*/ 102753 w 258328"/>
                <a:gd name="connsiteY2" fmla="*/ 523875 h 523875"/>
                <a:gd name="connsiteX3" fmla="*/ 0 w 258328"/>
                <a:gd name="connsiteY3" fmla="*/ 523875 h 523875"/>
                <a:gd name="connsiteX4" fmla="*/ 0 w 258328"/>
                <a:gd name="connsiteY4" fmla="*/ 133350 h 523875"/>
                <a:gd name="connsiteX0" fmla="*/ 6350 w 258328"/>
                <a:gd name="connsiteY0" fmla="*/ 0 h 533400"/>
                <a:gd name="connsiteX1" fmla="*/ 258328 w 258328"/>
                <a:gd name="connsiteY1" fmla="*/ 9525 h 533400"/>
                <a:gd name="connsiteX2" fmla="*/ 102753 w 258328"/>
                <a:gd name="connsiteY2" fmla="*/ 533400 h 533400"/>
                <a:gd name="connsiteX3" fmla="*/ 0 w 258328"/>
                <a:gd name="connsiteY3" fmla="*/ 533400 h 533400"/>
                <a:gd name="connsiteX4" fmla="*/ 6350 w 258328"/>
                <a:gd name="connsiteY4" fmla="*/ 0 h 533400"/>
                <a:gd name="connsiteX0" fmla="*/ 113157 w 365135"/>
                <a:gd name="connsiteY0" fmla="*/ 0 h 533400"/>
                <a:gd name="connsiteX1" fmla="*/ 365135 w 365135"/>
                <a:gd name="connsiteY1" fmla="*/ 9525 h 533400"/>
                <a:gd name="connsiteX2" fmla="*/ 209560 w 365135"/>
                <a:gd name="connsiteY2" fmla="*/ 533400 h 533400"/>
                <a:gd name="connsiteX3" fmla="*/ 106807 w 365135"/>
                <a:gd name="connsiteY3" fmla="*/ 533400 h 533400"/>
                <a:gd name="connsiteX4" fmla="*/ 9 w 365135"/>
                <a:gd name="connsiteY4" fmla="*/ 301625 h 533400"/>
                <a:gd name="connsiteX5" fmla="*/ 113157 w 365135"/>
                <a:gd name="connsiteY5" fmla="*/ 0 h 533400"/>
                <a:gd name="connsiteX0" fmla="*/ 113157 w 365135"/>
                <a:gd name="connsiteY0" fmla="*/ 0 h 533400"/>
                <a:gd name="connsiteX1" fmla="*/ 365135 w 365135"/>
                <a:gd name="connsiteY1" fmla="*/ 9525 h 533400"/>
                <a:gd name="connsiteX2" fmla="*/ 187335 w 365135"/>
                <a:gd name="connsiteY2" fmla="*/ 342900 h 533400"/>
                <a:gd name="connsiteX3" fmla="*/ 209560 w 365135"/>
                <a:gd name="connsiteY3" fmla="*/ 533400 h 533400"/>
                <a:gd name="connsiteX4" fmla="*/ 106807 w 365135"/>
                <a:gd name="connsiteY4" fmla="*/ 533400 h 533400"/>
                <a:gd name="connsiteX5" fmla="*/ 9 w 365135"/>
                <a:gd name="connsiteY5" fmla="*/ 301625 h 533400"/>
                <a:gd name="connsiteX6" fmla="*/ 113157 w 365135"/>
                <a:gd name="connsiteY6" fmla="*/ 0 h 533400"/>
                <a:gd name="connsiteX0" fmla="*/ 160782 w 365135"/>
                <a:gd name="connsiteY0" fmla="*/ 12700 h 523875"/>
                <a:gd name="connsiteX1" fmla="*/ 365135 w 365135"/>
                <a:gd name="connsiteY1" fmla="*/ 0 h 523875"/>
                <a:gd name="connsiteX2" fmla="*/ 187335 w 365135"/>
                <a:gd name="connsiteY2" fmla="*/ 333375 h 523875"/>
                <a:gd name="connsiteX3" fmla="*/ 209560 w 365135"/>
                <a:gd name="connsiteY3" fmla="*/ 523875 h 523875"/>
                <a:gd name="connsiteX4" fmla="*/ 106807 w 365135"/>
                <a:gd name="connsiteY4" fmla="*/ 523875 h 523875"/>
                <a:gd name="connsiteX5" fmla="*/ 9 w 365135"/>
                <a:gd name="connsiteY5" fmla="*/ 292100 h 523875"/>
                <a:gd name="connsiteX6" fmla="*/ 160782 w 365135"/>
                <a:gd name="connsiteY6" fmla="*/ 12700 h 523875"/>
                <a:gd name="connsiteX0" fmla="*/ 160783 w 365136"/>
                <a:gd name="connsiteY0" fmla="*/ 12700 h 723900"/>
                <a:gd name="connsiteX1" fmla="*/ 365136 w 365136"/>
                <a:gd name="connsiteY1" fmla="*/ 0 h 723900"/>
                <a:gd name="connsiteX2" fmla="*/ 187336 w 365136"/>
                <a:gd name="connsiteY2" fmla="*/ 333375 h 723900"/>
                <a:gd name="connsiteX3" fmla="*/ 209561 w 365136"/>
                <a:gd name="connsiteY3" fmla="*/ 523875 h 723900"/>
                <a:gd name="connsiteX4" fmla="*/ 97283 w 365136"/>
                <a:gd name="connsiteY4" fmla="*/ 723900 h 723900"/>
                <a:gd name="connsiteX5" fmla="*/ 10 w 365136"/>
                <a:gd name="connsiteY5" fmla="*/ 292100 h 723900"/>
                <a:gd name="connsiteX6" fmla="*/ 160783 w 365136"/>
                <a:gd name="connsiteY6" fmla="*/ 12700 h 723900"/>
                <a:gd name="connsiteX0" fmla="*/ 160778 w 365131"/>
                <a:gd name="connsiteY0" fmla="*/ 12700 h 1767840"/>
                <a:gd name="connsiteX1" fmla="*/ 365131 w 365131"/>
                <a:gd name="connsiteY1" fmla="*/ 0 h 1767840"/>
                <a:gd name="connsiteX2" fmla="*/ 187331 w 365131"/>
                <a:gd name="connsiteY2" fmla="*/ 333375 h 1767840"/>
                <a:gd name="connsiteX3" fmla="*/ 209556 w 365131"/>
                <a:gd name="connsiteY3" fmla="*/ 523875 h 1767840"/>
                <a:gd name="connsiteX4" fmla="*/ 211578 w 365131"/>
                <a:gd name="connsiteY4" fmla="*/ 1767840 h 1767840"/>
                <a:gd name="connsiteX5" fmla="*/ 5 w 365131"/>
                <a:gd name="connsiteY5" fmla="*/ 292100 h 1767840"/>
                <a:gd name="connsiteX6" fmla="*/ 160778 w 365131"/>
                <a:gd name="connsiteY6" fmla="*/ 12700 h 1767840"/>
                <a:gd name="connsiteX0" fmla="*/ 160778 w 422916"/>
                <a:gd name="connsiteY0" fmla="*/ 12700 h 2238375"/>
                <a:gd name="connsiteX1" fmla="*/ 365131 w 422916"/>
                <a:gd name="connsiteY1" fmla="*/ 0 h 2238375"/>
                <a:gd name="connsiteX2" fmla="*/ 187331 w 422916"/>
                <a:gd name="connsiteY2" fmla="*/ 333375 h 2238375"/>
                <a:gd name="connsiteX3" fmla="*/ 422916 w 422916"/>
                <a:gd name="connsiteY3" fmla="*/ 2238375 h 2238375"/>
                <a:gd name="connsiteX4" fmla="*/ 211578 w 422916"/>
                <a:gd name="connsiteY4" fmla="*/ 1767840 h 2238375"/>
                <a:gd name="connsiteX5" fmla="*/ 5 w 422916"/>
                <a:gd name="connsiteY5" fmla="*/ 292100 h 2238375"/>
                <a:gd name="connsiteX6" fmla="*/ 160778 w 422916"/>
                <a:gd name="connsiteY6" fmla="*/ 12700 h 2238375"/>
                <a:gd name="connsiteX0" fmla="*/ 160776 w 422914"/>
                <a:gd name="connsiteY0" fmla="*/ 12700 h 2423160"/>
                <a:gd name="connsiteX1" fmla="*/ 365129 w 422914"/>
                <a:gd name="connsiteY1" fmla="*/ 0 h 2423160"/>
                <a:gd name="connsiteX2" fmla="*/ 187329 w 422914"/>
                <a:gd name="connsiteY2" fmla="*/ 333375 h 2423160"/>
                <a:gd name="connsiteX3" fmla="*/ 422914 w 422914"/>
                <a:gd name="connsiteY3" fmla="*/ 2238375 h 2423160"/>
                <a:gd name="connsiteX4" fmla="*/ 356356 w 422914"/>
                <a:gd name="connsiteY4" fmla="*/ 2423160 h 2423160"/>
                <a:gd name="connsiteX5" fmla="*/ 3 w 422914"/>
                <a:gd name="connsiteY5" fmla="*/ 292100 h 2423160"/>
                <a:gd name="connsiteX6" fmla="*/ 160776 w 422914"/>
                <a:gd name="connsiteY6" fmla="*/ 12700 h 2423160"/>
                <a:gd name="connsiteX0" fmla="*/ 160776 w 422914"/>
                <a:gd name="connsiteY0" fmla="*/ 12700 h 2880360"/>
                <a:gd name="connsiteX1" fmla="*/ 365129 w 422914"/>
                <a:gd name="connsiteY1" fmla="*/ 0 h 2880360"/>
                <a:gd name="connsiteX2" fmla="*/ 187329 w 422914"/>
                <a:gd name="connsiteY2" fmla="*/ 333375 h 2880360"/>
                <a:gd name="connsiteX3" fmla="*/ 422914 w 422914"/>
                <a:gd name="connsiteY3" fmla="*/ 2238375 h 2880360"/>
                <a:gd name="connsiteX4" fmla="*/ 381756 w 422914"/>
                <a:gd name="connsiteY4" fmla="*/ 2880360 h 2880360"/>
                <a:gd name="connsiteX5" fmla="*/ 3 w 422914"/>
                <a:gd name="connsiteY5" fmla="*/ 292100 h 2880360"/>
                <a:gd name="connsiteX6" fmla="*/ 160776 w 422914"/>
                <a:gd name="connsiteY6" fmla="*/ 12700 h 2880360"/>
                <a:gd name="connsiteX0" fmla="*/ 160776 w 518164"/>
                <a:gd name="connsiteY0" fmla="*/ 12700 h 2880360"/>
                <a:gd name="connsiteX1" fmla="*/ 365129 w 518164"/>
                <a:gd name="connsiteY1" fmla="*/ 0 h 2880360"/>
                <a:gd name="connsiteX2" fmla="*/ 187329 w 518164"/>
                <a:gd name="connsiteY2" fmla="*/ 333375 h 2880360"/>
                <a:gd name="connsiteX3" fmla="*/ 518164 w 518164"/>
                <a:gd name="connsiteY3" fmla="*/ 2835275 h 2880360"/>
                <a:gd name="connsiteX4" fmla="*/ 381756 w 518164"/>
                <a:gd name="connsiteY4" fmla="*/ 2880360 h 2880360"/>
                <a:gd name="connsiteX5" fmla="*/ 3 w 518164"/>
                <a:gd name="connsiteY5" fmla="*/ 292100 h 2880360"/>
                <a:gd name="connsiteX6" fmla="*/ 160776 w 518164"/>
                <a:gd name="connsiteY6" fmla="*/ 12700 h 2880360"/>
                <a:gd name="connsiteX0" fmla="*/ 160776 w 518164"/>
                <a:gd name="connsiteY0" fmla="*/ 12700 h 2874010"/>
                <a:gd name="connsiteX1" fmla="*/ 365129 w 518164"/>
                <a:gd name="connsiteY1" fmla="*/ 0 h 2874010"/>
                <a:gd name="connsiteX2" fmla="*/ 187329 w 518164"/>
                <a:gd name="connsiteY2" fmla="*/ 333375 h 2874010"/>
                <a:gd name="connsiteX3" fmla="*/ 518164 w 518164"/>
                <a:gd name="connsiteY3" fmla="*/ 2835275 h 2874010"/>
                <a:gd name="connsiteX4" fmla="*/ 340481 w 518164"/>
                <a:gd name="connsiteY4" fmla="*/ 2874010 h 2874010"/>
                <a:gd name="connsiteX5" fmla="*/ 3 w 518164"/>
                <a:gd name="connsiteY5" fmla="*/ 292100 h 2874010"/>
                <a:gd name="connsiteX6" fmla="*/ 160776 w 518164"/>
                <a:gd name="connsiteY6" fmla="*/ 12700 h 2874010"/>
                <a:gd name="connsiteX0" fmla="*/ 160776 w 514989"/>
                <a:gd name="connsiteY0" fmla="*/ 12700 h 2874010"/>
                <a:gd name="connsiteX1" fmla="*/ 365129 w 514989"/>
                <a:gd name="connsiteY1" fmla="*/ 0 h 2874010"/>
                <a:gd name="connsiteX2" fmla="*/ 187329 w 514989"/>
                <a:gd name="connsiteY2" fmla="*/ 333375 h 2874010"/>
                <a:gd name="connsiteX3" fmla="*/ 514989 w 514989"/>
                <a:gd name="connsiteY3" fmla="*/ 2847975 h 2874010"/>
                <a:gd name="connsiteX4" fmla="*/ 340481 w 514989"/>
                <a:gd name="connsiteY4" fmla="*/ 2874010 h 2874010"/>
                <a:gd name="connsiteX5" fmla="*/ 3 w 514989"/>
                <a:gd name="connsiteY5" fmla="*/ 292100 h 2874010"/>
                <a:gd name="connsiteX6" fmla="*/ 160776 w 514989"/>
                <a:gd name="connsiteY6" fmla="*/ 12700 h 2874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4989" h="2874010">
                  <a:moveTo>
                    <a:pt x="160776" y="12700"/>
                  </a:moveTo>
                  <a:lnTo>
                    <a:pt x="365129" y="0"/>
                  </a:lnTo>
                  <a:cubicBezTo>
                    <a:pt x="334437" y="102658"/>
                    <a:pt x="218021" y="230717"/>
                    <a:pt x="187329" y="333375"/>
                  </a:cubicBezTo>
                  <a:lnTo>
                    <a:pt x="514989" y="2847975"/>
                  </a:lnTo>
                  <a:lnTo>
                    <a:pt x="340481" y="2874010"/>
                  </a:lnTo>
                  <a:cubicBezTo>
                    <a:pt x="324077" y="2824798"/>
                    <a:pt x="-1055" y="381000"/>
                    <a:pt x="3" y="292100"/>
                  </a:cubicBezTo>
                  <a:cubicBezTo>
                    <a:pt x="1061" y="203200"/>
                    <a:pt x="118443" y="50800"/>
                    <a:pt x="160776" y="12700"/>
                  </a:cubicBezTo>
                  <a:close/>
                </a:path>
              </a:pathLst>
            </a:custGeom>
            <a:solidFill>
              <a:srgbClr val="98DD3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Cylinder 31">
              <a:extLst>
                <a:ext uri="{FF2B5EF4-FFF2-40B4-BE49-F238E27FC236}">
                  <a16:creationId xmlns:a16="http://schemas.microsoft.com/office/drawing/2014/main" id="{041630E8-6D28-B71B-FA7B-E76F65D2C1F5}"/>
                </a:ext>
              </a:extLst>
            </p:cNvPr>
            <p:cNvSpPr/>
            <p:nvPr/>
          </p:nvSpPr>
          <p:spPr>
            <a:xfrm rot="16200000">
              <a:off x="6931573" y="704039"/>
              <a:ext cx="312447" cy="801406"/>
            </a:xfrm>
            <a:prstGeom prst="can">
              <a:avLst>
                <a:gd name="adj" fmla="val 85001"/>
              </a:avLst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ylinder 15">
              <a:extLst>
                <a:ext uri="{FF2B5EF4-FFF2-40B4-BE49-F238E27FC236}">
                  <a16:creationId xmlns:a16="http://schemas.microsoft.com/office/drawing/2014/main" id="{C7094D3C-D3F9-B277-CF0B-0C1E61A8A988}"/>
                </a:ext>
              </a:extLst>
            </p:cNvPr>
            <p:cNvSpPr/>
            <p:nvPr/>
          </p:nvSpPr>
          <p:spPr>
            <a:xfrm rot="16200000">
              <a:off x="6668191" y="971095"/>
              <a:ext cx="312446" cy="267295"/>
            </a:xfrm>
            <a:prstGeom prst="can">
              <a:avLst>
                <a:gd name="adj" fmla="val 50000"/>
              </a:avLst>
            </a:prstGeom>
            <a:solidFill>
              <a:srgbClr val="98DD3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ylinder 14">
              <a:extLst>
                <a:ext uri="{FF2B5EF4-FFF2-40B4-BE49-F238E27FC236}">
                  <a16:creationId xmlns:a16="http://schemas.microsoft.com/office/drawing/2014/main" id="{821F573B-0D92-C098-C2CA-6380486D5BE4}"/>
                </a:ext>
              </a:extLst>
            </p:cNvPr>
            <p:cNvSpPr/>
            <p:nvPr/>
          </p:nvSpPr>
          <p:spPr>
            <a:xfrm rot="16017771">
              <a:off x="6313749" y="734516"/>
              <a:ext cx="181920" cy="762638"/>
            </a:xfrm>
            <a:prstGeom prst="can">
              <a:avLst>
                <a:gd name="adj" fmla="val 71230"/>
              </a:avLst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Cylinder 8">
              <a:extLst>
                <a:ext uri="{FF2B5EF4-FFF2-40B4-BE49-F238E27FC236}">
                  <a16:creationId xmlns:a16="http://schemas.microsoft.com/office/drawing/2014/main" id="{8CDA040D-2009-2CEA-7F41-CC3794FB63C0}"/>
                </a:ext>
              </a:extLst>
            </p:cNvPr>
            <p:cNvSpPr/>
            <p:nvPr/>
          </p:nvSpPr>
          <p:spPr>
            <a:xfrm rot="21129017">
              <a:off x="6603466" y="4060195"/>
              <a:ext cx="249240" cy="1297407"/>
            </a:xfrm>
            <a:prstGeom prst="can">
              <a:avLst>
                <a:gd name="adj" fmla="val 2285"/>
              </a:avLst>
            </a:prstGeom>
            <a:solidFill>
              <a:srgbClr val="98DD3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ylinder 9">
              <a:extLst>
                <a:ext uri="{FF2B5EF4-FFF2-40B4-BE49-F238E27FC236}">
                  <a16:creationId xmlns:a16="http://schemas.microsoft.com/office/drawing/2014/main" id="{73E7900A-AEE5-96C1-BC37-E0B0441D7754}"/>
                </a:ext>
              </a:extLst>
            </p:cNvPr>
            <p:cNvSpPr/>
            <p:nvPr/>
          </p:nvSpPr>
          <p:spPr>
            <a:xfrm rot="21129017">
              <a:off x="6502409" y="3906819"/>
              <a:ext cx="249240" cy="149278"/>
            </a:xfrm>
            <a:prstGeom prst="can">
              <a:avLst>
                <a:gd name="adj" fmla="val 2285"/>
              </a:avLst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ylinder 13">
              <a:extLst>
                <a:ext uri="{FF2B5EF4-FFF2-40B4-BE49-F238E27FC236}">
                  <a16:creationId xmlns:a16="http://schemas.microsoft.com/office/drawing/2014/main" id="{408507BE-8375-9716-0B71-77488F905767}"/>
                </a:ext>
              </a:extLst>
            </p:cNvPr>
            <p:cNvSpPr/>
            <p:nvPr/>
          </p:nvSpPr>
          <p:spPr>
            <a:xfrm rot="16200000">
              <a:off x="5797612" y="921137"/>
              <a:ext cx="322788" cy="419098"/>
            </a:xfrm>
            <a:prstGeom prst="can">
              <a:avLst>
                <a:gd name="adj" fmla="val 71230"/>
              </a:avLst>
            </a:prstGeom>
            <a:solidFill>
              <a:srgbClr val="98DD3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ylinder 12">
              <a:extLst>
                <a:ext uri="{FF2B5EF4-FFF2-40B4-BE49-F238E27FC236}">
                  <a16:creationId xmlns:a16="http://schemas.microsoft.com/office/drawing/2014/main" id="{ADFEA954-1A67-E0BF-D1BB-4D80A49B94AA}"/>
                </a:ext>
              </a:extLst>
            </p:cNvPr>
            <p:cNvSpPr/>
            <p:nvPr/>
          </p:nvSpPr>
          <p:spPr>
            <a:xfrm rot="16200000">
              <a:off x="5540587" y="749368"/>
              <a:ext cx="322788" cy="762637"/>
            </a:xfrm>
            <a:prstGeom prst="can">
              <a:avLst>
                <a:gd name="adj" fmla="val 85001"/>
              </a:avLst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6A55259-D1F3-FA33-45CE-1AFEE61B41A6}"/>
                </a:ext>
              </a:extLst>
            </p:cNvPr>
            <p:cNvSpPr/>
            <p:nvPr/>
          </p:nvSpPr>
          <p:spPr>
            <a:xfrm>
              <a:off x="6306542" y="5658305"/>
              <a:ext cx="1124344" cy="1124344"/>
            </a:xfrm>
            <a:custGeom>
              <a:avLst/>
              <a:gdLst>
                <a:gd name="connsiteX0" fmla="*/ 562172 w 1124344"/>
                <a:gd name="connsiteY0" fmla="*/ 0 h 1124344"/>
                <a:gd name="connsiteX1" fmla="*/ 1124344 w 1124344"/>
                <a:gd name="connsiteY1" fmla="*/ 562172 h 1124344"/>
                <a:gd name="connsiteX2" fmla="*/ 562172 w 1124344"/>
                <a:gd name="connsiteY2" fmla="*/ 1124344 h 1124344"/>
                <a:gd name="connsiteX3" fmla="*/ 0 w 1124344"/>
                <a:gd name="connsiteY3" fmla="*/ 562172 h 1124344"/>
                <a:gd name="connsiteX4" fmla="*/ 562172 w 1124344"/>
                <a:gd name="connsiteY4" fmla="*/ 0 h 1124344"/>
                <a:gd name="connsiteX5" fmla="*/ 549970 w 1124344"/>
                <a:gd name="connsiteY5" fmla="*/ 232462 h 1124344"/>
                <a:gd name="connsiteX6" fmla="*/ 209494 w 1124344"/>
                <a:gd name="connsiteY6" fmla="*/ 568441 h 1124344"/>
                <a:gd name="connsiteX7" fmla="*/ 549970 w 1124344"/>
                <a:gd name="connsiteY7" fmla="*/ 904420 h 1124344"/>
                <a:gd name="connsiteX8" fmla="*/ 890446 w 1124344"/>
                <a:gd name="connsiteY8" fmla="*/ 568441 h 1124344"/>
                <a:gd name="connsiteX9" fmla="*/ 549970 w 1124344"/>
                <a:gd name="connsiteY9" fmla="*/ 232462 h 112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24344" h="1124344">
                  <a:moveTo>
                    <a:pt x="562172" y="0"/>
                  </a:moveTo>
                  <a:cubicBezTo>
                    <a:pt x="872651" y="0"/>
                    <a:pt x="1124344" y="251693"/>
                    <a:pt x="1124344" y="562172"/>
                  </a:cubicBezTo>
                  <a:cubicBezTo>
                    <a:pt x="1124344" y="872651"/>
                    <a:pt x="872651" y="1124344"/>
                    <a:pt x="562172" y="1124344"/>
                  </a:cubicBezTo>
                  <a:cubicBezTo>
                    <a:pt x="251693" y="1124344"/>
                    <a:pt x="0" y="872651"/>
                    <a:pt x="0" y="562172"/>
                  </a:cubicBezTo>
                  <a:cubicBezTo>
                    <a:pt x="0" y="251693"/>
                    <a:pt x="251693" y="0"/>
                    <a:pt x="562172" y="0"/>
                  </a:cubicBezTo>
                  <a:close/>
                  <a:moveTo>
                    <a:pt x="549970" y="232462"/>
                  </a:moveTo>
                  <a:cubicBezTo>
                    <a:pt x="361930" y="232462"/>
                    <a:pt x="209494" y="382885"/>
                    <a:pt x="209494" y="568441"/>
                  </a:cubicBezTo>
                  <a:cubicBezTo>
                    <a:pt x="209494" y="753997"/>
                    <a:pt x="361930" y="904420"/>
                    <a:pt x="549970" y="904420"/>
                  </a:cubicBezTo>
                  <a:cubicBezTo>
                    <a:pt x="738010" y="904420"/>
                    <a:pt x="890446" y="753997"/>
                    <a:pt x="890446" y="568441"/>
                  </a:cubicBezTo>
                  <a:cubicBezTo>
                    <a:pt x="890446" y="382885"/>
                    <a:pt x="738010" y="232462"/>
                    <a:pt x="549970" y="232462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1A85B60-85B8-CC73-8C1E-A6AFE2657DA6}"/>
                </a:ext>
              </a:extLst>
            </p:cNvPr>
            <p:cNvSpPr/>
            <p:nvPr/>
          </p:nvSpPr>
          <p:spPr>
            <a:xfrm rot="21098806">
              <a:off x="6645001" y="5163055"/>
              <a:ext cx="457269" cy="1176953"/>
            </a:xfrm>
            <a:custGeom>
              <a:avLst/>
              <a:gdLst>
                <a:gd name="connsiteX0" fmla="*/ 257451 w 426206"/>
                <a:gd name="connsiteY0" fmla="*/ 1 h 1184891"/>
                <a:gd name="connsiteX1" fmla="*/ 426175 w 426206"/>
                <a:gd name="connsiteY1" fmla="*/ 228167 h 1184891"/>
                <a:gd name="connsiteX2" fmla="*/ 404301 w 426206"/>
                <a:gd name="connsiteY2" fmla="*/ 461693 h 1184891"/>
                <a:gd name="connsiteX3" fmla="*/ 387084 w 426206"/>
                <a:gd name="connsiteY3" fmla="*/ 540648 h 1184891"/>
                <a:gd name="connsiteX4" fmla="*/ 386492 w 426206"/>
                <a:gd name="connsiteY4" fmla="*/ 536565 h 1184891"/>
                <a:gd name="connsiteX5" fmla="*/ 335412 w 426206"/>
                <a:gd name="connsiteY5" fmla="*/ 498476 h 1184891"/>
                <a:gd name="connsiteX6" fmla="*/ 265985 w 426206"/>
                <a:gd name="connsiteY6" fmla="*/ 494627 h 1184891"/>
                <a:gd name="connsiteX7" fmla="*/ 205242 w 426206"/>
                <a:gd name="connsiteY7" fmla="*/ 548988 h 1184891"/>
                <a:gd name="connsiteX8" fmla="*/ 170717 w 426206"/>
                <a:gd name="connsiteY8" fmla="*/ 1171738 h 1184891"/>
                <a:gd name="connsiteX9" fmla="*/ 138734 w 426206"/>
                <a:gd name="connsiteY9" fmla="*/ 1177997 h 1184891"/>
                <a:gd name="connsiteX10" fmla="*/ 0 w 426206"/>
                <a:gd name="connsiteY10" fmla="*/ 1170218 h 1184891"/>
                <a:gd name="connsiteX11" fmla="*/ 0 w 426206"/>
                <a:gd name="connsiteY11" fmla="*/ 176334 h 1184891"/>
                <a:gd name="connsiteX12" fmla="*/ 176335 w 426206"/>
                <a:gd name="connsiteY12" fmla="*/ 0 h 1184891"/>
                <a:gd name="connsiteX13" fmla="*/ 257451 w 426206"/>
                <a:gd name="connsiteY13" fmla="*/ 1 h 1184891"/>
                <a:gd name="connsiteX0" fmla="*/ 291507 w 460262"/>
                <a:gd name="connsiteY0" fmla="*/ 1 h 1184891"/>
                <a:gd name="connsiteX1" fmla="*/ 460231 w 460262"/>
                <a:gd name="connsiteY1" fmla="*/ 228167 h 1184891"/>
                <a:gd name="connsiteX2" fmla="*/ 438357 w 460262"/>
                <a:gd name="connsiteY2" fmla="*/ 461693 h 1184891"/>
                <a:gd name="connsiteX3" fmla="*/ 421140 w 460262"/>
                <a:gd name="connsiteY3" fmla="*/ 540648 h 1184891"/>
                <a:gd name="connsiteX4" fmla="*/ 420548 w 460262"/>
                <a:gd name="connsiteY4" fmla="*/ 536565 h 1184891"/>
                <a:gd name="connsiteX5" fmla="*/ 369468 w 460262"/>
                <a:gd name="connsiteY5" fmla="*/ 498476 h 1184891"/>
                <a:gd name="connsiteX6" fmla="*/ 300041 w 460262"/>
                <a:gd name="connsiteY6" fmla="*/ 494627 h 1184891"/>
                <a:gd name="connsiteX7" fmla="*/ 239298 w 460262"/>
                <a:gd name="connsiteY7" fmla="*/ 548988 h 1184891"/>
                <a:gd name="connsiteX8" fmla="*/ 204773 w 460262"/>
                <a:gd name="connsiteY8" fmla="*/ 1171738 h 1184891"/>
                <a:gd name="connsiteX9" fmla="*/ 172790 w 460262"/>
                <a:gd name="connsiteY9" fmla="*/ 1177997 h 1184891"/>
                <a:gd name="connsiteX10" fmla="*/ 34056 w 460262"/>
                <a:gd name="connsiteY10" fmla="*/ 1170218 h 1184891"/>
                <a:gd name="connsiteX11" fmla="*/ 34056 w 460262"/>
                <a:gd name="connsiteY11" fmla="*/ 176334 h 1184891"/>
                <a:gd name="connsiteX12" fmla="*/ 210391 w 460262"/>
                <a:gd name="connsiteY12" fmla="*/ 0 h 1184891"/>
                <a:gd name="connsiteX13" fmla="*/ 291507 w 460262"/>
                <a:gd name="connsiteY13" fmla="*/ 1 h 1184891"/>
                <a:gd name="connsiteX0" fmla="*/ 288514 w 457269"/>
                <a:gd name="connsiteY0" fmla="*/ 1 h 1181437"/>
                <a:gd name="connsiteX1" fmla="*/ 457238 w 457269"/>
                <a:gd name="connsiteY1" fmla="*/ 228167 h 1181437"/>
                <a:gd name="connsiteX2" fmla="*/ 435364 w 457269"/>
                <a:gd name="connsiteY2" fmla="*/ 461693 h 1181437"/>
                <a:gd name="connsiteX3" fmla="*/ 418147 w 457269"/>
                <a:gd name="connsiteY3" fmla="*/ 540648 h 1181437"/>
                <a:gd name="connsiteX4" fmla="*/ 417555 w 457269"/>
                <a:gd name="connsiteY4" fmla="*/ 536565 h 1181437"/>
                <a:gd name="connsiteX5" fmla="*/ 366475 w 457269"/>
                <a:gd name="connsiteY5" fmla="*/ 498476 h 1181437"/>
                <a:gd name="connsiteX6" fmla="*/ 297048 w 457269"/>
                <a:gd name="connsiteY6" fmla="*/ 494627 h 1181437"/>
                <a:gd name="connsiteX7" fmla="*/ 236305 w 457269"/>
                <a:gd name="connsiteY7" fmla="*/ 548988 h 1181437"/>
                <a:gd name="connsiteX8" fmla="*/ 201780 w 457269"/>
                <a:gd name="connsiteY8" fmla="*/ 1171738 h 1181437"/>
                <a:gd name="connsiteX9" fmla="*/ 169797 w 457269"/>
                <a:gd name="connsiteY9" fmla="*/ 1177997 h 1181437"/>
                <a:gd name="connsiteX10" fmla="*/ 35149 w 457269"/>
                <a:gd name="connsiteY10" fmla="*/ 1158784 h 1181437"/>
                <a:gd name="connsiteX11" fmla="*/ 31063 w 457269"/>
                <a:gd name="connsiteY11" fmla="*/ 176334 h 1181437"/>
                <a:gd name="connsiteX12" fmla="*/ 207398 w 457269"/>
                <a:gd name="connsiteY12" fmla="*/ 0 h 1181437"/>
                <a:gd name="connsiteX13" fmla="*/ 288514 w 457269"/>
                <a:gd name="connsiteY13" fmla="*/ 1 h 1181437"/>
                <a:gd name="connsiteX0" fmla="*/ 288514 w 457269"/>
                <a:gd name="connsiteY0" fmla="*/ 1 h 1171738"/>
                <a:gd name="connsiteX1" fmla="*/ 457238 w 457269"/>
                <a:gd name="connsiteY1" fmla="*/ 228167 h 1171738"/>
                <a:gd name="connsiteX2" fmla="*/ 435364 w 457269"/>
                <a:gd name="connsiteY2" fmla="*/ 461693 h 1171738"/>
                <a:gd name="connsiteX3" fmla="*/ 418147 w 457269"/>
                <a:gd name="connsiteY3" fmla="*/ 540648 h 1171738"/>
                <a:gd name="connsiteX4" fmla="*/ 417555 w 457269"/>
                <a:gd name="connsiteY4" fmla="*/ 536565 h 1171738"/>
                <a:gd name="connsiteX5" fmla="*/ 366475 w 457269"/>
                <a:gd name="connsiteY5" fmla="*/ 498476 h 1171738"/>
                <a:gd name="connsiteX6" fmla="*/ 297048 w 457269"/>
                <a:gd name="connsiteY6" fmla="*/ 494627 h 1171738"/>
                <a:gd name="connsiteX7" fmla="*/ 236305 w 457269"/>
                <a:gd name="connsiteY7" fmla="*/ 548988 h 1171738"/>
                <a:gd name="connsiteX8" fmla="*/ 201780 w 457269"/>
                <a:gd name="connsiteY8" fmla="*/ 1171738 h 1171738"/>
                <a:gd name="connsiteX9" fmla="*/ 35149 w 457269"/>
                <a:gd name="connsiteY9" fmla="*/ 1158784 h 1171738"/>
                <a:gd name="connsiteX10" fmla="*/ 31063 w 457269"/>
                <a:gd name="connsiteY10" fmla="*/ 176334 h 1171738"/>
                <a:gd name="connsiteX11" fmla="*/ 207398 w 457269"/>
                <a:gd name="connsiteY11" fmla="*/ 0 h 1171738"/>
                <a:gd name="connsiteX12" fmla="*/ 288514 w 457269"/>
                <a:gd name="connsiteY12" fmla="*/ 1 h 1171738"/>
                <a:gd name="connsiteX0" fmla="*/ 288514 w 457269"/>
                <a:gd name="connsiteY0" fmla="*/ 1 h 1158784"/>
                <a:gd name="connsiteX1" fmla="*/ 457238 w 457269"/>
                <a:gd name="connsiteY1" fmla="*/ 228167 h 1158784"/>
                <a:gd name="connsiteX2" fmla="*/ 435364 w 457269"/>
                <a:gd name="connsiteY2" fmla="*/ 461693 h 1158784"/>
                <a:gd name="connsiteX3" fmla="*/ 418147 w 457269"/>
                <a:gd name="connsiteY3" fmla="*/ 540648 h 1158784"/>
                <a:gd name="connsiteX4" fmla="*/ 417555 w 457269"/>
                <a:gd name="connsiteY4" fmla="*/ 536565 h 1158784"/>
                <a:gd name="connsiteX5" fmla="*/ 366475 w 457269"/>
                <a:gd name="connsiteY5" fmla="*/ 498476 h 1158784"/>
                <a:gd name="connsiteX6" fmla="*/ 297048 w 457269"/>
                <a:gd name="connsiteY6" fmla="*/ 494627 h 1158784"/>
                <a:gd name="connsiteX7" fmla="*/ 236305 w 457269"/>
                <a:gd name="connsiteY7" fmla="*/ 548988 h 1158784"/>
                <a:gd name="connsiteX8" fmla="*/ 210989 w 457269"/>
                <a:gd name="connsiteY8" fmla="*/ 1141802 h 1158784"/>
                <a:gd name="connsiteX9" fmla="*/ 35149 w 457269"/>
                <a:gd name="connsiteY9" fmla="*/ 1158784 h 1158784"/>
                <a:gd name="connsiteX10" fmla="*/ 31063 w 457269"/>
                <a:gd name="connsiteY10" fmla="*/ 176334 h 1158784"/>
                <a:gd name="connsiteX11" fmla="*/ 207398 w 457269"/>
                <a:gd name="connsiteY11" fmla="*/ 0 h 1158784"/>
                <a:gd name="connsiteX12" fmla="*/ 288514 w 457269"/>
                <a:gd name="connsiteY12" fmla="*/ 1 h 1158784"/>
                <a:gd name="connsiteX0" fmla="*/ 288514 w 457269"/>
                <a:gd name="connsiteY0" fmla="*/ 1 h 1167488"/>
                <a:gd name="connsiteX1" fmla="*/ 457238 w 457269"/>
                <a:gd name="connsiteY1" fmla="*/ 228167 h 1167488"/>
                <a:gd name="connsiteX2" fmla="*/ 435364 w 457269"/>
                <a:gd name="connsiteY2" fmla="*/ 461693 h 1167488"/>
                <a:gd name="connsiteX3" fmla="*/ 418147 w 457269"/>
                <a:gd name="connsiteY3" fmla="*/ 540648 h 1167488"/>
                <a:gd name="connsiteX4" fmla="*/ 417555 w 457269"/>
                <a:gd name="connsiteY4" fmla="*/ 536565 h 1167488"/>
                <a:gd name="connsiteX5" fmla="*/ 366475 w 457269"/>
                <a:gd name="connsiteY5" fmla="*/ 498476 h 1167488"/>
                <a:gd name="connsiteX6" fmla="*/ 297048 w 457269"/>
                <a:gd name="connsiteY6" fmla="*/ 494627 h 1167488"/>
                <a:gd name="connsiteX7" fmla="*/ 236305 w 457269"/>
                <a:gd name="connsiteY7" fmla="*/ 548988 h 1167488"/>
                <a:gd name="connsiteX8" fmla="*/ 210989 w 457269"/>
                <a:gd name="connsiteY8" fmla="*/ 1141802 h 1167488"/>
                <a:gd name="connsiteX9" fmla="*/ 35149 w 457269"/>
                <a:gd name="connsiteY9" fmla="*/ 1158784 h 1167488"/>
                <a:gd name="connsiteX10" fmla="*/ 31063 w 457269"/>
                <a:gd name="connsiteY10" fmla="*/ 176334 h 1167488"/>
                <a:gd name="connsiteX11" fmla="*/ 207398 w 457269"/>
                <a:gd name="connsiteY11" fmla="*/ 0 h 1167488"/>
                <a:gd name="connsiteX12" fmla="*/ 288514 w 457269"/>
                <a:gd name="connsiteY12" fmla="*/ 1 h 1167488"/>
                <a:gd name="connsiteX0" fmla="*/ 288514 w 457269"/>
                <a:gd name="connsiteY0" fmla="*/ 1 h 1176953"/>
                <a:gd name="connsiteX1" fmla="*/ 457238 w 457269"/>
                <a:gd name="connsiteY1" fmla="*/ 228167 h 1176953"/>
                <a:gd name="connsiteX2" fmla="*/ 435364 w 457269"/>
                <a:gd name="connsiteY2" fmla="*/ 461693 h 1176953"/>
                <a:gd name="connsiteX3" fmla="*/ 418147 w 457269"/>
                <a:gd name="connsiteY3" fmla="*/ 540648 h 1176953"/>
                <a:gd name="connsiteX4" fmla="*/ 417555 w 457269"/>
                <a:gd name="connsiteY4" fmla="*/ 536565 h 1176953"/>
                <a:gd name="connsiteX5" fmla="*/ 366475 w 457269"/>
                <a:gd name="connsiteY5" fmla="*/ 498476 h 1176953"/>
                <a:gd name="connsiteX6" fmla="*/ 297048 w 457269"/>
                <a:gd name="connsiteY6" fmla="*/ 494627 h 1176953"/>
                <a:gd name="connsiteX7" fmla="*/ 236305 w 457269"/>
                <a:gd name="connsiteY7" fmla="*/ 548988 h 1176953"/>
                <a:gd name="connsiteX8" fmla="*/ 210989 w 457269"/>
                <a:gd name="connsiteY8" fmla="*/ 1141802 h 1176953"/>
                <a:gd name="connsiteX9" fmla="*/ 35149 w 457269"/>
                <a:gd name="connsiteY9" fmla="*/ 1158784 h 1176953"/>
                <a:gd name="connsiteX10" fmla="*/ 31063 w 457269"/>
                <a:gd name="connsiteY10" fmla="*/ 176334 h 1176953"/>
                <a:gd name="connsiteX11" fmla="*/ 207398 w 457269"/>
                <a:gd name="connsiteY11" fmla="*/ 0 h 1176953"/>
                <a:gd name="connsiteX12" fmla="*/ 288514 w 457269"/>
                <a:gd name="connsiteY12" fmla="*/ 1 h 1176953"/>
                <a:gd name="connsiteX0" fmla="*/ 288514 w 457269"/>
                <a:gd name="connsiteY0" fmla="*/ 1 h 1176953"/>
                <a:gd name="connsiteX1" fmla="*/ 457238 w 457269"/>
                <a:gd name="connsiteY1" fmla="*/ 228167 h 1176953"/>
                <a:gd name="connsiteX2" fmla="*/ 435364 w 457269"/>
                <a:gd name="connsiteY2" fmla="*/ 461693 h 1176953"/>
                <a:gd name="connsiteX3" fmla="*/ 418147 w 457269"/>
                <a:gd name="connsiteY3" fmla="*/ 540648 h 1176953"/>
                <a:gd name="connsiteX4" fmla="*/ 417555 w 457269"/>
                <a:gd name="connsiteY4" fmla="*/ 536565 h 1176953"/>
                <a:gd name="connsiteX5" fmla="*/ 297048 w 457269"/>
                <a:gd name="connsiteY5" fmla="*/ 494627 h 1176953"/>
                <a:gd name="connsiteX6" fmla="*/ 236305 w 457269"/>
                <a:gd name="connsiteY6" fmla="*/ 548988 h 1176953"/>
                <a:gd name="connsiteX7" fmla="*/ 210989 w 457269"/>
                <a:gd name="connsiteY7" fmla="*/ 1141802 h 1176953"/>
                <a:gd name="connsiteX8" fmla="*/ 35149 w 457269"/>
                <a:gd name="connsiteY8" fmla="*/ 1158784 h 1176953"/>
                <a:gd name="connsiteX9" fmla="*/ 31063 w 457269"/>
                <a:gd name="connsiteY9" fmla="*/ 176334 h 1176953"/>
                <a:gd name="connsiteX10" fmla="*/ 207398 w 457269"/>
                <a:gd name="connsiteY10" fmla="*/ 0 h 1176953"/>
                <a:gd name="connsiteX11" fmla="*/ 288514 w 457269"/>
                <a:gd name="connsiteY11" fmla="*/ 1 h 1176953"/>
                <a:gd name="connsiteX0" fmla="*/ 288514 w 457269"/>
                <a:gd name="connsiteY0" fmla="*/ 1 h 1176953"/>
                <a:gd name="connsiteX1" fmla="*/ 457238 w 457269"/>
                <a:gd name="connsiteY1" fmla="*/ 228167 h 1176953"/>
                <a:gd name="connsiteX2" fmla="*/ 435364 w 457269"/>
                <a:gd name="connsiteY2" fmla="*/ 461693 h 1176953"/>
                <a:gd name="connsiteX3" fmla="*/ 418147 w 457269"/>
                <a:gd name="connsiteY3" fmla="*/ 540648 h 1176953"/>
                <a:gd name="connsiteX4" fmla="*/ 417555 w 457269"/>
                <a:gd name="connsiteY4" fmla="*/ 536565 h 1176953"/>
                <a:gd name="connsiteX5" fmla="*/ 297048 w 457269"/>
                <a:gd name="connsiteY5" fmla="*/ 494627 h 1176953"/>
                <a:gd name="connsiteX6" fmla="*/ 236305 w 457269"/>
                <a:gd name="connsiteY6" fmla="*/ 548988 h 1176953"/>
                <a:gd name="connsiteX7" fmla="*/ 210989 w 457269"/>
                <a:gd name="connsiteY7" fmla="*/ 1141802 h 1176953"/>
                <a:gd name="connsiteX8" fmla="*/ 35149 w 457269"/>
                <a:gd name="connsiteY8" fmla="*/ 1158784 h 1176953"/>
                <a:gd name="connsiteX9" fmla="*/ 31063 w 457269"/>
                <a:gd name="connsiteY9" fmla="*/ 176334 h 1176953"/>
                <a:gd name="connsiteX10" fmla="*/ 207398 w 457269"/>
                <a:gd name="connsiteY10" fmla="*/ 0 h 1176953"/>
                <a:gd name="connsiteX11" fmla="*/ 288514 w 457269"/>
                <a:gd name="connsiteY11" fmla="*/ 1 h 1176953"/>
                <a:gd name="connsiteX0" fmla="*/ 288514 w 457269"/>
                <a:gd name="connsiteY0" fmla="*/ 1 h 1176953"/>
                <a:gd name="connsiteX1" fmla="*/ 457238 w 457269"/>
                <a:gd name="connsiteY1" fmla="*/ 228167 h 1176953"/>
                <a:gd name="connsiteX2" fmla="*/ 435364 w 457269"/>
                <a:gd name="connsiteY2" fmla="*/ 461693 h 1176953"/>
                <a:gd name="connsiteX3" fmla="*/ 418147 w 457269"/>
                <a:gd name="connsiteY3" fmla="*/ 540648 h 1176953"/>
                <a:gd name="connsiteX4" fmla="*/ 297048 w 457269"/>
                <a:gd name="connsiteY4" fmla="*/ 494627 h 1176953"/>
                <a:gd name="connsiteX5" fmla="*/ 236305 w 457269"/>
                <a:gd name="connsiteY5" fmla="*/ 548988 h 1176953"/>
                <a:gd name="connsiteX6" fmla="*/ 210989 w 457269"/>
                <a:gd name="connsiteY6" fmla="*/ 1141802 h 1176953"/>
                <a:gd name="connsiteX7" fmla="*/ 35149 w 457269"/>
                <a:gd name="connsiteY7" fmla="*/ 1158784 h 1176953"/>
                <a:gd name="connsiteX8" fmla="*/ 31063 w 457269"/>
                <a:gd name="connsiteY8" fmla="*/ 176334 h 1176953"/>
                <a:gd name="connsiteX9" fmla="*/ 207398 w 457269"/>
                <a:gd name="connsiteY9" fmla="*/ 0 h 1176953"/>
                <a:gd name="connsiteX10" fmla="*/ 288514 w 457269"/>
                <a:gd name="connsiteY10" fmla="*/ 1 h 117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7269" h="1176953">
                  <a:moveTo>
                    <a:pt x="288514" y="1"/>
                  </a:moveTo>
                  <a:cubicBezTo>
                    <a:pt x="385901" y="1"/>
                    <a:pt x="457238" y="130779"/>
                    <a:pt x="457238" y="228167"/>
                  </a:cubicBezTo>
                  <a:cubicBezTo>
                    <a:pt x="457872" y="306671"/>
                    <a:pt x="448996" y="384381"/>
                    <a:pt x="435364" y="461693"/>
                  </a:cubicBezTo>
                  <a:lnTo>
                    <a:pt x="418147" y="540648"/>
                  </a:lnTo>
                  <a:cubicBezTo>
                    <a:pt x="395094" y="546137"/>
                    <a:pt x="327355" y="493237"/>
                    <a:pt x="297048" y="494627"/>
                  </a:cubicBezTo>
                  <a:cubicBezTo>
                    <a:pt x="265263" y="492864"/>
                    <a:pt x="238067" y="517203"/>
                    <a:pt x="236305" y="548988"/>
                  </a:cubicBezTo>
                  <a:lnTo>
                    <a:pt x="210989" y="1141802"/>
                  </a:lnTo>
                  <a:cubicBezTo>
                    <a:pt x="138735" y="1191189"/>
                    <a:pt x="82543" y="1180357"/>
                    <a:pt x="35149" y="1158784"/>
                  </a:cubicBezTo>
                  <a:cubicBezTo>
                    <a:pt x="-41477" y="874001"/>
                    <a:pt x="31063" y="507629"/>
                    <a:pt x="31063" y="176334"/>
                  </a:cubicBezTo>
                  <a:cubicBezTo>
                    <a:pt x="31063" y="78947"/>
                    <a:pt x="110011" y="0"/>
                    <a:pt x="207398" y="0"/>
                  </a:cubicBezTo>
                  <a:lnTo>
                    <a:pt x="288514" y="1"/>
                  </a:lnTo>
                  <a:close/>
                </a:path>
              </a:pathLst>
            </a:custGeom>
            <a:solidFill>
              <a:srgbClr val="98DD3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387CD44-69E9-8C51-E9CC-E1A8840D8AA8}"/>
              </a:ext>
            </a:extLst>
          </p:cNvPr>
          <p:cNvGrpSpPr/>
          <p:nvPr/>
        </p:nvGrpSpPr>
        <p:grpSpPr>
          <a:xfrm>
            <a:off x="-2339480" y="1104742"/>
            <a:ext cx="5458515" cy="6129930"/>
            <a:chOff x="2029985" y="948518"/>
            <a:chExt cx="5458515" cy="6129930"/>
          </a:xfrm>
          <a:solidFill>
            <a:schemeClr val="bg1"/>
          </a:solidFill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D77BCA46-7824-A5C9-BFB0-E200EAD03788}"/>
                </a:ext>
              </a:extLst>
            </p:cNvPr>
            <p:cNvSpPr/>
            <p:nvPr/>
          </p:nvSpPr>
          <p:spPr>
            <a:xfrm rot="20173001">
              <a:off x="5112666" y="4704105"/>
              <a:ext cx="1882847" cy="1343611"/>
            </a:xfrm>
            <a:custGeom>
              <a:avLst/>
              <a:gdLst>
                <a:gd name="connsiteX0" fmla="*/ 104186 w 3185088"/>
                <a:gd name="connsiteY0" fmla="*/ 1469605 h 1817590"/>
                <a:gd name="connsiteX1" fmla="*/ 3185087 w 3185088"/>
                <a:gd name="connsiteY1" fmla="*/ 0 h 1817590"/>
                <a:gd name="connsiteX2" fmla="*/ 3185088 w 3185088"/>
                <a:gd name="connsiteY2" fmla="*/ 405241 h 1817590"/>
                <a:gd name="connsiteX3" fmla="*/ 261657 w 3185088"/>
                <a:gd name="connsiteY3" fmla="*/ 1799731 h 1817590"/>
                <a:gd name="connsiteX4" fmla="*/ 17859 w 3185088"/>
                <a:gd name="connsiteY4" fmla="*/ 1713404 h 1817590"/>
                <a:gd name="connsiteX5" fmla="*/ 104186 w 3185088"/>
                <a:gd name="connsiteY5" fmla="*/ 1469605 h 1817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85088" h="1817590">
                  <a:moveTo>
                    <a:pt x="104186" y="1469605"/>
                  </a:moveTo>
                  <a:lnTo>
                    <a:pt x="3185087" y="0"/>
                  </a:lnTo>
                  <a:lnTo>
                    <a:pt x="3185088" y="405241"/>
                  </a:lnTo>
                  <a:lnTo>
                    <a:pt x="261657" y="1799731"/>
                  </a:lnTo>
                  <a:cubicBezTo>
                    <a:pt x="170496" y="1843216"/>
                    <a:pt x="61343" y="1804566"/>
                    <a:pt x="17859" y="1713404"/>
                  </a:cubicBezTo>
                  <a:cubicBezTo>
                    <a:pt x="-25626" y="1622242"/>
                    <a:pt x="13024" y="1513090"/>
                    <a:pt x="104186" y="1469605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5DC956C-34AA-7C88-35EC-7F975625D286}"/>
                </a:ext>
              </a:extLst>
            </p:cNvPr>
            <p:cNvSpPr/>
            <p:nvPr/>
          </p:nvSpPr>
          <p:spPr>
            <a:xfrm>
              <a:off x="2029985" y="5658305"/>
              <a:ext cx="1124344" cy="1124344"/>
            </a:xfrm>
            <a:custGeom>
              <a:avLst/>
              <a:gdLst>
                <a:gd name="connsiteX0" fmla="*/ 562172 w 1124344"/>
                <a:gd name="connsiteY0" fmla="*/ 0 h 1124344"/>
                <a:gd name="connsiteX1" fmla="*/ 1124344 w 1124344"/>
                <a:gd name="connsiteY1" fmla="*/ 562172 h 1124344"/>
                <a:gd name="connsiteX2" fmla="*/ 562172 w 1124344"/>
                <a:gd name="connsiteY2" fmla="*/ 1124344 h 1124344"/>
                <a:gd name="connsiteX3" fmla="*/ 0 w 1124344"/>
                <a:gd name="connsiteY3" fmla="*/ 562172 h 1124344"/>
                <a:gd name="connsiteX4" fmla="*/ 562172 w 1124344"/>
                <a:gd name="connsiteY4" fmla="*/ 0 h 1124344"/>
                <a:gd name="connsiteX5" fmla="*/ 549970 w 1124344"/>
                <a:gd name="connsiteY5" fmla="*/ 232462 h 1124344"/>
                <a:gd name="connsiteX6" fmla="*/ 209494 w 1124344"/>
                <a:gd name="connsiteY6" fmla="*/ 568441 h 1124344"/>
                <a:gd name="connsiteX7" fmla="*/ 549970 w 1124344"/>
                <a:gd name="connsiteY7" fmla="*/ 904420 h 1124344"/>
                <a:gd name="connsiteX8" fmla="*/ 890446 w 1124344"/>
                <a:gd name="connsiteY8" fmla="*/ 568441 h 1124344"/>
                <a:gd name="connsiteX9" fmla="*/ 549970 w 1124344"/>
                <a:gd name="connsiteY9" fmla="*/ 232462 h 112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24344" h="1124344">
                  <a:moveTo>
                    <a:pt x="562172" y="0"/>
                  </a:moveTo>
                  <a:cubicBezTo>
                    <a:pt x="872651" y="0"/>
                    <a:pt x="1124344" y="251693"/>
                    <a:pt x="1124344" y="562172"/>
                  </a:cubicBezTo>
                  <a:cubicBezTo>
                    <a:pt x="1124344" y="872651"/>
                    <a:pt x="872651" y="1124344"/>
                    <a:pt x="562172" y="1124344"/>
                  </a:cubicBezTo>
                  <a:cubicBezTo>
                    <a:pt x="251693" y="1124344"/>
                    <a:pt x="0" y="872651"/>
                    <a:pt x="0" y="562172"/>
                  </a:cubicBezTo>
                  <a:cubicBezTo>
                    <a:pt x="0" y="251693"/>
                    <a:pt x="251693" y="0"/>
                    <a:pt x="562172" y="0"/>
                  </a:cubicBezTo>
                  <a:close/>
                  <a:moveTo>
                    <a:pt x="549970" y="232462"/>
                  </a:moveTo>
                  <a:cubicBezTo>
                    <a:pt x="361930" y="232462"/>
                    <a:pt x="209494" y="382885"/>
                    <a:pt x="209494" y="568441"/>
                  </a:cubicBezTo>
                  <a:cubicBezTo>
                    <a:pt x="209494" y="753997"/>
                    <a:pt x="361930" y="904420"/>
                    <a:pt x="549970" y="904420"/>
                  </a:cubicBezTo>
                  <a:cubicBezTo>
                    <a:pt x="738010" y="904420"/>
                    <a:pt x="890446" y="753997"/>
                    <a:pt x="890446" y="568441"/>
                  </a:cubicBezTo>
                  <a:cubicBezTo>
                    <a:pt x="890446" y="382885"/>
                    <a:pt x="738010" y="232462"/>
                    <a:pt x="549970" y="232462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8A87208-4790-3329-598E-307C737FE837}"/>
                </a:ext>
              </a:extLst>
            </p:cNvPr>
            <p:cNvSpPr/>
            <p:nvPr/>
          </p:nvSpPr>
          <p:spPr>
            <a:xfrm rot="1530082">
              <a:off x="2607725" y="5260858"/>
              <a:ext cx="3185088" cy="1817590"/>
            </a:xfrm>
            <a:custGeom>
              <a:avLst/>
              <a:gdLst>
                <a:gd name="connsiteX0" fmla="*/ 104186 w 3185088"/>
                <a:gd name="connsiteY0" fmla="*/ 1469605 h 1817590"/>
                <a:gd name="connsiteX1" fmla="*/ 3185087 w 3185088"/>
                <a:gd name="connsiteY1" fmla="*/ 0 h 1817590"/>
                <a:gd name="connsiteX2" fmla="*/ 3185088 w 3185088"/>
                <a:gd name="connsiteY2" fmla="*/ 405241 h 1817590"/>
                <a:gd name="connsiteX3" fmla="*/ 261657 w 3185088"/>
                <a:gd name="connsiteY3" fmla="*/ 1799731 h 1817590"/>
                <a:gd name="connsiteX4" fmla="*/ 17859 w 3185088"/>
                <a:gd name="connsiteY4" fmla="*/ 1713404 h 1817590"/>
                <a:gd name="connsiteX5" fmla="*/ 104186 w 3185088"/>
                <a:gd name="connsiteY5" fmla="*/ 1469605 h 1817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85088" h="1817590">
                  <a:moveTo>
                    <a:pt x="104186" y="1469605"/>
                  </a:moveTo>
                  <a:lnTo>
                    <a:pt x="3185087" y="0"/>
                  </a:lnTo>
                  <a:lnTo>
                    <a:pt x="3185088" y="405241"/>
                  </a:lnTo>
                  <a:lnTo>
                    <a:pt x="261657" y="1799731"/>
                  </a:lnTo>
                  <a:cubicBezTo>
                    <a:pt x="170496" y="1843216"/>
                    <a:pt x="61343" y="1804566"/>
                    <a:pt x="17859" y="1713404"/>
                  </a:cubicBezTo>
                  <a:cubicBezTo>
                    <a:pt x="-25626" y="1622242"/>
                    <a:pt x="13024" y="1513090"/>
                    <a:pt x="104186" y="1469605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EB79023B-188C-3264-6F3E-E8E951A00CA3}"/>
                </a:ext>
              </a:extLst>
            </p:cNvPr>
            <p:cNvSpPr/>
            <p:nvPr/>
          </p:nvSpPr>
          <p:spPr>
            <a:xfrm>
              <a:off x="6207121" y="1120777"/>
              <a:ext cx="514989" cy="2874010"/>
            </a:xfrm>
            <a:custGeom>
              <a:avLst/>
              <a:gdLst>
                <a:gd name="connsiteX0" fmla="*/ 0 w 102753"/>
                <a:gd name="connsiteY0" fmla="*/ 0 h 390525"/>
                <a:gd name="connsiteX1" fmla="*/ 102753 w 102753"/>
                <a:gd name="connsiteY1" fmla="*/ 0 h 390525"/>
                <a:gd name="connsiteX2" fmla="*/ 102753 w 102753"/>
                <a:gd name="connsiteY2" fmla="*/ 390525 h 390525"/>
                <a:gd name="connsiteX3" fmla="*/ 0 w 102753"/>
                <a:gd name="connsiteY3" fmla="*/ 390525 h 390525"/>
                <a:gd name="connsiteX4" fmla="*/ 0 w 102753"/>
                <a:gd name="connsiteY4" fmla="*/ 0 h 390525"/>
                <a:gd name="connsiteX0" fmla="*/ 0 w 258328"/>
                <a:gd name="connsiteY0" fmla="*/ 133350 h 523875"/>
                <a:gd name="connsiteX1" fmla="*/ 258328 w 258328"/>
                <a:gd name="connsiteY1" fmla="*/ 0 h 523875"/>
                <a:gd name="connsiteX2" fmla="*/ 102753 w 258328"/>
                <a:gd name="connsiteY2" fmla="*/ 523875 h 523875"/>
                <a:gd name="connsiteX3" fmla="*/ 0 w 258328"/>
                <a:gd name="connsiteY3" fmla="*/ 523875 h 523875"/>
                <a:gd name="connsiteX4" fmla="*/ 0 w 258328"/>
                <a:gd name="connsiteY4" fmla="*/ 133350 h 523875"/>
                <a:gd name="connsiteX0" fmla="*/ 6350 w 258328"/>
                <a:gd name="connsiteY0" fmla="*/ 0 h 533400"/>
                <a:gd name="connsiteX1" fmla="*/ 258328 w 258328"/>
                <a:gd name="connsiteY1" fmla="*/ 9525 h 533400"/>
                <a:gd name="connsiteX2" fmla="*/ 102753 w 258328"/>
                <a:gd name="connsiteY2" fmla="*/ 533400 h 533400"/>
                <a:gd name="connsiteX3" fmla="*/ 0 w 258328"/>
                <a:gd name="connsiteY3" fmla="*/ 533400 h 533400"/>
                <a:gd name="connsiteX4" fmla="*/ 6350 w 258328"/>
                <a:gd name="connsiteY4" fmla="*/ 0 h 533400"/>
                <a:gd name="connsiteX0" fmla="*/ 113157 w 365135"/>
                <a:gd name="connsiteY0" fmla="*/ 0 h 533400"/>
                <a:gd name="connsiteX1" fmla="*/ 365135 w 365135"/>
                <a:gd name="connsiteY1" fmla="*/ 9525 h 533400"/>
                <a:gd name="connsiteX2" fmla="*/ 209560 w 365135"/>
                <a:gd name="connsiteY2" fmla="*/ 533400 h 533400"/>
                <a:gd name="connsiteX3" fmla="*/ 106807 w 365135"/>
                <a:gd name="connsiteY3" fmla="*/ 533400 h 533400"/>
                <a:gd name="connsiteX4" fmla="*/ 9 w 365135"/>
                <a:gd name="connsiteY4" fmla="*/ 301625 h 533400"/>
                <a:gd name="connsiteX5" fmla="*/ 113157 w 365135"/>
                <a:gd name="connsiteY5" fmla="*/ 0 h 533400"/>
                <a:gd name="connsiteX0" fmla="*/ 113157 w 365135"/>
                <a:gd name="connsiteY0" fmla="*/ 0 h 533400"/>
                <a:gd name="connsiteX1" fmla="*/ 365135 w 365135"/>
                <a:gd name="connsiteY1" fmla="*/ 9525 h 533400"/>
                <a:gd name="connsiteX2" fmla="*/ 187335 w 365135"/>
                <a:gd name="connsiteY2" fmla="*/ 342900 h 533400"/>
                <a:gd name="connsiteX3" fmla="*/ 209560 w 365135"/>
                <a:gd name="connsiteY3" fmla="*/ 533400 h 533400"/>
                <a:gd name="connsiteX4" fmla="*/ 106807 w 365135"/>
                <a:gd name="connsiteY4" fmla="*/ 533400 h 533400"/>
                <a:gd name="connsiteX5" fmla="*/ 9 w 365135"/>
                <a:gd name="connsiteY5" fmla="*/ 301625 h 533400"/>
                <a:gd name="connsiteX6" fmla="*/ 113157 w 365135"/>
                <a:gd name="connsiteY6" fmla="*/ 0 h 533400"/>
                <a:gd name="connsiteX0" fmla="*/ 160782 w 365135"/>
                <a:gd name="connsiteY0" fmla="*/ 12700 h 523875"/>
                <a:gd name="connsiteX1" fmla="*/ 365135 w 365135"/>
                <a:gd name="connsiteY1" fmla="*/ 0 h 523875"/>
                <a:gd name="connsiteX2" fmla="*/ 187335 w 365135"/>
                <a:gd name="connsiteY2" fmla="*/ 333375 h 523875"/>
                <a:gd name="connsiteX3" fmla="*/ 209560 w 365135"/>
                <a:gd name="connsiteY3" fmla="*/ 523875 h 523875"/>
                <a:gd name="connsiteX4" fmla="*/ 106807 w 365135"/>
                <a:gd name="connsiteY4" fmla="*/ 523875 h 523875"/>
                <a:gd name="connsiteX5" fmla="*/ 9 w 365135"/>
                <a:gd name="connsiteY5" fmla="*/ 292100 h 523875"/>
                <a:gd name="connsiteX6" fmla="*/ 160782 w 365135"/>
                <a:gd name="connsiteY6" fmla="*/ 12700 h 523875"/>
                <a:gd name="connsiteX0" fmla="*/ 160783 w 365136"/>
                <a:gd name="connsiteY0" fmla="*/ 12700 h 723900"/>
                <a:gd name="connsiteX1" fmla="*/ 365136 w 365136"/>
                <a:gd name="connsiteY1" fmla="*/ 0 h 723900"/>
                <a:gd name="connsiteX2" fmla="*/ 187336 w 365136"/>
                <a:gd name="connsiteY2" fmla="*/ 333375 h 723900"/>
                <a:gd name="connsiteX3" fmla="*/ 209561 w 365136"/>
                <a:gd name="connsiteY3" fmla="*/ 523875 h 723900"/>
                <a:gd name="connsiteX4" fmla="*/ 97283 w 365136"/>
                <a:gd name="connsiteY4" fmla="*/ 723900 h 723900"/>
                <a:gd name="connsiteX5" fmla="*/ 10 w 365136"/>
                <a:gd name="connsiteY5" fmla="*/ 292100 h 723900"/>
                <a:gd name="connsiteX6" fmla="*/ 160783 w 365136"/>
                <a:gd name="connsiteY6" fmla="*/ 12700 h 723900"/>
                <a:gd name="connsiteX0" fmla="*/ 160778 w 365131"/>
                <a:gd name="connsiteY0" fmla="*/ 12700 h 1767840"/>
                <a:gd name="connsiteX1" fmla="*/ 365131 w 365131"/>
                <a:gd name="connsiteY1" fmla="*/ 0 h 1767840"/>
                <a:gd name="connsiteX2" fmla="*/ 187331 w 365131"/>
                <a:gd name="connsiteY2" fmla="*/ 333375 h 1767840"/>
                <a:gd name="connsiteX3" fmla="*/ 209556 w 365131"/>
                <a:gd name="connsiteY3" fmla="*/ 523875 h 1767840"/>
                <a:gd name="connsiteX4" fmla="*/ 211578 w 365131"/>
                <a:gd name="connsiteY4" fmla="*/ 1767840 h 1767840"/>
                <a:gd name="connsiteX5" fmla="*/ 5 w 365131"/>
                <a:gd name="connsiteY5" fmla="*/ 292100 h 1767840"/>
                <a:gd name="connsiteX6" fmla="*/ 160778 w 365131"/>
                <a:gd name="connsiteY6" fmla="*/ 12700 h 1767840"/>
                <a:gd name="connsiteX0" fmla="*/ 160778 w 422916"/>
                <a:gd name="connsiteY0" fmla="*/ 12700 h 2238375"/>
                <a:gd name="connsiteX1" fmla="*/ 365131 w 422916"/>
                <a:gd name="connsiteY1" fmla="*/ 0 h 2238375"/>
                <a:gd name="connsiteX2" fmla="*/ 187331 w 422916"/>
                <a:gd name="connsiteY2" fmla="*/ 333375 h 2238375"/>
                <a:gd name="connsiteX3" fmla="*/ 422916 w 422916"/>
                <a:gd name="connsiteY3" fmla="*/ 2238375 h 2238375"/>
                <a:gd name="connsiteX4" fmla="*/ 211578 w 422916"/>
                <a:gd name="connsiteY4" fmla="*/ 1767840 h 2238375"/>
                <a:gd name="connsiteX5" fmla="*/ 5 w 422916"/>
                <a:gd name="connsiteY5" fmla="*/ 292100 h 2238375"/>
                <a:gd name="connsiteX6" fmla="*/ 160778 w 422916"/>
                <a:gd name="connsiteY6" fmla="*/ 12700 h 2238375"/>
                <a:gd name="connsiteX0" fmla="*/ 160776 w 422914"/>
                <a:gd name="connsiteY0" fmla="*/ 12700 h 2423160"/>
                <a:gd name="connsiteX1" fmla="*/ 365129 w 422914"/>
                <a:gd name="connsiteY1" fmla="*/ 0 h 2423160"/>
                <a:gd name="connsiteX2" fmla="*/ 187329 w 422914"/>
                <a:gd name="connsiteY2" fmla="*/ 333375 h 2423160"/>
                <a:gd name="connsiteX3" fmla="*/ 422914 w 422914"/>
                <a:gd name="connsiteY3" fmla="*/ 2238375 h 2423160"/>
                <a:gd name="connsiteX4" fmla="*/ 356356 w 422914"/>
                <a:gd name="connsiteY4" fmla="*/ 2423160 h 2423160"/>
                <a:gd name="connsiteX5" fmla="*/ 3 w 422914"/>
                <a:gd name="connsiteY5" fmla="*/ 292100 h 2423160"/>
                <a:gd name="connsiteX6" fmla="*/ 160776 w 422914"/>
                <a:gd name="connsiteY6" fmla="*/ 12700 h 2423160"/>
                <a:gd name="connsiteX0" fmla="*/ 160776 w 422914"/>
                <a:gd name="connsiteY0" fmla="*/ 12700 h 2880360"/>
                <a:gd name="connsiteX1" fmla="*/ 365129 w 422914"/>
                <a:gd name="connsiteY1" fmla="*/ 0 h 2880360"/>
                <a:gd name="connsiteX2" fmla="*/ 187329 w 422914"/>
                <a:gd name="connsiteY2" fmla="*/ 333375 h 2880360"/>
                <a:gd name="connsiteX3" fmla="*/ 422914 w 422914"/>
                <a:gd name="connsiteY3" fmla="*/ 2238375 h 2880360"/>
                <a:gd name="connsiteX4" fmla="*/ 381756 w 422914"/>
                <a:gd name="connsiteY4" fmla="*/ 2880360 h 2880360"/>
                <a:gd name="connsiteX5" fmla="*/ 3 w 422914"/>
                <a:gd name="connsiteY5" fmla="*/ 292100 h 2880360"/>
                <a:gd name="connsiteX6" fmla="*/ 160776 w 422914"/>
                <a:gd name="connsiteY6" fmla="*/ 12700 h 2880360"/>
                <a:gd name="connsiteX0" fmla="*/ 160776 w 518164"/>
                <a:gd name="connsiteY0" fmla="*/ 12700 h 2880360"/>
                <a:gd name="connsiteX1" fmla="*/ 365129 w 518164"/>
                <a:gd name="connsiteY1" fmla="*/ 0 h 2880360"/>
                <a:gd name="connsiteX2" fmla="*/ 187329 w 518164"/>
                <a:gd name="connsiteY2" fmla="*/ 333375 h 2880360"/>
                <a:gd name="connsiteX3" fmla="*/ 518164 w 518164"/>
                <a:gd name="connsiteY3" fmla="*/ 2835275 h 2880360"/>
                <a:gd name="connsiteX4" fmla="*/ 381756 w 518164"/>
                <a:gd name="connsiteY4" fmla="*/ 2880360 h 2880360"/>
                <a:gd name="connsiteX5" fmla="*/ 3 w 518164"/>
                <a:gd name="connsiteY5" fmla="*/ 292100 h 2880360"/>
                <a:gd name="connsiteX6" fmla="*/ 160776 w 518164"/>
                <a:gd name="connsiteY6" fmla="*/ 12700 h 2880360"/>
                <a:gd name="connsiteX0" fmla="*/ 160776 w 518164"/>
                <a:gd name="connsiteY0" fmla="*/ 12700 h 2874010"/>
                <a:gd name="connsiteX1" fmla="*/ 365129 w 518164"/>
                <a:gd name="connsiteY1" fmla="*/ 0 h 2874010"/>
                <a:gd name="connsiteX2" fmla="*/ 187329 w 518164"/>
                <a:gd name="connsiteY2" fmla="*/ 333375 h 2874010"/>
                <a:gd name="connsiteX3" fmla="*/ 518164 w 518164"/>
                <a:gd name="connsiteY3" fmla="*/ 2835275 h 2874010"/>
                <a:gd name="connsiteX4" fmla="*/ 340481 w 518164"/>
                <a:gd name="connsiteY4" fmla="*/ 2874010 h 2874010"/>
                <a:gd name="connsiteX5" fmla="*/ 3 w 518164"/>
                <a:gd name="connsiteY5" fmla="*/ 292100 h 2874010"/>
                <a:gd name="connsiteX6" fmla="*/ 160776 w 518164"/>
                <a:gd name="connsiteY6" fmla="*/ 12700 h 2874010"/>
                <a:gd name="connsiteX0" fmla="*/ 160776 w 514989"/>
                <a:gd name="connsiteY0" fmla="*/ 12700 h 2874010"/>
                <a:gd name="connsiteX1" fmla="*/ 365129 w 514989"/>
                <a:gd name="connsiteY1" fmla="*/ 0 h 2874010"/>
                <a:gd name="connsiteX2" fmla="*/ 187329 w 514989"/>
                <a:gd name="connsiteY2" fmla="*/ 333375 h 2874010"/>
                <a:gd name="connsiteX3" fmla="*/ 514989 w 514989"/>
                <a:gd name="connsiteY3" fmla="*/ 2847975 h 2874010"/>
                <a:gd name="connsiteX4" fmla="*/ 340481 w 514989"/>
                <a:gd name="connsiteY4" fmla="*/ 2874010 h 2874010"/>
                <a:gd name="connsiteX5" fmla="*/ 3 w 514989"/>
                <a:gd name="connsiteY5" fmla="*/ 292100 h 2874010"/>
                <a:gd name="connsiteX6" fmla="*/ 160776 w 514989"/>
                <a:gd name="connsiteY6" fmla="*/ 12700 h 2874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4989" h="2874010">
                  <a:moveTo>
                    <a:pt x="160776" y="12700"/>
                  </a:moveTo>
                  <a:lnTo>
                    <a:pt x="365129" y="0"/>
                  </a:lnTo>
                  <a:cubicBezTo>
                    <a:pt x="334437" y="102658"/>
                    <a:pt x="218021" y="230717"/>
                    <a:pt x="187329" y="333375"/>
                  </a:cubicBezTo>
                  <a:lnTo>
                    <a:pt x="514989" y="2847975"/>
                  </a:lnTo>
                  <a:lnTo>
                    <a:pt x="340481" y="2874010"/>
                  </a:lnTo>
                  <a:cubicBezTo>
                    <a:pt x="324077" y="2824798"/>
                    <a:pt x="-1055" y="381000"/>
                    <a:pt x="3" y="292100"/>
                  </a:cubicBezTo>
                  <a:cubicBezTo>
                    <a:pt x="1061" y="203200"/>
                    <a:pt x="118443" y="50800"/>
                    <a:pt x="160776" y="12700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ylinder 10">
              <a:extLst>
                <a:ext uri="{FF2B5EF4-FFF2-40B4-BE49-F238E27FC236}">
                  <a16:creationId xmlns:a16="http://schemas.microsoft.com/office/drawing/2014/main" id="{2E692106-7897-9B4E-5A67-6096AF273FF1}"/>
                </a:ext>
              </a:extLst>
            </p:cNvPr>
            <p:cNvSpPr/>
            <p:nvPr/>
          </p:nvSpPr>
          <p:spPr>
            <a:xfrm rot="16200000">
              <a:off x="6931573" y="704039"/>
              <a:ext cx="312447" cy="801406"/>
            </a:xfrm>
            <a:prstGeom prst="can">
              <a:avLst>
                <a:gd name="adj" fmla="val 85001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Cylinder 16">
              <a:extLst>
                <a:ext uri="{FF2B5EF4-FFF2-40B4-BE49-F238E27FC236}">
                  <a16:creationId xmlns:a16="http://schemas.microsoft.com/office/drawing/2014/main" id="{6B8DF8F0-7DE9-B63B-1A4D-CCD5FAC88024}"/>
                </a:ext>
              </a:extLst>
            </p:cNvPr>
            <p:cNvSpPr/>
            <p:nvPr/>
          </p:nvSpPr>
          <p:spPr>
            <a:xfrm rot="16200000">
              <a:off x="6668191" y="971095"/>
              <a:ext cx="312446" cy="267295"/>
            </a:xfrm>
            <a:prstGeom prst="can">
              <a:avLst>
                <a:gd name="adj" fmla="val 50000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Cylinder 17">
              <a:extLst>
                <a:ext uri="{FF2B5EF4-FFF2-40B4-BE49-F238E27FC236}">
                  <a16:creationId xmlns:a16="http://schemas.microsoft.com/office/drawing/2014/main" id="{4CBD801F-07C7-BAE2-8E02-65C550EDA491}"/>
                </a:ext>
              </a:extLst>
            </p:cNvPr>
            <p:cNvSpPr/>
            <p:nvPr/>
          </p:nvSpPr>
          <p:spPr>
            <a:xfrm rot="16017771">
              <a:off x="6313749" y="734516"/>
              <a:ext cx="181920" cy="762638"/>
            </a:xfrm>
            <a:prstGeom prst="can">
              <a:avLst>
                <a:gd name="adj" fmla="val 71230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Cylinder 18">
              <a:extLst>
                <a:ext uri="{FF2B5EF4-FFF2-40B4-BE49-F238E27FC236}">
                  <a16:creationId xmlns:a16="http://schemas.microsoft.com/office/drawing/2014/main" id="{130A7394-D895-6E9C-1D85-30E30F528097}"/>
                </a:ext>
              </a:extLst>
            </p:cNvPr>
            <p:cNvSpPr/>
            <p:nvPr/>
          </p:nvSpPr>
          <p:spPr>
            <a:xfrm rot="21129017">
              <a:off x="6603466" y="4060195"/>
              <a:ext cx="249240" cy="1297407"/>
            </a:xfrm>
            <a:prstGeom prst="can">
              <a:avLst>
                <a:gd name="adj" fmla="val 2285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ylinder 19">
              <a:extLst>
                <a:ext uri="{FF2B5EF4-FFF2-40B4-BE49-F238E27FC236}">
                  <a16:creationId xmlns:a16="http://schemas.microsoft.com/office/drawing/2014/main" id="{F51D35F0-7E08-96AB-8D33-E3F2BC730BB1}"/>
                </a:ext>
              </a:extLst>
            </p:cNvPr>
            <p:cNvSpPr/>
            <p:nvPr/>
          </p:nvSpPr>
          <p:spPr>
            <a:xfrm rot="21129017">
              <a:off x="6502409" y="3906819"/>
              <a:ext cx="249240" cy="149278"/>
            </a:xfrm>
            <a:prstGeom prst="can">
              <a:avLst>
                <a:gd name="adj" fmla="val 2285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Cylinder 20">
              <a:extLst>
                <a:ext uri="{FF2B5EF4-FFF2-40B4-BE49-F238E27FC236}">
                  <a16:creationId xmlns:a16="http://schemas.microsoft.com/office/drawing/2014/main" id="{C579B9D9-4CF4-92E6-40D6-7ECDC3889366}"/>
                </a:ext>
              </a:extLst>
            </p:cNvPr>
            <p:cNvSpPr/>
            <p:nvPr/>
          </p:nvSpPr>
          <p:spPr>
            <a:xfrm rot="16200000">
              <a:off x="5797612" y="921137"/>
              <a:ext cx="322788" cy="419098"/>
            </a:xfrm>
            <a:prstGeom prst="can">
              <a:avLst>
                <a:gd name="adj" fmla="val 71230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Cylinder 21">
              <a:extLst>
                <a:ext uri="{FF2B5EF4-FFF2-40B4-BE49-F238E27FC236}">
                  <a16:creationId xmlns:a16="http://schemas.microsoft.com/office/drawing/2014/main" id="{112C4A46-A90C-7E97-A9DB-8BA87DC8676B}"/>
                </a:ext>
              </a:extLst>
            </p:cNvPr>
            <p:cNvSpPr/>
            <p:nvPr/>
          </p:nvSpPr>
          <p:spPr>
            <a:xfrm rot="16200000">
              <a:off x="5540587" y="749368"/>
              <a:ext cx="322788" cy="762637"/>
            </a:xfrm>
            <a:prstGeom prst="can">
              <a:avLst>
                <a:gd name="adj" fmla="val 85001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14CCE9F-1325-5070-57D0-F534EBA2B819}"/>
                </a:ext>
              </a:extLst>
            </p:cNvPr>
            <p:cNvSpPr/>
            <p:nvPr/>
          </p:nvSpPr>
          <p:spPr>
            <a:xfrm>
              <a:off x="6306542" y="5658305"/>
              <a:ext cx="1124344" cy="1124344"/>
            </a:xfrm>
            <a:custGeom>
              <a:avLst/>
              <a:gdLst>
                <a:gd name="connsiteX0" fmla="*/ 562172 w 1124344"/>
                <a:gd name="connsiteY0" fmla="*/ 0 h 1124344"/>
                <a:gd name="connsiteX1" fmla="*/ 1124344 w 1124344"/>
                <a:gd name="connsiteY1" fmla="*/ 562172 h 1124344"/>
                <a:gd name="connsiteX2" fmla="*/ 562172 w 1124344"/>
                <a:gd name="connsiteY2" fmla="*/ 1124344 h 1124344"/>
                <a:gd name="connsiteX3" fmla="*/ 0 w 1124344"/>
                <a:gd name="connsiteY3" fmla="*/ 562172 h 1124344"/>
                <a:gd name="connsiteX4" fmla="*/ 562172 w 1124344"/>
                <a:gd name="connsiteY4" fmla="*/ 0 h 1124344"/>
                <a:gd name="connsiteX5" fmla="*/ 549970 w 1124344"/>
                <a:gd name="connsiteY5" fmla="*/ 232462 h 1124344"/>
                <a:gd name="connsiteX6" fmla="*/ 209494 w 1124344"/>
                <a:gd name="connsiteY6" fmla="*/ 568441 h 1124344"/>
                <a:gd name="connsiteX7" fmla="*/ 549970 w 1124344"/>
                <a:gd name="connsiteY7" fmla="*/ 904420 h 1124344"/>
                <a:gd name="connsiteX8" fmla="*/ 890446 w 1124344"/>
                <a:gd name="connsiteY8" fmla="*/ 568441 h 1124344"/>
                <a:gd name="connsiteX9" fmla="*/ 549970 w 1124344"/>
                <a:gd name="connsiteY9" fmla="*/ 232462 h 112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24344" h="1124344">
                  <a:moveTo>
                    <a:pt x="562172" y="0"/>
                  </a:moveTo>
                  <a:cubicBezTo>
                    <a:pt x="872651" y="0"/>
                    <a:pt x="1124344" y="251693"/>
                    <a:pt x="1124344" y="562172"/>
                  </a:cubicBezTo>
                  <a:cubicBezTo>
                    <a:pt x="1124344" y="872651"/>
                    <a:pt x="872651" y="1124344"/>
                    <a:pt x="562172" y="1124344"/>
                  </a:cubicBezTo>
                  <a:cubicBezTo>
                    <a:pt x="251693" y="1124344"/>
                    <a:pt x="0" y="872651"/>
                    <a:pt x="0" y="562172"/>
                  </a:cubicBezTo>
                  <a:cubicBezTo>
                    <a:pt x="0" y="251693"/>
                    <a:pt x="251693" y="0"/>
                    <a:pt x="562172" y="0"/>
                  </a:cubicBezTo>
                  <a:close/>
                  <a:moveTo>
                    <a:pt x="549970" y="232462"/>
                  </a:moveTo>
                  <a:cubicBezTo>
                    <a:pt x="361930" y="232462"/>
                    <a:pt x="209494" y="382885"/>
                    <a:pt x="209494" y="568441"/>
                  </a:cubicBezTo>
                  <a:cubicBezTo>
                    <a:pt x="209494" y="753997"/>
                    <a:pt x="361930" y="904420"/>
                    <a:pt x="549970" y="904420"/>
                  </a:cubicBezTo>
                  <a:cubicBezTo>
                    <a:pt x="738010" y="904420"/>
                    <a:pt x="890446" y="753997"/>
                    <a:pt x="890446" y="568441"/>
                  </a:cubicBezTo>
                  <a:cubicBezTo>
                    <a:pt x="890446" y="382885"/>
                    <a:pt x="738010" y="232462"/>
                    <a:pt x="549970" y="232462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8E54D21-1805-3D28-8596-7C82B7D5F494}"/>
                </a:ext>
              </a:extLst>
            </p:cNvPr>
            <p:cNvSpPr/>
            <p:nvPr/>
          </p:nvSpPr>
          <p:spPr>
            <a:xfrm rot="21098806">
              <a:off x="6645001" y="5163055"/>
              <a:ext cx="457269" cy="1176953"/>
            </a:xfrm>
            <a:custGeom>
              <a:avLst/>
              <a:gdLst>
                <a:gd name="connsiteX0" fmla="*/ 257451 w 426206"/>
                <a:gd name="connsiteY0" fmla="*/ 1 h 1184891"/>
                <a:gd name="connsiteX1" fmla="*/ 426175 w 426206"/>
                <a:gd name="connsiteY1" fmla="*/ 228167 h 1184891"/>
                <a:gd name="connsiteX2" fmla="*/ 404301 w 426206"/>
                <a:gd name="connsiteY2" fmla="*/ 461693 h 1184891"/>
                <a:gd name="connsiteX3" fmla="*/ 387084 w 426206"/>
                <a:gd name="connsiteY3" fmla="*/ 540648 h 1184891"/>
                <a:gd name="connsiteX4" fmla="*/ 386492 w 426206"/>
                <a:gd name="connsiteY4" fmla="*/ 536565 h 1184891"/>
                <a:gd name="connsiteX5" fmla="*/ 335412 w 426206"/>
                <a:gd name="connsiteY5" fmla="*/ 498476 h 1184891"/>
                <a:gd name="connsiteX6" fmla="*/ 265985 w 426206"/>
                <a:gd name="connsiteY6" fmla="*/ 494627 h 1184891"/>
                <a:gd name="connsiteX7" fmla="*/ 205242 w 426206"/>
                <a:gd name="connsiteY7" fmla="*/ 548988 h 1184891"/>
                <a:gd name="connsiteX8" fmla="*/ 170717 w 426206"/>
                <a:gd name="connsiteY8" fmla="*/ 1171738 h 1184891"/>
                <a:gd name="connsiteX9" fmla="*/ 138734 w 426206"/>
                <a:gd name="connsiteY9" fmla="*/ 1177997 h 1184891"/>
                <a:gd name="connsiteX10" fmla="*/ 0 w 426206"/>
                <a:gd name="connsiteY10" fmla="*/ 1170218 h 1184891"/>
                <a:gd name="connsiteX11" fmla="*/ 0 w 426206"/>
                <a:gd name="connsiteY11" fmla="*/ 176334 h 1184891"/>
                <a:gd name="connsiteX12" fmla="*/ 176335 w 426206"/>
                <a:gd name="connsiteY12" fmla="*/ 0 h 1184891"/>
                <a:gd name="connsiteX13" fmla="*/ 257451 w 426206"/>
                <a:gd name="connsiteY13" fmla="*/ 1 h 1184891"/>
                <a:gd name="connsiteX0" fmla="*/ 291507 w 460262"/>
                <a:gd name="connsiteY0" fmla="*/ 1 h 1184891"/>
                <a:gd name="connsiteX1" fmla="*/ 460231 w 460262"/>
                <a:gd name="connsiteY1" fmla="*/ 228167 h 1184891"/>
                <a:gd name="connsiteX2" fmla="*/ 438357 w 460262"/>
                <a:gd name="connsiteY2" fmla="*/ 461693 h 1184891"/>
                <a:gd name="connsiteX3" fmla="*/ 421140 w 460262"/>
                <a:gd name="connsiteY3" fmla="*/ 540648 h 1184891"/>
                <a:gd name="connsiteX4" fmla="*/ 420548 w 460262"/>
                <a:gd name="connsiteY4" fmla="*/ 536565 h 1184891"/>
                <a:gd name="connsiteX5" fmla="*/ 369468 w 460262"/>
                <a:gd name="connsiteY5" fmla="*/ 498476 h 1184891"/>
                <a:gd name="connsiteX6" fmla="*/ 300041 w 460262"/>
                <a:gd name="connsiteY6" fmla="*/ 494627 h 1184891"/>
                <a:gd name="connsiteX7" fmla="*/ 239298 w 460262"/>
                <a:gd name="connsiteY7" fmla="*/ 548988 h 1184891"/>
                <a:gd name="connsiteX8" fmla="*/ 204773 w 460262"/>
                <a:gd name="connsiteY8" fmla="*/ 1171738 h 1184891"/>
                <a:gd name="connsiteX9" fmla="*/ 172790 w 460262"/>
                <a:gd name="connsiteY9" fmla="*/ 1177997 h 1184891"/>
                <a:gd name="connsiteX10" fmla="*/ 34056 w 460262"/>
                <a:gd name="connsiteY10" fmla="*/ 1170218 h 1184891"/>
                <a:gd name="connsiteX11" fmla="*/ 34056 w 460262"/>
                <a:gd name="connsiteY11" fmla="*/ 176334 h 1184891"/>
                <a:gd name="connsiteX12" fmla="*/ 210391 w 460262"/>
                <a:gd name="connsiteY12" fmla="*/ 0 h 1184891"/>
                <a:gd name="connsiteX13" fmla="*/ 291507 w 460262"/>
                <a:gd name="connsiteY13" fmla="*/ 1 h 1184891"/>
                <a:gd name="connsiteX0" fmla="*/ 288514 w 457269"/>
                <a:gd name="connsiteY0" fmla="*/ 1 h 1181437"/>
                <a:gd name="connsiteX1" fmla="*/ 457238 w 457269"/>
                <a:gd name="connsiteY1" fmla="*/ 228167 h 1181437"/>
                <a:gd name="connsiteX2" fmla="*/ 435364 w 457269"/>
                <a:gd name="connsiteY2" fmla="*/ 461693 h 1181437"/>
                <a:gd name="connsiteX3" fmla="*/ 418147 w 457269"/>
                <a:gd name="connsiteY3" fmla="*/ 540648 h 1181437"/>
                <a:gd name="connsiteX4" fmla="*/ 417555 w 457269"/>
                <a:gd name="connsiteY4" fmla="*/ 536565 h 1181437"/>
                <a:gd name="connsiteX5" fmla="*/ 366475 w 457269"/>
                <a:gd name="connsiteY5" fmla="*/ 498476 h 1181437"/>
                <a:gd name="connsiteX6" fmla="*/ 297048 w 457269"/>
                <a:gd name="connsiteY6" fmla="*/ 494627 h 1181437"/>
                <a:gd name="connsiteX7" fmla="*/ 236305 w 457269"/>
                <a:gd name="connsiteY7" fmla="*/ 548988 h 1181437"/>
                <a:gd name="connsiteX8" fmla="*/ 201780 w 457269"/>
                <a:gd name="connsiteY8" fmla="*/ 1171738 h 1181437"/>
                <a:gd name="connsiteX9" fmla="*/ 169797 w 457269"/>
                <a:gd name="connsiteY9" fmla="*/ 1177997 h 1181437"/>
                <a:gd name="connsiteX10" fmla="*/ 35149 w 457269"/>
                <a:gd name="connsiteY10" fmla="*/ 1158784 h 1181437"/>
                <a:gd name="connsiteX11" fmla="*/ 31063 w 457269"/>
                <a:gd name="connsiteY11" fmla="*/ 176334 h 1181437"/>
                <a:gd name="connsiteX12" fmla="*/ 207398 w 457269"/>
                <a:gd name="connsiteY12" fmla="*/ 0 h 1181437"/>
                <a:gd name="connsiteX13" fmla="*/ 288514 w 457269"/>
                <a:gd name="connsiteY13" fmla="*/ 1 h 1181437"/>
                <a:gd name="connsiteX0" fmla="*/ 288514 w 457269"/>
                <a:gd name="connsiteY0" fmla="*/ 1 h 1171738"/>
                <a:gd name="connsiteX1" fmla="*/ 457238 w 457269"/>
                <a:gd name="connsiteY1" fmla="*/ 228167 h 1171738"/>
                <a:gd name="connsiteX2" fmla="*/ 435364 w 457269"/>
                <a:gd name="connsiteY2" fmla="*/ 461693 h 1171738"/>
                <a:gd name="connsiteX3" fmla="*/ 418147 w 457269"/>
                <a:gd name="connsiteY3" fmla="*/ 540648 h 1171738"/>
                <a:gd name="connsiteX4" fmla="*/ 417555 w 457269"/>
                <a:gd name="connsiteY4" fmla="*/ 536565 h 1171738"/>
                <a:gd name="connsiteX5" fmla="*/ 366475 w 457269"/>
                <a:gd name="connsiteY5" fmla="*/ 498476 h 1171738"/>
                <a:gd name="connsiteX6" fmla="*/ 297048 w 457269"/>
                <a:gd name="connsiteY6" fmla="*/ 494627 h 1171738"/>
                <a:gd name="connsiteX7" fmla="*/ 236305 w 457269"/>
                <a:gd name="connsiteY7" fmla="*/ 548988 h 1171738"/>
                <a:gd name="connsiteX8" fmla="*/ 201780 w 457269"/>
                <a:gd name="connsiteY8" fmla="*/ 1171738 h 1171738"/>
                <a:gd name="connsiteX9" fmla="*/ 35149 w 457269"/>
                <a:gd name="connsiteY9" fmla="*/ 1158784 h 1171738"/>
                <a:gd name="connsiteX10" fmla="*/ 31063 w 457269"/>
                <a:gd name="connsiteY10" fmla="*/ 176334 h 1171738"/>
                <a:gd name="connsiteX11" fmla="*/ 207398 w 457269"/>
                <a:gd name="connsiteY11" fmla="*/ 0 h 1171738"/>
                <a:gd name="connsiteX12" fmla="*/ 288514 w 457269"/>
                <a:gd name="connsiteY12" fmla="*/ 1 h 1171738"/>
                <a:gd name="connsiteX0" fmla="*/ 288514 w 457269"/>
                <a:gd name="connsiteY0" fmla="*/ 1 h 1158784"/>
                <a:gd name="connsiteX1" fmla="*/ 457238 w 457269"/>
                <a:gd name="connsiteY1" fmla="*/ 228167 h 1158784"/>
                <a:gd name="connsiteX2" fmla="*/ 435364 w 457269"/>
                <a:gd name="connsiteY2" fmla="*/ 461693 h 1158784"/>
                <a:gd name="connsiteX3" fmla="*/ 418147 w 457269"/>
                <a:gd name="connsiteY3" fmla="*/ 540648 h 1158784"/>
                <a:gd name="connsiteX4" fmla="*/ 417555 w 457269"/>
                <a:gd name="connsiteY4" fmla="*/ 536565 h 1158784"/>
                <a:gd name="connsiteX5" fmla="*/ 366475 w 457269"/>
                <a:gd name="connsiteY5" fmla="*/ 498476 h 1158784"/>
                <a:gd name="connsiteX6" fmla="*/ 297048 w 457269"/>
                <a:gd name="connsiteY6" fmla="*/ 494627 h 1158784"/>
                <a:gd name="connsiteX7" fmla="*/ 236305 w 457269"/>
                <a:gd name="connsiteY7" fmla="*/ 548988 h 1158784"/>
                <a:gd name="connsiteX8" fmla="*/ 210989 w 457269"/>
                <a:gd name="connsiteY8" fmla="*/ 1141802 h 1158784"/>
                <a:gd name="connsiteX9" fmla="*/ 35149 w 457269"/>
                <a:gd name="connsiteY9" fmla="*/ 1158784 h 1158784"/>
                <a:gd name="connsiteX10" fmla="*/ 31063 w 457269"/>
                <a:gd name="connsiteY10" fmla="*/ 176334 h 1158784"/>
                <a:gd name="connsiteX11" fmla="*/ 207398 w 457269"/>
                <a:gd name="connsiteY11" fmla="*/ 0 h 1158784"/>
                <a:gd name="connsiteX12" fmla="*/ 288514 w 457269"/>
                <a:gd name="connsiteY12" fmla="*/ 1 h 1158784"/>
                <a:gd name="connsiteX0" fmla="*/ 288514 w 457269"/>
                <a:gd name="connsiteY0" fmla="*/ 1 h 1167488"/>
                <a:gd name="connsiteX1" fmla="*/ 457238 w 457269"/>
                <a:gd name="connsiteY1" fmla="*/ 228167 h 1167488"/>
                <a:gd name="connsiteX2" fmla="*/ 435364 w 457269"/>
                <a:gd name="connsiteY2" fmla="*/ 461693 h 1167488"/>
                <a:gd name="connsiteX3" fmla="*/ 418147 w 457269"/>
                <a:gd name="connsiteY3" fmla="*/ 540648 h 1167488"/>
                <a:gd name="connsiteX4" fmla="*/ 417555 w 457269"/>
                <a:gd name="connsiteY4" fmla="*/ 536565 h 1167488"/>
                <a:gd name="connsiteX5" fmla="*/ 366475 w 457269"/>
                <a:gd name="connsiteY5" fmla="*/ 498476 h 1167488"/>
                <a:gd name="connsiteX6" fmla="*/ 297048 w 457269"/>
                <a:gd name="connsiteY6" fmla="*/ 494627 h 1167488"/>
                <a:gd name="connsiteX7" fmla="*/ 236305 w 457269"/>
                <a:gd name="connsiteY7" fmla="*/ 548988 h 1167488"/>
                <a:gd name="connsiteX8" fmla="*/ 210989 w 457269"/>
                <a:gd name="connsiteY8" fmla="*/ 1141802 h 1167488"/>
                <a:gd name="connsiteX9" fmla="*/ 35149 w 457269"/>
                <a:gd name="connsiteY9" fmla="*/ 1158784 h 1167488"/>
                <a:gd name="connsiteX10" fmla="*/ 31063 w 457269"/>
                <a:gd name="connsiteY10" fmla="*/ 176334 h 1167488"/>
                <a:gd name="connsiteX11" fmla="*/ 207398 w 457269"/>
                <a:gd name="connsiteY11" fmla="*/ 0 h 1167488"/>
                <a:gd name="connsiteX12" fmla="*/ 288514 w 457269"/>
                <a:gd name="connsiteY12" fmla="*/ 1 h 1167488"/>
                <a:gd name="connsiteX0" fmla="*/ 288514 w 457269"/>
                <a:gd name="connsiteY0" fmla="*/ 1 h 1176953"/>
                <a:gd name="connsiteX1" fmla="*/ 457238 w 457269"/>
                <a:gd name="connsiteY1" fmla="*/ 228167 h 1176953"/>
                <a:gd name="connsiteX2" fmla="*/ 435364 w 457269"/>
                <a:gd name="connsiteY2" fmla="*/ 461693 h 1176953"/>
                <a:gd name="connsiteX3" fmla="*/ 418147 w 457269"/>
                <a:gd name="connsiteY3" fmla="*/ 540648 h 1176953"/>
                <a:gd name="connsiteX4" fmla="*/ 417555 w 457269"/>
                <a:gd name="connsiteY4" fmla="*/ 536565 h 1176953"/>
                <a:gd name="connsiteX5" fmla="*/ 366475 w 457269"/>
                <a:gd name="connsiteY5" fmla="*/ 498476 h 1176953"/>
                <a:gd name="connsiteX6" fmla="*/ 297048 w 457269"/>
                <a:gd name="connsiteY6" fmla="*/ 494627 h 1176953"/>
                <a:gd name="connsiteX7" fmla="*/ 236305 w 457269"/>
                <a:gd name="connsiteY7" fmla="*/ 548988 h 1176953"/>
                <a:gd name="connsiteX8" fmla="*/ 210989 w 457269"/>
                <a:gd name="connsiteY8" fmla="*/ 1141802 h 1176953"/>
                <a:gd name="connsiteX9" fmla="*/ 35149 w 457269"/>
                <a:gd name="connsiteY9" fmla="*/ 1158784 h 1176953"/>
                <a:gd name="connsiteX10" fmla="*/ 31063 w 457269"/>
                <a:gd name="connsiteY10" fmla="*/ 176334 h 1176953"/>
                <a:gd name="connsiteX11" fmla="*/ 207398 w 457269"/>
                <a:gd name="connsiteY11" fmla="*/ 0 h 1176953"/>
                <a:gd name="connsiteX12" fmla="*/ 288514 w 457269"/>
                <a:gd name="connsiteY12" fmla="*/ 1 h 1176953"/>
                <a:gd name="connsiteX0" fmla="*/ 288514 w 457269"/>
                <a:gd name="connsiteY0" fmla="*/ 1 h 1176953"/>
                <a:gd name="connsiteX1" fmla="*/ 457238 w 457269"/>
                <a:gd name="connsiteY1" fmla="*/ 228167 h 1176953"/>
                <a:gd name="connsiteX2" fmla="*/ 435364 w 457269"/>
                <a:gd name="connsiteY2" fmla="*/ 461693 h 1176953"/>
                <a:gd name="connsiteX3" fmla="*/ 418147 w 457269"/>
                <a:gd name="connsiteY3" fmla="*/ 540648 h 1176953"/>
                <a:gd name="connsiteX4" fmla="*/ 417555 w 457269"/>
                <a:gd name="connsiteY4" fmla="*/ 536565 h 1176953"/>
                <a:gd name="connsiteX5" fmla="*/ 297048 w 457269"/>
                <a:gd name="connsiteY5" fmla="*/ 494627 h 1176953"/>
                <a:gd name="connsiteX6" fmla="*/ 236305 w 457269"/>
                <a:gd name="connsiteY6" fmla="*/ 548988 h 1176953"/>
                <a:gd name="connsiteX7" fmla="*/ 210989 w 457269"/>
                <a:gd name="connsiteY7" fmla="*/ 1141802 h 1176953"/>
                <a:gd name="connsiteX8" fmla="*/ 35149 w 457269"/>
                <a:gd name="connsiteY8" fmla="*/ 1158784 h 1176953"/>
                <a:gd name="connsiteX9" fmla="*/ 31063 w 457269"/>
                <a:gd name="connsiteY9" fmla="*/ 176334 h 1176953"/>
                <a:gd name="connsiteX10" fmla="*/ 207398 w 457269"/>
                <a:gd name="connsiteY10" fmla="*/ 0 h 1176953"/>
                <a:gd name="connsiteX11" fmla="*/ 288514 w 457269"/>
                <a:gd name="connsiteY11" fmla="*/ 1 h 1176953"/>
                <a:gd name="connsiteX0" fmla="*/ 288514 w 457269"/>
                <a:gd name="connsiteY0" fmla="*/ 1 h 1176953"/>
                <a:gd name="connsiteX1" fmla="*/ 457238 w 457269"/>
                <a:gd name="connsiteY1" fmla="*/ 228167 h 1176953"/>
                <a:gd name="connsiteX2" fmla="*/ 435364 w 457269"/>
                <a:gd name="connsiteY2" fmla="*/ 461693 h 1176953"/>
                <a:gd name="connsiteX3" fmla="*/ 418147 w 457269"/>
                <a:gd name="connsiteY3" fmla="*/ 540648 h 1176953"/>
                <a:gd name="connsiteX4" fmla="*/ 417555 w 457269"/>
                <a:gd name="connsiteY4" fmla="*/ 536565 h 1176953"/>
                <a:gd name="connsiteX5" fmla="*/ 297048 w 457269"/>
                <a:gd name="connsiteY5" fmla="*/ 494627 h 1176953"/>
                <a:gd name="connsiteX6" fmla="*/ 236305 w 457269"/>
                <a:gd name="connsiteY6" fmla="*/ 548988 h 1176953"/>
                <a:gd name="connsiteX7" fmla="*/ 210989 w 457269"/>
                <a:gd name="connsiteY7" fmla="*/ 1141802 h 1176953"/>
                <a:gd name="connsiteX8" fmla="*/ 35149 w 457269"/>
                <a:gd name="connsiteY8" fmla="*/ 1158784 h 1176953"/>
                <a:gd name="connsiteX9" fmla="*/ 31063 w 457269"/>
                <a:gd name="connsiteY9" fmla="*/ 176334 h 1176953"/>
                <a:gd name="connsiteX10" fmla="*/ 207398 w 457269"/>
                <a:gd name="connsiteY10" fmla="*/ 0 h 1176953"/>
                <a:gd name="connsiteX11" fmla="*/ 288514 w 457269"/>
                <a:gd name="connsiteY11" fmla="*/ 1 h 1176953"/>
                <a:gd name="connsiteX0" fmla="*/ 288514 w 457269"/>
                <a:gd name="connsiteY0" fmla="*/ 1 h 1176953"/>
                <a:gd name="connsiteX1" fmla="*/ 457238 w 457269"/>
                <a:gd name="connsiteY1" fmla="*/ 228167 h 1176953"/>
                <a:gd name="connsiteX2" fmla="*/ 435364 w 457269"/>
                <a:gd name="connsiteY2" fmla="*/ 461693 h 1176953"/>
                <a:gd name="connsiteX3" fmla="*/ 418147 w 457269"/>
                <a:gd name="connsiteY3" fmla="*/ 540648 h 1176953"/>
                <a:gd name="connsiteX4" fmla="*/ 297048 w 457269"/>
                <a:gd name="connsiteY4" fmla="*/ 494627 h 1176953"/>
                <a:gd name="connsiteX5" fmla="*/ 236305 w 457269"/>
                <a:gd name="connsiteY5" fmla="*/ 548988 h 1176953"/>
                <a:gd name="connsiteX6" fmla="*/ 210989 w 457269"/>
                <a:gd name="connsiteY6" fmla="*/ 1141802 h 1176953"/>
                <a:gd name="connsiteX7" fmla="*/ 35149 w 457269"/>
                <a:gd name="connsiteY7" fmla="*/ 1158784 h 1176953"/>
                <a:gd name="connsiteX8" fmla="*/ 31063 w 457269"/>
                <a:gd name="connsiteY8" fmla="*/ 176334 h 1176953"/>
                <a:gd name="connsiteX9" fmla="*/ 207398 w 457269"/>
                <a:gd name="connsiteY9" fmla="*/ 0 h 1176953"/>
                <a:gd name="connsiteX10" fmla="*/ 288514 w 457269"/>
                <a:gd name="connsiteY10" fmla="*/ 1 h 117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7269" h="1176953">
                  <a:moveTo>
                    <a:pt x="288514" y="1"/>
                  </a:moveTo>
                  <a:cubicBezTo>
                    <a:pt x="385901" y="1"/>
                    <a:pt x="457238" y="130779"/>
                    <a:pt x="457238" y="228167"/>
                  </a:cubicBezTo>
                  <a:cubicBezTo>
                    <a:pt x="457872" y="306671"/>
                    <a:pt x="448996" y="384381"/>
                    <a:pt x="435364" y="461693"/>
                  </a:cubicBezTo>
                  <a:lnTo>
                    <a:pt x="418147" y="540648"/>
                  </a:lnTo>
                  <a:cubicBezTo>
                    <a:pt x="395094" y="546137"/>
                    <a:pt x="327355" y="493237"/>
                    <a:pt x="297048" y="494627"/>
                  </a:cubicBezTo>
                  <a:cubicBezTo>
                    <a:pt x="265263" y="492864"/>
                    <a:pt x="238067" y="517203"/>
                    <a:pt x="236305" y="548988"/>
                  </a:cubicBezTo>
                  <a:lnTo>
                    <a:pt x="210989" y="1141802"/>
                  </a:lnTo>
                  <a:cubicBezTo>
                    <a:pt x="138735" y="1191189"/>
                    <a:pt x="82543" y="1180357"/>
                    <a:pt x="35149" y="1158784"/>
                  </a:cubicBezTo>
                  <a:cubicBezTo>
                    <a:pt x="-41477" y="874001"/>
                    <a:pt x="31063" y="507629"/>
                    <a:pt x="31063" y="176334"/>
                  </a:cubicBezTo>
                  <a:cubicBezTo>
                    <a:pt x="31063" y="78947"/>
                    <a:pt x="110011" y="0"/>
                    <a:pt x="207398" y="0"/>
                  </a:cubicBezTo>
                  <a:lnTo>
                    <a:pt x="288514" y="1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F7A133B-6EB1-0CE7-B612-307922A230E4}"/>
              </a:ext>
            </a:extLst>
          </p:cNvPr>
          <p:cNvGrpSpPr/>
          <p:nvPr/>
        </p:nvGrpSpPr>
        <p:grpSpPr>
          <a:xfrm>
            <a:off x="5650686" y="1283151"/>
            <a:ext cx="5458515" cy="6129930"/>
            <a:chOff x="2029985" y="948518"/>
            <a:chExt cx="5458515" cy="6129930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FD498B1-ED80-0BA4-8824-9EC9E40AE02A}"/>
                </a:ext>
              </a:extLst>
            </p:cNvPr>
            <p:cNvSpPr/>
            <p:nvPr/>
          </p:nvSpPr>
          <p:spPr>
            <a:xfrm rot="20173001">
              <a:off x="5112666" y="4704105"/>
              <a:ext cx="1882847" cy="1343611"/>
            </a:xfrm>
            <a:custGeom>
              <a:avLst/>
              <a:gdLst>
                <a:gd name="connsiteX0" fmla="*/ 104186 w 3185088"/>
                <a:gd name="connsiteY0" fmla="*/ 1469605 h 1817590"/>
                <a:gd name="connsiteX1" fmla="*/ 3185087 w 3185088"/>
                <a:gd name="connsiteY1" fmla="*/ 0 h 1817590"/>
                <a:gd name="connsiteX2" fmla="*/ 3185088 w 3185088"/>
                <a:gd name="connsiteY2" fmla="*/ 405241 h 1817590"/>
                <a:gd name="connsiteX3" fmla="*/ 261657 w 3185088"/>
                <a:gd name="connsiteY3" fmla="*/ 1799731 h 1817590"/>
                <a:gd name="connsiteX4" fmla="*/ 17859 w 3185088"/>
                <a:gd name="connsiteY4" fmla="*/ 1713404 h 1817590"/>
                <a:gd name="connsiteX5" fmla="*/ 104186 w 3185088"/>
                <a:gd name="connsiteY5" fmla="*/ 1469605 h 1817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85088" h="1817590">
                  <a:moveTo>
                    <a:pt x="104186" y="1469605"/>
                  </a:moveTo>
                  <a:lnTo>
                    <a:pt x="3185087" y="0"/>
                  </a:lnTo>
                  <a:lnTo>
                    <a:pt x="3185088" y="405241"/>
                  </a:lnTo>
                  <a:lnTo>
                    <a:pt x="261657" y="1799731"/>
                  </a:lnTo>
                  <a:cubicBezTo>
                    <a:pt x="170496" y="1843216"/>
                    <a:pt x="61343" y="1804566"/>
                    <a:pt x="17859" y="1713404"/>
                  </a:cubicBezTo>
                  <a:cubicBezTo>
                    <a:pt x="-25626" y="1622242"/>
                    <a:pt x="13024" y="1513090"/>
                    <a:pt x="104186" y="1469605"/>
                  </a:cubicBezTo>
                  <a:close/>
                </a:path>
              </a:pathLst>
            </a:custGeom>
            <a:solidFill>
              <a:srgbClr val="98DD3E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5AE2CB3-9368-131C-5956-47AC1C6DCE9A}"/>
                </a:ext>
              </a:extLst>
            </p:cNvPr>
            <p:cNvSpPr/>
            <p:nvPr/>
          </p:nvSpPr>
          <p:spPr>
            <a:xfrm>
              <a:off x="2029985" y="5658305"/>
              <a:ext cx="1124344" cy="1124344"/>
            </a:xfrm>
            <a:custGeom>
              <a:avLst/>
              <a:gdLst>
                <a:gd name="connsiteX0" fmla="*/ 562172 w 1124344"/>
                <a:gd name="connsiteY0" fmla="*/ 0 h 1124344"/>
                <a:gd name="connsiteX1" fmla="*/ 1124344 w 1124344"/>
                <a:gd name="connsiteY1" fmla="*/ 562172 h 1124344"/>
                <a:gd name="connsiteX2" fmla="*/ 562172 w 1124344"/>
                <a:gd name="connsiteY2" fmla="*/ 1124344 h 1124344"/>
                <a:gd name="connsiteX3" fmla="*/ 0 w 1124344"/>
                <a:gd name="connsiteY3" fmla="*/ 562172 h 1124344"/>
                <a:gd name="connsiteX4" fmla="*/ 562172 w 1124344"/>
                <a:gd name="connsiteY4" fmla="*/ 0 h 1124344"/>
                <a:gd name="connsiteX5" fmla="*/ 549970 w 1124344"/>
                <a:gd name="connsiteY5" fmla="*/ 232462 h 1124344"/>
                <a:gd name="connsiteX6" fmla="*/ 209494 w 1124344"/>
                <a:gd name="connsiteY6" fmla="*/ 568441 h 1124344"/>
                <a:gd name="connsiteX7" fmla="*/ 549970 w 1124344"/>
                <a:gd name="connsiteY7" fmla="*/ 904420 h 1124344"/>
                <a:gd name="connsiteX8" fmla="*/ 890446 w 1124344"/>
                <a:gd name="connsiteY8" fmla="*/ 568441 h 1124344"/>
                <a:gd name="connsiteX9" fmla="*/ 549970 w 1124344"/>
                <a:gd name="connsiteY9" fmla="*/ 232462 h 112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24344" h="1124344">
                  <a:moveTo>
                    <a:pt x="562172" y="0"/>
                  </a:moveTo>
                  <a:cubicBezTo>
                    <a:pt x="872651" y="0"/>
                    <a:pt x="1124344" y="251693"/>
                    <a:pt x="1124344" y="562172"/>
                  </a:cubicBezTo>
                  <a:cubicBezTo>
                    <a:pt x="1124344" y="872651"/>
                    <a:pt x="872651" y="1124344"/>
                    <a:pt x="562172" y="1124344"/>
                  </a:cubicBezTo>
                  <a:cubicBezTo>
                    <a:pt x="251693" y="1124344"/>
                    <a:pt x="0" y="872651"/>
                    <a:pt x="0" y="562172"/>
                  </a:cubicBezTo>
                  <a:cubicBezTo>
                    <a:pt x="0" y="251693"/>
                    <a:pt x="251693" y="0"/>
                    <a:pt x="562172" y="0"/>
                  </a:cubicBezTo>
                  <a:close/>
                  <a:moveTo>
                    <a:pt x="549970" y="232462"/>
                  </a:moveTo>
                  <a:cubicBezTo>
                    <a:pt x="361930" y="232462"/>
                    <a:pt x="209494" y="382885"/>
                    <a:pt x="209494" y="568441"/>
                  </a:cubicBezTo>
                  <a:cubicBezTo>
                    <a:pt x="209494" y="753997"/>
                    <a:pt x="361930" y="904420"/>
                    <a:pt x="549970" y="904420"/>
                  </a:cubicBezTo>
                  <a:cubicBezTo>
                    <a:pt x="738010" y="904420"/>
                    <a:pt x="890446" y="753997"/>
                    <a:pt x="890446" y="568441"/>
                  </a:cubicBezTo>
                  <a:cubicBezTo>
                    <a:pt x="890446" y="382885"/>
                    <a:pt x="738010" y="232462"/>
                    <a:pt x="549970" y="232462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60D1122-537C-DBEC-D599-CCEB0C386134}"/>
                </a:ext>
              </a:extLst>
            </p:cNvPr>
            <p:cNvSpPr/>
            <p:nvPr/>
          </p:nvSpPr>
          <p:spPr>
            <a:xfrm rot="1530082">
              <a:off x="2607725" y="5260858"/>
              <a:ext cx="3185088" cy="1817590"/>
            </a:xfrm>
            <a:custGeom>
              <a:avLst/>
              <a:gdLst>
                <a:gd name="connsiteX0" fmla="*/ 104186 w 3185088"/>
                <a:gd name="connsiteY0" fmla="*/ 1469605 h 1817590"/>
                <a:gd name="connsiteX1" fmla="*/ 3185087 w 3185088"/>
                <a:gd name="connsiteY1" fmla="*/ 0 h 1817590"/>
                <a:gd name="connsiteX2" fmla="*/ 3185088 w 3185088"/>
                <a:gd name="connsiteY2" fmla="*/ 405241 h 1817590"/>
                <a:gd name="connsiteX3" fmla="*/ 261657 w 3185088"/>
                <a:gd name="connsiteY3" fmla="*/ 1799731 h 1817590"/>
                <a:gd name="connsiteX4" fmla="*/ 17859 w 3185088"/>
                <a:gd name="connsiteY4" fmla="*/ 1713404 h 1817590"/>
                <a:gd name="connsiteX5" fmla="*/ 104186 w 3185088"/>
                <a:gd name="connsiteY5" fmla="*/ 1469605 h 1817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85088" h="1817590">
                  <a:moveTo>
                    <a:pt x="104186" y="1469605"/>
                  </a:moveTo>
                  <a:lnTo>
                    <a:pt x="3185087" y="0"/>
                  </a:lnTo>
                  <a:lnTo>
                    <a:pt x="3185088" y="405241"/>
                  </a:lnTo>
                  <a:lnTo>
                    <a:pt x="261657" y="1799731"/>
                  </a:lnTo>
                  <a:cubicBezTo>
                    <a:pt x="170496" y="1843216"/>
                    <a:pt x="61343" y="1804566"/>
                    <a:pt x="17859" y="1713404"/>
                  </a:cubicBezTo>
                  <a:cubicBezTo>
                    <a:pt x="-25626" y="1622242"/>
                    <a:pt x="13024" y="1513090"/>
                    <a:pt x="104186" y="1469605"/>
                  </a:cubicBezTo>
                  <a:close/>
                </a:path>
              </a:pathLst>
            </a:custGeom>
            <a:solidFill>
              <a:srgbClr val="98DD3E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Rectangle 11">
              <a:extLst>
                <a:ext uri="{FF2B5EF4-FFF2-40B4-BE49-F238E27FC236}">
                  <a16:creationId xmlns:a16="http://schemas.microsoft.com/office/drawing/2014/main" id="{E2B97855-F674-E38E-30D0-8AE37F3C5110}"/>
                </a:ext>
              </a:extLst>
            </p:cNvPr>
            <p:cNvSpPr/>
            <p:nvPr/>
          </p:nvSpPr>
          <p:spPr>
            <a:xfrm>
              <a:off x="6207121" y="1120777"/>
              <a:ext cx="514989" cy="2874010"/>
            </a:xfrm>
            <a:custGeom>
              <a:avLst/>
              <a:gdLst>
                <a:gd name="connsiteX0" fmla="*/ 0 w 102753"/>
                <a:gd name="connsiteY0" fmla="*/ 0 h 390525"/>
                <a:gd name="connsiteX1" fmla="*/ 102753 w 102753"/>
                <a:gd name="connsiteY1" fmla="*/ 0 h 390525"/>
                <a:gd name="connsiteX2" fmla="*/ 102753 w 102753"/>
                <a:gd name="connsiteY2" fmla="*/ 390525 h 390525"/>
                <a:gd name="connsiteX3" fmla="*/ 0 w 102753"/>
                <a:gd name="connsiteY3" fmla="*/ 390525 h 390525"/>
                <a:gd name="connsiteX4" fmla="*/ 0 w 102753"/>
                <a:gd name="connsiteY4" fmla="*/ 0 h 390525"/>
                <a:gd name="connsiteX0" fmla="*/ 0 w 258328"/>
                <a:gd name="connsiteY0" fmla="*/ 133350 h 523875"/>
                <a:gd name="connsiteX1" fmla="*/ 258328 w 258328"/>
                <a:gd name="connsiteY1" fmla="*/ 0 h 523875"/>
                <a:gd name="connsiteX2" fmla="*/ 102753 w 258328"/>
                <a:gd name="connsiteY2" fmla="*/ 523875 h 523875"/>
                <a:gd name="connsiteX3" fmla="*/ 0 w 258328"/>
                <a:gd name="connsiteY3" fmla="*/ 523875 h 523875"/>
                <a:gd name="connsiteX4" fmla="*/ 0 w 258328"/>
                <a:gd name="connsiteY4" fmla="*/ 133350 h 523875"/>
                <a:gd name="connsiteX0" fmla="*/ 6350 w 258328"/>
                <a:gd name="connsiteY0" fmla="*/ 0 h 533400"/>
                <a:gd name="connsiteX1" fmla="*/ 258328 w 258328"/>
                <a:gd name="connsiteY1" fmla="*/ 9525 h 533400"/>
                <a:gd name="connsiteX2" fmla="*/ 102753 w 258328"/>
                <a:gd name="connsiteY2" fmla="*/ 533400 h 533400"/>
                <a:gd name="connsiteX3" fmla="*/ 0 w 258328"/>
                <a:gd name="connsiteY3" fmla="*/ 533400 h 533400"/>
                <a:gd name="connsiteX4" fmla="*/ 6350 w 258328"/>
                <a:gd name="connsiteY4" fmla="*/ 0 h 533400"/>
                <a:gd name="connsiteX0" fmla="*/ 113157 w 365135"/>
                <a:gd name="connsiteY0" fmla="*/ 0 h 533400"/>
                <a:gd name="connsiteX1" fmla="*/ 365135 w 365135"/>
                <a:gd name="connsiteY1" fmla="*/ 9525 h 533400"/>
                <a:gd name="connsiteX2" fmla="*/ 209560 w 365135"/>
                <a:gd name="connsiteY2" fmla="*/ 533400 h 533400"/>
                <a:gd name="connsiteX3" fmla="*/ 106807 w 365135"/>
                <a:gd name="connsiteY3" fmla="*/ 533400 h 533400"/>
                <a:gd name="connsiteX4" fmla="*/ 9 w 365135"/>
                <a:gd name="connsiteY4" fmla="*/ 301625 h 533400"/>
                <a:gd name="connsiteX5" fmla="*/ 113157 w 365135"/>
                <a:gd name="connsiteY5" fmla="*/ 0 h 533400"/>
                <a:gd name="connsiteX0" fmla="*/ 113157 w 365135"/>
                <a:gd name="connsiteY0" fmla="*/ 0 h 533400"/>
                <a:gd name="connsiteX1" fmla="*/ 365135 w 365135"/>
                <a:gd name="connsiteY1" fmla="*/ 9525 h 533400"/>
                <a:gd name="connsiteX2" fmla="*/ 187335 w 365135"/>
                <a:gd name="connsiteY2" fmla="*/ 342900 h 533400"/>
                <a:gd name="connsiteX3" fmla="*/ 209560 w 365135"/>
                <a:gd name="connsiteY3" fmla="*/ 533400 h 533400"/>
                <a:gd name="connsiteX4" fmla="*/ 106807 w 365135"/>
                <a:gd name="connsiteY4" fmla="*/ 533400 h 533400"/>
                <a:gd name="connsiteX5" fmla="*/ 9 w 365135"/>
                <a:gd name="connsiteY5" fmla="*/ 301625 h 533400"/>
                <a:gd name="connsiteX6" fmla="*/ 113157 w 365135"/>
                <a:gd name="connsiteY6" fmla="*/ 0 h 533400"/>
                <a:gd name="connsiteX0" fmla="*/ 160782 w 365135"/>
                <a:gd name="connsiteY0" fmla="*/ 12700 h 523875"/>
                <a:gd name="connsiteX1" fmla="*/ 365135 w 365135"/>
                <a:gd name="connsiteY1" fmla="*/ 0 h 523875"/>
                <a:gd name="connsiteX2" fmla="*/ 187335 w 365135"/>
                <a:gd name="connsiteY2" fmla="*/ 333375 h 523875"/>
                <a:gd name="connsiteX3" fmla="*/ 209560 w 365135"/>
                <a:gd name="connsiteY3" fmla="*/ 523875 h 523875"/>
                <a:gd name="connsiteX4" fmla="*/ 106807 w 365135"/>
                <a:gd name="connsiteY4" fmla="*/ 523875 h 523875"/>
                <a:gd name="connsiteX5" fmla="*/ 9 w 365135"/>
                <a:gd name="connsiteY5" fmla="*/ 292100 h 523875"/>
                <a:gd name="connsiteX6" fmla="*/ 160782 w 365135"/>
                <a:gd name="connsiteY6" fmla="*/ 12700 h 523875"/>
                <a:gd name="connsiteX0" fmla="*/ 160783 w 365136"/>
                <a:gd name="connsiteY0" fmla="*/ 12700 h 723900"/>
                <a:gd name="connsiteX1" fmla="*/ 365136 w 365136"/>
                <a:gd name="connsiteY1" fmla="*/ 0 h 723900"/>
                <a:gd name="connsiteX2" fmla="*/ 187336 w 365136"/>
                <a:gd name="connsiteY2" fmla="*/ 333375 h 723900"/>
                <a:gd name="connsiteX3" fmla="*/ 209561 w 365136"/>
                <a:gd name="connsiteY3" fmla="*/ 523875 h 723900"/>
                <a:gd name="connsiteX4" fmla="*/ 97283 w 365136"/>
                <a:gd name="connsiteY4" fmla="*/ 723900 h 723900"/>
                <a:gd name="connsiteX5" fmla="*/ 10 w 365136"/>
                <a:gd name="connsiteY5" fmla="*/ 292100 h 723900"/>
                <a:gd name="connsiteX6" fmla="*/ 160783 w 365136"/>
                <a:gd name="connsiteY6" fmla="*/ 12700 h 723900"/>
                <a:gd name="connsiteX0" fmla="*/ 160778 w 365131"/>
                <a:gd name="connsiteY0" fmla="*/ 12700 h 1767840"/>
                <a:gd name="connsiteX1" fmla="*/ 365131 w 365131"/>
                <a:gd name="connsiteY1" fmla="*/ 0 h 1767840"/>
                <a:gd name="connsiteX2" fmla="*/ 187331 w 365131"/>
                <a:gd name="connsiteY2" fmla="*/ 333375 h 1767840"/>
                <a:gd name="connsiteX3" fmla="*/ 209556 w 365131"/>
                <a:gd name="connsiteY3" fmla="*/ 523875 h 1767840"/>
                <a:gd name="connsiteX4" fmla="*/ 211578 w 365131"/>
                <a:gd name="connsiteY4" fmla="*/ 1767840 h 1767840"/>
                <a:gd name="connsiteX5" fmla="*/ 5 w 365131"/>
                <a:gd name="connsiteY5" fmla="*/ 292100 h 1767840"/>
                <a:gd name="connsiteX6" fmla="*/ 160778 w 365131"/>
                <a:gd name="connsiteY6" fmla="*/ 12700 h 1767840"/>
                <a:gd name="connsiteX0" fmla="*/ 160778 w 422916"/>
                <a:gd name="connsiteY0" fmla="*/ 12700 h 2238375"/>
                <a:gd name="connsiteX1" fmla="*/ 365131 w 422916"/>
                <a:gd name="connsiteY1" fmla="*/ 0 h 2238375"/>
                <a:gd name="connsiteX2" fmla="*/ 187331 w 422916"/>
                <a:gd name="connsiteY2" fmla="*/ 333375 h 2238375"/>
                <a:gd name="connsiteX3" fmla="*/ 422916 w 422916"/>
                <a:gd name="connsiteY3" fmla="*/ 2238375 h 2238375"/>
                <a:gd name="connsiteX4" fmla="*/ 211578 w 422916"/>
                <a:gd name="connsiteY4" fmla="*/ 1767840 h 2238375"/>
                <a:gd name="connsiteX5" fmla="*/ 5 w 422916"/>
                <a:gd name="connsiteY5" fmla="*/ 292100 h 2238375"/>
                <a:gd name="connsiteX6" fmla="*/ 160778 w 422916"/>
                <a:gd name="connsiteY6" fmla="*/ 12700 h 2238375"/>
                <a:gd name="connsiteX0" fmla="*/ 160776 w 422914"/>
                <a:gd name="connsiteY0" fmla="*/ 12700 h 2423160"/>
                <a:gd name="connsiteX1" fmla="*/ 365129 w 422914"/>
                <a:gd name="connsiteY1" fmla="*/ 0 h 2423160"/>
                <a:gd name="connsiteX2" fmla="*/ 187329 w 422914"/>
                <a:gd name="connsiteY2" fmla="*/ 333375 h 2423160"/>
                <a:gd name="connsiteX3" fmla="*/ 422914 w 422914"/>
                <a:gd name="connsiteY3" fmla="*/ 2238375 h 2423160"/>
                <a:gd name="connsiteX4" fmla="*/ 356356 w 422914"/>
                <a:gd name="connsiteY4" fmla="*/ 2423160 h 2423160"/>
                <a:gd name="connsiteX5" fmla="*/ 3 w 422914"/>
                <a:gd name="connsiteY5" fmla="*/ 292100 h 2423160"/>
                <a:gd name="connsiteX6" fmla="*/ 160776 w 422914"/>
                <a:gd name="connsiteY6" fmla="*/ 12700 h 2423160"/>
                <a:gd name="connsiteX0" fmla="*/ 160776 w 422914"/>
                <a:gd name="connsiteY0" fmla="*/ 12700 h 2880360"/>
                <a:gd name="connsiteX1" fmla="*/ 365129 w 422914"/>
                <a:gd name="connsiteY1" fmla="*/ 0 h 2880360"/>
                <a:gd name="connsiteX2" fmla="*/ 187329 w 422914"/>
                <a:gd name="connsiteY2" fmla="*/ 333375 h 2880360"/>
                <a:gd name="connsiteX3" fmla="*/ 422914 w 422914"/>
                <a:gd name="connsiteY3" fmla="*/ 2238375 h 2880360"/>
                <a:gd name="connsiteX4" fmla="*/ 381756 w 422914"/>
                <a:gd name="connsiteY4" fmla="*/ 2880360 h 2880360"/>
                <a:gd name="connsiteX5" fmla="*/ 3 w 422914"/>
                <a:gd name="connsiteY5" fmla="*/ 292100 h 2880360"/>
                <a:gd name="connsiteX6" fmla="*/ 160776 w 422914"/>
                <a:gd name="connsiteY6" fmla="*/ 12700 h 2880360"/>
                <a:gd name="connsiteX0" fmla="*/ 160776 w 518164"/>
                <a:gd name="connsiteY0" fmla="*/ 12700 h 2880360"/>
                <a:gd name="connsiteX1" fmla="*/ 365129 w 518164"/>
                <a:gd name="connsiteY1" fmla="*/ 0 h 2880360"/>
                <a:gd name="connsiteX2" fmla="*/ 187329 w 518164"/>
                <a:gd name="connsiteY2" fmla="*/ 333375 h 2880360"/>
                <a:gd name="connsiteX3" fmla="*/ 518164 w 518164"/>
                <a:gd name="connsiteY3" fmla="*/ 2835275 h 2880360"/>
                <a:gd name="connsiteX4" fmla="*/ 381756 w 518164"/>
                <a:gd name="connsiteY4" fmla="*/ 2880360 h 2880360"/>
                <a:gd name="connsiteX5" fmla="*/ 3 w 518164"/>
                <a:gd name="connsiteY5" fmla="*/ 292100 h 2880360"/>
                <a:gd name="connsiteX6" fmla="*/ 160776 w 518164"/>
                <a:gd name="connsiteY6" fmla="*/ 12700 h 2880360"/>
                <a:gd name="connsiteX0" fmla="*/ 160776 w 518164"/>
                <a:gd name="connsiteY0" fmla="*/ 12700 h 2874010"/>
                <a:gd name="connsiteX1" fmla="*/ 365129 w 518164"/>
                <a:gd name="connsiteY1" fmla="*/ 0 h 2874010"/>
                <a:gd name="connsiteX2" fmla="*/ 187329 w 518164"/>
                <a:gd name="connsiteY2" fmla="*/ 333375 h 2874010"/>
                <a:gd name="connsiteX3" fmla="*/ 518164 w 518164"/>
                <a:gd name="connsiteY3" fmla="*/ 2835275 h 2874010"/>
                <a:gd name="connsiteX4" fmla="*/ 340481 w 518164"/>
                <a:gd name="connsiteY4" fmla="*/ 2874010 h 2874010"/>
                <a:gd name="connsiteX5" fmla="*/ 3 w 518164"/>
                <a:gd name="connsiteY5" fmla="*/ 292100 h 2874010"/>
                <a:gd name="connsiteX6" fmla="*/ 160776 w 518164"/>
                <a:gd name="connsiteY6" fmla="*/ 12700 h 2874010"/>
                <a:gd name="connsiteX0" fmla="*/ 160776 w 514989"/>
                <a:gd name="connsiteY0" fmla="*/ 12700 h 2874010"/>
                <a:gd name="connsiteX1" fmla="*/ 365129 w 514989"/>
                <a:gd name="connsiteY1" fmla="*/ 0 h 2874010"/>
                <a:gd name="connsiteX2" fmla="*/ 187329 w 514989"/>
                <a:gd name="connsiteY2" fmla="*/ 333375 h 2874010"/>
                <a:gd name="connsiteX3" fmla="*/ 514989 w 514989"/>
                <a:gd name="connsiteY3" fmla="*/ 2847975 h 2874010"/>
                <a:gd name="connsiteX4" fmla="*/ 340481 w 514989"/>
                <a:gd name="connsiteY4" fmla="*/ 2874010 h 2874010"/>
                <a:gd name="connsiteX5" fmla="*/ 3 w 514989"/>
                <a:gd name="connsiteY5" fmla="*/ 292100 h 2874010"/>
                <a:gd name="connsiteX6" fmla="*/ 160776 w 514989"/>
                <a:gd name="connsiteY6" fmla="*/ 12700 h 2874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4989" h="2874010">
                  <a:moveTo>
                    <a:pt x="160776" y="12700"/>
                  </a:moveTo>
                  <a:lnTo>
                    <a:pt x="365129" y="0"/>
                  </a:lnTo>
                  <a:cubicBezTo>
                    <a:pt x="334437" y="102658"/>
                    <a:pt x="218021" y="230717"/>
                    <a:pt x="187329" y="333375"/>
                  </a:cubicBezTo>
                  <a:lnTo>
                    <a:pt x="514989" y="2847975"/>
                  </a:lnTo>
                  <a:lnTo>
                    <a:pt x="340481" y="2874010"/>
                  </a:lnTo>
                  <a:cubicBezTo>
                    <a:pt x="324077" y="2824798"/>
                    <a:pt x="-1055" y="381000"/>
                    <a:pt x="3" y="292100"/>
                  </a:cubicBezTo>
                  <a:cubicBezTo>
                    <a:pt x="1061" y="203200"/>
                    <a:pt x="118443" y="50800"/>
                    <a:pt x="160776" y="12700"/>
                  </a:cubicBezTo>
                  <a:close/>
                </a:path>
              </a:pathLst>
            </a:custGeom>
            <a:solidFill>
              <a:srgbClr val="98DD3E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Cylinder 34">
              <a:extLst>
                <a:ext uri="{FF2B5EF4-FFF2-40B4-BE49-F238E27FC236}">
                  <a16:creationId xmlns:a16="http://schemas.microsoft.com/office/drawing/2014/main" id="{51450612-0D07-A9E1-3BA9-B05425F45944}"/>
                </a:ext>
              </a:extLst>
            </p:cNvPr>
            <p:cNvSpPr/>
            <p:nvPr/>
          </p:nvSpPr>
          <p:spPr>
            <a:xfrm rot="16200000">
              <a:off x="6931573" y="704039"/>
              <a:ext cx="312447" cy="801406"/>
            </a:xfrm>
            <a:prstGeom prst="can">
              <a:avLst>
                <a:gd name="adj" fmla="val 85001"/>
              </a:avLst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Cylinder 35">
              <a:extLst>
                <a:ext uri="{FF2B5EF4-FFF2-40B4-BE49-F238E27FC236}">
                  <a16:creationId xmlns:a16="http://schemas.microsoft.com/office/drawing/2014/main" id="{C370292C-13A1-AFDB-27E3-67044E526591}"/>
                </a:ext>
              </a:extLst>
            </p:cNvPr>
            <p:cNvSpPr/>
            <p:nvPr/>
          </p:nvSpPr>
          <p:spPr>
            <a:xfrm rot="16200000">
              <a:off x="6668191" y="971095"/>
              <a:ext cx="312446" cy="267295"/>
            </a:xfrm>
            <a:prstGeom prst="can">
              <a:avLst>
                <a:gd name="adj" fmla="val 50000"/>
              </a:avLst>
            </a:prstGeom>
            <a:solidFill>
              <a:srgbClr val="98DD3E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Cylinder 36">
              <a:extLst>
                <a:ext uri="{FF2B5EF4-FFF2-40B4-BE49-F238E27FC236}">
                  <a16:creationId xmlns:a16="http://schemas.microsoft.com/office/drawing/2014/main" id="{C0C6CF81-2345-038E-F8E7-8FBE2B1E2C34}"/>
                </a:ext>
              </a:extLst>
            </p:cNvPr>
            <p:cNvSpPr/>
            <p:nvPr/>
          </p:nvSpPr>
          <p:spPr>
            <a:xfrm rot="16017771">
              <a:off x="6313749" y="734516"/>
              <a:ext cx="181920" cy="762638"/>
            </a:xfrm>
            <a:prstGeom prst="can">
              <a:avLst>
                <a:gd name="adj" fmla="val 71230"/>
              </a:avLst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Cylinder 37">
              <a:extLst>
                <a:ext uri="{FF2B5EF4-FFF2-40B4-BE49-F238E27FC236}">
                  <a16:creationId xmlns:a16="http://schemas.microsoft.com/office/drawing/2014/main" id="{845B32C0-28DC-147C-D76E-E482E8FE79A5}"/>
                </a:ext>
              </a:extLst>
            </p:cNvPr>
            <p:cNvSpPr/>
            <p:nvPr/>
          </p:nvSpPr>
          <p:spPr>
            <a:xfrm rot="21129017">
              <a:off x="6603466" y="4060195"/>
              <a:ext cx="249240" cy="1297407"/>
            </a:xfrm>
            <a:prstGeom prst="can">
              <a:avLst>
                <a:gd name="adj" fmla="val 2285"/>
              </a:avLst>
            </a:prstGeom>
            <a:solidFill>
              <a:srgbClr val="98DD3E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Cylinder 38">
              <a:extLst>
                <a:ext uri="{FF2B5EF4-FFF2-40B4-BE49-F238E27FC236}">
                  <a16:creationId xmlns:a16="http://schemas.microsoft.com/office/drawing/2014/main" id="{62FD3EA0-6611-195F-0651-AD8B57E2C2B9}"/>
                </a:ext>
              </a:extLst>
            </p:cNvPr>
            <p:cNvSpPr/>
            <p:nvPr/>
          </p:nvSpPr>
          <p:spPr>
            <a:xfrm rot="21129017">
              <a:off x="6502409" y="3906819"/>
              <a:ext cx="249240" cy="149278"/>
            </a:xfrm>
            <a:prstGeom prst="can">
              <a:avLst>
                <a:gd name="adj" fmla="val 2285"/>
              </a:avLst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Cylinder 39">
              <a:extLst>
                <a:ext uri="{FF2B5EF4-FFF2-40B4-BE49-F238E27FC236}">
                  <a16:creationId xmlns:a16="http://schemas.microsoft.com/office/drawing/2014/main" id="{8E8EEFA9-99EE-DE5B-1361-4953E5811701}"/>
                </a:ext>
              </a:extLst>
            </p:cNvPr>
            <p:cNvSpPr/>
            <p:nvPr/>
          </p:nvSpPr>
          <p:spPr>
            <a:xfrm rot="16200000">
              <a:off x="5797612" y="921137"/>
              <a:ext cx="322788" cy="419098"/>
            </a:xfrm>
            <a:prstGeom prst="can">
              <a:avLst>
                <a:gd name="adj" fmla="val 71230"/>
              </a:avLst>
            </a:prstGeom>
            <a:solidFill>
              <a:srgbClr val="98DD3E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Cylinder 40">
              <a:extLst>
                <a:ext uri="{FF2B5EF4-FFF2-40B4-BE49-F238E27FC236}">
                  <a16:creationId xmlns:a16="http://schemas.microsoft.com/office/drawing/2014/main" id="{71239E29-D78F-437F-BFF5-47BC1F11CD91}"/>
                </a:ext>
              </a:extLst>
            </p:cNvPr>
            <p:cNvSpPr/>
            <p:nvPr/>
          </p:nvSpPr>
          <p:spPr>
            <a:xfrm rot="16200000">
              <a:off x="5540587" y="749368"/>
              <a:ext cx="322788" cy="762637"/>
            </a:xfrm>
            <a:prstGeom prst="can">
              <a:avLst>
                <a:gd name="adj" fmla="val 85001"/>
              </a:avLst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7C7BCF7-380C-707C-1130-B35D23230C77}"/>
                </a:ext>
              </a:extLst>
            </p:cNvPr>
            <p:cNvSpPr/>
            <p:nvPr/>
          </p:nvSpPr>
          <p:spPr>
            <a:xfrm>
              <a:off x="6306542" y="5658305"/>
              <a:ext cx="1124344" cy="1124344"/>
            </a:xfrm>
            <a:custGeom>
              <a:avLst/>
              <a:gdLst>
                <a:gd name="connsiteX0" fmla="*/ 562172 w 1124344"/>
                <a:gd name="connsiteY0" fmla="*/ 0 h 1124344"/>
                <a:gd name="connsiteX1" fmla="*/ 1124344 w 1124344"/>
                <a:gd name="connsiteY1" fmla="*/ 562172 h 1124344"/>
                <a:gd name="connsiteX2" fmla="*/ 562172 w 1124344"/>
                <a:gd name="connsiteY2" fmla="*/ 1124344 h 1124344"/>
                <a:gd name="connsiteX3" fmla="*/ 0 w 1124344"/>
                <a:gd name="connsiteY3" fmla="*/ 562172 h 1124344"/>
                <a:gd name="connsiteX4" fmla="*/ 562172 w 1124344"/>
                <a:gd name="connsiteY4" fmla="*/ 0 h 1124344"/>
                <a:gd name="connsiteX5" fmla="*/ 549970 w 1124344"/>
                <a:gd name="connsiteY5" fmla="*/ 232462 h 1124344"/>
                <a:gd name="connsiteX6" fmla="*/ 209494 w 1124344"/>
                <a:gd name="connsiteY6" fmla="*/ 568441 h 1124344"/>
                <a:gd name="connsiteX7" fmla="*/ 549970 w 1124344"/>
                <a:gd name="connsiteY7" fmla="*/ 904420 h 1124344"/>
                <a:gd name="connsiteX8" fmla="*/ 890446 w 1124344"/>
                <a:gd name="connsiteY8" fmla="*/ 568441 h 1124344"/>
                <a:gd name="connsiteX9" fmla="*/ 549970 w 1124344"/>
                <a:gd name="connsiteY9" fmla="*/ 232462 h 112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24344" h="1124344">
                  <a:moveTo>
                    <a:pt x="562172" y="0"/>
                  </a:moveTo>
                  <a:cubicBezTo>
                    <a:pt x="872651" y="0"/>
                    <a:pt x="1124344" y="251693"/>
                    <a:pt x="1124344" y="562172"/>
                  </a:cubicBezTo>
                  <a:cubicBezTo>
                    <a:pt x="1124344" y="872651"/>
                    <a:pt x="872651" y="1124344"/>
                    <a:pt x="562172" y="1124344"/>
                  </a:cubicBezTo>
                  <a:cubicBezTo>
                    <a:pt x="251693" y="1124344"/>
                    <a:pt x="0" y="872651"/>
                    <a:pt x="0" y="562172"/>
                  </a:cubicBezTo>
                  <a:cubicBezTo>
                    <a:pt x="0" y="251693"/>
                    <a:pt x="251693" y="0"/>
                    <a:pt x="562172" y="0"/>
                  </a:cubicBezTo>
                  <a:close/>
                  <a:moveTo>
                    <a:pt x="549970" y="232462"/>
                  </a:moveTo>
                  <a:cubicBezTo>
                    <a:pt x="361930" y="232462"/>
                    <a:pt x="209494" y="382885"/>
                    <a:pt x="209494" y="568441"/>
                  </a:cubicBezTo>
                  <a:cubicBezTo>
                    <a:pt x="209494" y="753997"/>
                    <a:pt x="361930" y="904420"/>
                    <a:pt x="549970" y="904420"/>
                  </a:cubicBezTo>
                  <a:cubicBezTo>
                    <a:pt x="738010" y="904420"/>
                    <a:pt x="890446" y="753997"/>
                    <a:pt x="890446" y="568441"/>
                  </a:cubicBezTo>
                  <a:cubicBezTo>
                    <a:pt x="890446" y="382885"/>
                    <a:pt x="738010" y="232462"/>
                    <a:pt x="549970" y="232462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17849E-8A3F-FF5B-3240-1E7BE75D9C87}"/>
                </a:ext>
              </a:extLst>
            </p:cNvPr>
            <p:cNvSpPr/>
            <p:nvPr/>
          </p:nvSpPr>
          <p:spPr>
            <a:xfrm rot="21098806">
              <a:off x="6645001" y="5163055"/>
              <a:ext cx="457269" cy="1176953"/>
            </a:xfrm>
            <a:custGeom>
              <a:avLst/>
              <a:gdLst>
                <a:gd name="connsiteX0" fmla="*/ 257451 w 426206"/>
                <a:gd name="connsiteY0" fmla="*/ 1 h 1184891"/>
                <a:gd name="connsiteX1" fmla="*/ 426175 w 426206"/>
                <a:gd name="connsiteY1" fmla="*/ 228167 h 1184891"/>
                <a:gd name="connsiteX2" fmla="*/ 404301 w 426206"/>
                <a:gd name="connsiteY2" fmla="*/ 461693 h 1184891"/>
                <a:gd name="connsiteX3" fmla="*/ 387084 w 426206"/>
                <a:gd name="connsiteY3" fmla="*/ 540648 h 1184891"/>
                <a:gd name="connsiteX4" fmla="*/ 386492 w 426206"/>
                <a:gd name="connsiteY4" fmla="*/ 536565 h 1184891"/>
                <a:gd name="connsiteX5" fmla="*/ 335412 w 426206"/>
                <a:gd name="connsiteY5" fmla="*/ 498476 h 1184891"/>
                <a:gd name="connsiteX6" fmla="*/ 265985 w 426206"/>
                <a:gd name="connsiteY6" fmla="*/ 494627 h 1184891"/>
                <a:gd name="connsiteX7" fmla="*/ 205242 w 426206"/>
                <a:gd name="connsiteY7" fmla="*/ 548988 h 1184891"/>
                <a:gd name="connsiteX8" fmla="*/ 170717 w 426206"/>
                <a:gd name="connsiteY8" fmla="*/ 1171738 h 1184891"/>
                <a:gd name="connsiteX9" fmla="*/ 138734 w 426206"/>
                <a:gd name="connsiteY9" fmla="*/ 1177997 h 1184891"/>
                <a:gd name="connsiteX10" fmla="*/ 0 w 426206"/>
                <a:gd name="connsiteY10" fmla="*/ 1170218 h 1184891"/>
                <a:gd name="connsiteX11" fmla="*/ 0 w 426206"/>
                <a:gd name="connsiteY11" fmla="*/ 176334 h 1184891"/>
                <a:gd name="connsiteX12" fmla="*/ 176335 w 426206"/>
                <a:gd name="connsiteY12" fmla="*/ 0 h 1184891"/>
                <a:gd name="connsiteX13" fmla="*/ 257451 w 426206"/>
                <a:gd name="connsiteY13" fmla="*/ 1 h 1184891"/>
                <a:gd name="connsiteX0" fmla="*/ 291507 w 460262"/>
                <a:gd name="connsiteY0" fmla="*/ 1 h 1184891"/>
                <a:gd name="connsiteX1" fmla="*/ 460231 w 460262"/>
                <a:gd name="connsiteY1" fmla="*/ 228167 h 1184891"/>
                <a:gd name="connsiteX2" fmla="*/ 438357 w 460262"/>
                <a:gd name="connsiteY2" fmla="*/ 461693 h 1184891"/>
                <a:gd name="connsiteX3" fmla="*/ 421140 w 460262"/>
                <a:gd name="connsiteY3" fmla="*/ 540648 h 1184891"/>
                <a:gd name="connsiteX4" fmla="*/ 420548 w 460262"/>
                <a:gd name="connsiteY4" fmla="*/ 536565 h 1184891"/>
                <a:gd name="connsiteX5" fmla="*/ 369468 w 460262"/>
                <a:gd name="connsiteY5" fmla="*/ 498476 h 1184891"/>
                <a:gd name="connsiteX6" fmla="*/ 300041 w 460262"/>
                <a:gd name="connsiteY6" fmla="*/ 494627 h 1184891"/>
                <a:gd name="connsiteX7" fmla="*/ 239298 w 460262"/>
                <a:gd name="connsiteY7" fmla="*/ 548988 h 1184891"/>
                <a:gd name="connsiteX8" fmla="*/ 204773 w 460262"/>
                <a:gd name="connsiteY8" fmla="*/ 1171738 h 1184891"/>
                <a:gd name="connsiteX9" fmla="*/ 172790 w 460262"/>
                <a:gd name="connsiteY9" fmla="*/ 1177997 h 1184891"/>
                <a:gd name="connsiteX10" fmla="*/ 34056 w 460262"/>
                <a:gd name="connsiteY10" fmla="*/ 1170218 h 1184891"/>
                <a:gd name="connsiteX11" fmla="*/ 34056 w 460262"/>
                <a:gd name="connsiteY11" fmla="*/ 176334 h 1184891"/>
                <a:gd name="connsiteX12" fmla="*/ 210391 w 460262"/>
                <a:gd name="connsiteY12" fmla="*/ 0 h 1184891"/>
                <a:gd name="connsiteX13" fmla="*/ 291507 w 460262"/>
                <a:gd name="connsiteY13" fmla="*/ 1 h 1184891"/>
                <a:gd name="connsiteX0" fmla="*/ 288514 w 457269"/>
                <a:gd name="connsiteY0" fmla="*/ 1 h 1181437"/>
                <a:gd name="connsiteX1" fmla="*/ 457238 w 457269"/>
                <a:gd name="connsiteY1" fmla="*/ 228167 h 1181437"/>
                <a:gd name="connsiteX2" fmla="*/ 435364 w 457269"/>
                <a:gd name="connsiteY2" fmla="*/ 461693 h 1181437"/>
                <a:gd name="connsiteX3" fmla="*/ 418147 w 457269"/>
                <a:gd name="connsiteY3" fmla="*/ 540648 h 1181437"/>
                <a:gd name="connsiteX4" fmla="*/ 417555 w 457269"/>
                <a:gd name="connsiteY4" fmla="*/ 536565 h 1181437"/>
                <a:gd name="connsiteX5" fmla="*/ 366475 w 457269"/>
                <a:gd name="connsiteY5" fmla="*/ 498476 h 1181437"/>
                <a:gd name="connsiteX6" fmla="*/ 297048 w 457269"/>
                <a:gd name="connsiteY6" fmla="*/ 494627 h 1181437"/>
                <a:gd name="connsiteX7" fmla="*/ 236305 w 457269"/>
                <a:gd name="connsiteY7" fmla="*/ 548988 h 1181437"/>
                <a:gd name="connsiteX8" fmla="*/ 201780 w 457269"/>
                <a:gd name="connsiteY8" fmla="*/ 1171738 h 1181437"/>
                <a:gd name="connsiteX9" fmla="*/ 169797 w 457269"/>
                <a:gd name="connsiteY9" fmla="*/ 1177997 h 1181437"/>
                <a:gd name="connsiteX10" fmla="*/ 35149 w 457269"/>
                <a:gd name="connsiteY10" fmla="*/ 1158784 h 1181437"/>
                <a:gd name="connsiteX11" fmla="*/ 31063 w 457269"/>
                <a:gd name="connsiteY11" fmla="*/ 176334 h 1181437"/>
                <a:gd name="connsiteX12" fmla="*/ 207398 w 457269"/>
                <a:gd name="connsiteY12" fmla="*/ 0 h 1181437"/>
                <a:gd name="connsiteX13" fmla="*/ 288514 w 457269"/>
                <a:gd name="connsiteY13" fmla="*/ 1 h 1181437"/>
                <a:gd name="connsiteX0" fmla="*/ 288514 w 457269"/>
                <a:gd name="connsiteY0" fmla="*/ 1 h 1171738"/>
                <a:gd name="connsiteX1" fmla="*/ 457238 w 457269"/>
                <a:gd name="connsiteY1" fmla="*/ 228167 h 1171738"/>
                <a:gd name="connsiteX2" fmla="*/ 435364 w 457269"/>
                <a:gd name="connsiteY2" fmla="*/ 461693 h 1171738"/>
                <a:gd name="connsiteX3" fmla="*/ 418147 w 457269"/>
                <a:gd name="connsiteY3" fmla="*/ 540648 h 1171738"/>
                <a:gd name="connsiteX4" fmla="*/ 417555 w 457269"/>
                <a:gd name="connsiteY4" fmla="*/ 536565 h 1171738"/>
                <a:gd name="connsiteX5" fmla="*/ 366475 w 457269"/>
                <a:gd name="connsiteY5" fmla="*/ 498476 h 1171738"/>
                <a:gd name="connsiteX6" fmla="*/ 297048 w 457269"/>
                <a:gd name="connsiteY6" fmla="*/ 494627 h 1171738"/>
                <a:gd name="connsiteX7" fmla="*/ 236305 w 457269"/>
                <a:gd name="connsiteY7" fmla="*/ 548988 h 1171738"/>
                <a:gd name="connsiteX8" fmla="*/ 201780 w 457269"/>
                <a:gd name="connsiteY8" fmla="*/ 1171738 h 1171738"/>
                <a:gd name="connsiteX9" fmla="*/ 35149 w 457269"/>
                <a:gd name="connsiteY9" fmla="*/ 1158784 h 1171738"/>
                <a:gd name="connsiteX10" fmla="*/ 31063 w 457269"/>
                <a:gd name="connsiteY10" fmla="*/ 176334 h 1171738"/>
                <a:gd name="connsiteX11" fmla="*/ 207398 w 457269"/>
                <a:gd name="connsiteY11" fmla="*/ 0 h 1171738"/>
                <a:gd name="connsiteX12" fmla="*/ 288514 w 457269"/>
                <a:gd name="connsiteY12" fmla="*/ 1 h 1171738"/>
                <a:gd name="connsiteX0" fmla="*/ 288514 w 457269"/>
                <a:gd name="connsiteY0" fmla="*/ 1 h 1158784"/>
                <a:gd name="connsiteX1" fmla="*/ 457238 w 457269"/>
                <a:gd name="connsiteY1" fmla="*/ 228167 h 1158784"/>
                <a:gd name="connsiteX2" fmla="*/ 435364 w 457269"/>
                <a:gd name="connsiteY2" fmla="*/ 461693 h 1158784"/>
                <a:gd name="connsiteX3" fmla="*/ 418147 w 457269"/>
                <a:gd name="connsiteY3" fmla="*/ 540648 h 1158784"/>
                <a:gd name="connsiteX4" fmla="*/ 417555 w 457269"/>
                <a:gd name="connsiteY4" fmla="*/ 536565 h 1158784"/>
                <a:gd name="connsiteX5" fmla="*/ 366475 w 457269"/>
                <a:gd name="connsiteY5" fmla="*/ 498476 h 1158784"/>
                <a:gd name="connsiteX6" fmla="*/ 297048 w 457269"/>
                <a:gd name="connsiteY6" fmla="*/ 494627 h 1158784"/>
                <a:gd name="connsiteX7" fmla="*/ 236305 w 457269"/>
                <a:gd name="connsiteY7" fmla="*/ 548988 h 1158784"/>
                <a:gd name="connsiteX8" fmla="*/ 210989 w 457269"/>
                <a:gd name="connsiteY8" fmla="*/ 1141802 h 1158784"/>
                <a:gd name="connsiteX9" fmla="*/ 35149 w 457269"/>
                <a:gd name="connsiteY9" fmla="*/ 1158784 h 1158784"/>
                <a:gd name="connsiteX10" fmla="*/ 31063 w 457269"/>
                <a:gd name="connsiteY10" fmla="*/ 176334 h 1158784"/>
                <a:gd name="connsiteX11" fmla="*/ 207398 w 457269"/>
                <a:gd name="connsiteY11" fmla="*/ 0 h 1158784"/>
                <a:gd name="connsiteX12" fmla="*/ 288514 w 457269"/>
                <a:gd name="connsiteY12" fmla="*/ 1 h 1158784"/>
                <a:gd name="connsiteX0" fmla="*/ 288514 w 457269"/>
                <a:gd name="connsiteY0" fmla="*/ 1 h 1167488"/>
                <a:gd name="connsiteX1" fmla="*/ 457238 w 457269"/>
                <a:gd name="connsiteY1" fmla="*/ 228167 h 1167488"/>
                <a:gd name="connsiteX2" fmla="*/ 435364 w 457269"/>
                <a:gd name="connsiteY2" fmla="*/ 461693 h 1167488"/>
                <a:gd name="connsiteX3" fmla="*/ 418147 w 457269"/>
                <a:gd name="connsiteY3" fmla="*/ 540648 h 1167488"/>
                <a:gd name="connsiteX4" fmla="*/ 417555 w 457269"/>
                <a:gd name="connsiteY4" fmla="*/ 536565 h 1167488"/>
                <a:gd name="connsiteX5" fmla="*/ 366475 w 457269"/>
                <a:gd name="connsiteY5" fmla="*/ 498476 h 1167488"/>
                <a:gd name="connsiteX6" fmla="*/ 297048 w 457269"/>
                <a:gd name="connsiteY6" fmla="*/ 494627 h 1167488"/>
                <a:gd name="connsiteX7" fmla="*/ 236305 w 457269"/>
                <a:gd name="connsiteY7" fmla="*/ 548988 h 1167488"/>
                <a:gd name="connsiteX8" fmla="*/ 210989 w 457269"/>
                <a:gd name="connsiteY8" fmla="*/ 1141802 h 1167488"/>
                <a:gd name="connsiteX9" fmla="*/ 35149 w 457269"/>
                <a:gd name="connsiteY9" fmla="*/ 1158784 h 1167488"/>
                <a:gd name="connsiteX10" fmla="*/ 31063 w 457269"/>
                <a:gd name="connsiteY10" fmla="*/ 176334 h 1167488"/>
                <a:gd name="connsiteX11" fmla="*/ 207398 w 457269"/>
                <a:gd name="connsiteY11" fmla="*/ 0 h 1167488"/>
                <a:gd name="connsiteX12" fmla="*/ 288514 w 457269"/>
                <a:gd name="connsiteY12" fmla="*/ 1 h 1167488"/>
                <a:gd name="connsiteX0" fmla="*/ 288514 w 457269"/>
                <a:gd name="connsiteY0" fmla="*/ 1 h 1176953"/>
                <a:gd name="connsiteX1" fmla="*/ 457238 w 457269"/>
                <a:gd name="connsiteY1" fmla="*/ 228167 h 1176953"/>
                <a:gd name="connsiteX2" fmla="*/ 435364 w 457269"/>
                <a:gd name="connsiteY2" fmla="*/ 461693 h 1176953"/>
                <a:gd name="connsiteX3" fmla="*/ 418147 w 457269"/>
                <a:gd name="connsiteY3" fmla="*/ 540648 h 1176953"/>
                <a:gd name="connsiteX4" fmla="*/ 417555 w 457269"/>
                <a:gd name="connsiteY4" fmla="*/ 536565 h 1176953"/>
                <a:gd name="connsiteX5" fmla="*/ 366475 w 457269"/>
                <a:gd name="connsiteY5" fmla="*/ 498476 h 1176953"/>
                <a:gd name="connsiteX6" fmla="*/ 297048 w 457269"/>
                <a:gd name="connsiteY6" fmla="*/ 494627 h 1176953"/>
                <a:gd name="connsiteX7" fmla="*/ 236305 w 457269"/>
                <a:gd name="connsiteY7" fmla="*/ 548988 h 1176953"/>
                <a:gd name="connsiteX8" fmla="*/ 210989 w 457269"/>
                <a:gd name="connsiteY8" fmla="*/ 1141802 h 1176953"/>
                <a:gd name="connsiteX9" fmla="*/ 35149 w 457269"/>
                <a:gd name="connsiteY9" fmla="*/ 1158784 h 1176953"/>
                <a:gd name="connsiteX10" fmla="*/ 31063 w 457269"/>
                <a:gd name="connsiteY10" fmla="*/ 176334 h 1176953"/>
                <a:gd name="connsiteX11" fmla="*/ 207398 w 457269"/>
                <a:gd name="connsiteY11" fmla="*/ 0 h 1176953"/>
                <a:gd name="connsiteX12" fmla="*/ 288514 w 457269"/>
                <a:gd name="connsiteY12" fmla="*/ 1 h 1176953"/>
                <a:gd name="connsiteX0" fmla="*/ 288514 w 457269"/>
                <a:gd name="connsiteY0" fmla="*/ 1 h 1176953"/>
                <a:gd name="connsiteX1" fmla="*/ 457238 w 457269"/>
                <a:gd name="connsiteY1" fmla="*/ 228167 h 1176953"/>
                <a:gd name="connsiteX2" fmla="*/ 435364 w 457269"/>
                <a:gd name="connsiteY2" fmla="*/ 461693 h 1176953"/>
                <a:gd name="connsiteX3" fmla="*/ 418147 w 457269"/>
                <a:gd name="connsiteY3" fmla="*/ 540648 h 1176953"/>
                <a:gd name="connsiteX4" fmla="*/ 417555 w 457269"/>
                <a:gd name="connsiteY4" fmla="*/ 536565 h 1176953"/>
                <a:gd name="connsiteX5" fmla="*/ 297048 w 457269"/>
                <a:gd name="connsiteY5" fmla="*/ 494627 h 1176953"/>
                <a:gd name="connsiteX6" fmla="*/ 236305 w 457269"/>
                <a:gd name="connsiteY6" fmla="*/ 548988 h 1176953"/>
                <a:gd name="connsiteX7" fmla="*/ 210989 w 457269"/>
                <a:gd name="connsiteY7" fmla="*/ 1141802 h 1176953"/>
                <a:gd name="connsiteX8" fmla="*/ 35149 w 457269"/>
                <a:gd name="connsiteY8" fmla="*/ 1158784 h 1176953"/>
                <a:gd name="connsiteX9" fmla="*/ 31063 w 457269"/>
                <a:gd name="connsiteY9" fmla="*/ 176334 h 1176953"/>
                <a:gd name="connsiteX10" fmla="*/ 207398 w 457269"/>
                <a:gd name="connsiteY10" fmla="*/ 0 h 1176953"/>
                <a:gd name="connsiteX11" fmla="*/ 288514 w 457269"/>
                <a:gd name="connsiteY11" fmla="*/ 1 h 1176953"/>
                <a:gd name="connsiteX0" fmla="*/ 288514 w 457269"/>
                <a:gd name="connsiteY0" fmla="*/ 1 h 1176953"/>
                <a:gd name="connsiteX1" fmla="*/ 457238 w 457269"/>
                <a:gd name="connsiteY1" fmla="*/ 228167 h 1176953"/>
                <a:gd name="connsiteX2" fmla="*/ 435364 w 457269"/>
                <a:gd name="connsiteY2" fmla="*/ 461693 h 1176953"/>
                <a:gd name="connsiteX3" fmla="*/ 418147 w 457269"/>
                <a:gd name="connsiteY3" fmla="*/ 540648 h 1176953"/>
                <a:gd name="connsiteX4" fmla="*/ 417555 w 457269"/>
                <a:gd name="connsiteY4" fmla="*/ 536565 h 1176953"/>
                <a:gd name="connsiteX5" fmla="*/ 297048 w 457269"/>
                <a:gd name="connsiteY5" fmla="*/ 494627 h 1176953"/>
                <a:gd name="connsiteX6" fmla="*/ 236305 w 457269"/>
                <a:gd name="connsiteY6" fmla="*/ 548988 h 1176953"/>
                <a:gd name="connsiteX7" fmla="*/ 210989 w 457269"/>
                <a:gd name="connsiteY7" fmla="*/ 1141802 h 1176953"/>
                <a:gd name="connsiteX8" fmla="*/ 35149 w 457269"/>
                <a:gd name="connsiteY8" fmla="*/ 1158784 h 1176953"/>
                <a:gd name="connsiteX9" fmla="*/ 31063 w 457269"/>
                <a:gd name="connsiteY9" fmla="*/ 176334 h 1176953"/>
                <a:gd name="connsiteX10" fmla="*/ 207398 w 457269"/>
                <a:gd name="connsiteY10" fmla="*/ 0 h 1176953"/>
                <a:gd name="connsiteX11" fmla="*/ 288514 w 457269"/>
                <a:gd name="connsiteY11" fmla="*/ 1 h 1176953"/>
                <a:gd name="connsiteX0" fmla="*/ 288514 w 457269"/>
                <a:gd name="connsiteY0" fmla="*/ 1 h 1176953"/>
                <a:gd name="connsiteX1" fmla="*/ 457238 w 457269"/>
                <a:gd name="connsiteY1" fmla="*/ 228167 h 1176953"/>
                <a:gd name="connsiteX2" fmla="*/ 435364 w 457269"/>
                <a:gd name="connsiteY2" fmla="*/ 461693 h 1176953"/>
                <a:gd name="connsiteX3" fmla="*/ 418147 w 457269"/>
                <a:gd name="connsiteY3" fmla="*/ 540648 h 1176953"/>
                <a:gd name="connsiteX4" fmla="*/ 297048 w 457269"/>
                <a:gd name="connsiteY4" fmla="*/ 494627 h 1176953"/>
                <a:gd name="connsiteX5" fmla="*/ 236305 w 457269"/>
                <a:gd name="connsiteY5" fmla="*/ 548988 h 1176953"/>
                <a:gd name="connsiteX6" fmla="*/ 210989 w 457269"/>
                <a:gd name="connsiteY6" fmla="*/ 1141802 h 1176953"/>
                <a:gd name="connsiteX7" fmla="*/ 35149 w 457269"/>
                <a:gd name="connsiteY7" fmla="*/ 1158784 h 1176953"/>
                <a:gd name="connsiteX8" fmla="*/ 31063 w 457269"/>
                <a:gd name="connsiteY8" fmla="*/ 176334 h 1176953"/>
                <a:gd name="connsiteX9" fmla="*/ 207398 w 457269"/>
                <a:gd name="connsiteY9" fmla="*/ 0 h 1176953"/>
                <a:gd name="connsiteX10" fmla="*/ 288514 w 457269"/>
                <a:gd name="connsiteY10" fmla="*/ 1 h 117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7269" h="1176953">
                  <a:moveTo>
                    <a:pt x="288514" y="1"/>
                  </a:moveTo>
                  <a:cubicBezTo>
                    <a:pt x="385901" y="1"/>
                    <a:pt x="457238" y="130779"/>
                    <a:pt x="457238" y="228167"/>
                  </a:cubicBezTo>
                  <a:cubicBezTo>
                    <a:pt x="457872" y="306671"/>
                    <a:pt x="448996" y="384381"/>
                    <a:pt x="435364" y="461693"/>
                  </a:cubicBezTo>
                  <a:lnTo>
                    <a:pt x="418147" y="540648"/>
                  </a:lnTo>
                  <a:cubicBezTo>
                    <a:pt x="395094" y="546137"/>
                    <a:pt x="327355" y="493237"/>
                    <a:pt x="297048" y="494627"/>
                  </a:cubicBezTo>
                  <a:cubicBezTo>
                    <a:pt x="265263" y="492864"/>
                    <a:pt x="238067" y="517203"/>
                    <a:pt x="236305" y="548988"/>
                  </a:cubicBezTo>
                  <a:lnTo>
                    <a:pt x="210989" y="1141802"/>
                  </a:lnTo>
                  <a:cubicBezTo>
                    <a:pt x="138735" y="1191189"/>
                    <a:pt x="82543" y="1180357"/>
                    <a:pt x="35149" y="1158784"/>
                  </a:cubicBezTo>
                  <a:cubicBezTo>
                    <a:pt x="-41477" y="874001"/>
                    <a:pt x="31063" y="507629"/>
                    <a:pt x="31063" y="176334"/>
                  </a:cubicBezTo>
                  <a:cubicBezTo>
                    <a:pt x="31063" y="78947"/>
                    <a:pt x="110011" y="0"/>
                    <a:pt x="207398" y="0"/>
                  </a:cubicBezTo>
                  <a:lnTo>
                    <a:pt x="288514" y="1"/>
                  </a:lnTo>
                  <a:close/>
                </a:path>
              </a:pathLst>
            </a:custGeom>
            <a:solidFill>
              <a:srgbClr val="98DD3E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5000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CFA15451-3CFF-7EE2-4908-AA984F3B01DA}"/>
              </a:ext>
            </a:extLst>
          </p:cNvPr>
          <p:cNvGrpSpPr/>
          <p:nvPr/>
        </p:nvGrpSpPr>
        <p:grpSpPr>
          <a:xfrm>
            <a:off x="2419350" y="2155730"/>
            <a:ext cx="5726736" cy="3616420"/>
            <a:chOff x="2419350" y="2155730"/>
            <a:chExt cx="5726736" cy="3616420"/>
          </a:xfrm>
          <a:solidFill>
            <a:srgbClr val="8B55A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F500FF1-6C1B-EC77-158D-008A42B39357}"/>
                </a:ext>
              </a:extLst>
            </p:cNvPr>
            <p:cNvSpPr/>
            <p:nvPr/>
          </p:nvSpPr>
          <p:spPr>
            <a:xfrm>
              <a:off x="4930398" y="2155730"/>
              <a:ext cx="1563792" cy="733211"/>
            </a:xfrm>
            <a:custGeom>
              <a:avLst/>
              <a:gdLst>
                <a:gd name="connsiteX0" fmla="*/ 0 w 381000"/>
                <a:gd name="connsiteY0" fmla="*/ 0 h 199796"/>
                <a:gd name="connsiteX1" fmla="*/ 381000 w 381000"/>
                <a:gd name="connsiteY1" fmla="*/ 0 h 199796"/>
                <a:gd name="connsiteX2" fmla="*/ 381000 w 381000"/>
                <a:gd name="connsiteY2" fmla="*/ 199796 h 199796"/>
                <a:gd name="connsiteX3" fmla="*/ 0 w 381000"/>
                <a:gd name="connsiteY3" fmla="*/ 199796 h 199796"/>
                <a:gd name="connsiteX4" fmla="*/ 0 w 381000"/>
                <a:gd name="connsiteY4" fmla="*/ 0 h 199796"/>
                <a:gd name="connsiteX0" fmla="*/ 200025 w 381000"/>
                <a:gd name="connsiteY0" fmla="*/ 0 h 466496"/>
                <a:gd name="connsiteX1" fmla="*/ 381000 w 381000"/>
                <a:gd name="connsiteY1" fmla="*/ 266700 h 466496"/>
                <a:gd name="connsiteX2" fmla="*/ 381000 w 381000"/>
                <a:gd name="connsiteY2" fmla="*/ 466496 h 466496"/>
                <a:gd name="connsiteX3" fmla="*/ 0 w 381000"/>
                <a:gd name="connsiteY3" fmla="*/ 466496 h 466496"/>
                <a:gd name="connsiteX4" fmla="*/ 200025 w 381000"/>
                <a:gd name="connsiteY4" fmla="*/ 0 h 466496"/>
                <a:gd name="connsiteX0" fmla="*/ 290513 w 471488"/>
                <a:gd name="connsiteY0" fmla="*/ 0 h 466496"/>
                <a:gd name="connsiteX1" fmla="*/ 471488 w 471488"/>
                <a:gd name="connsiteY1" fmla="*/ 266700 h 466496"/>
                <a:gd name="connsiteX2" fmla="*/ 471488 w 471488"/>
                <a:gd name="connsiteY2" fmla="*/ 466496 h 466496"/>
                <a:gd name="connsiteX3" fmla="*/ 0 w 471488"/>
                <a:gd name="connsiteY3" fmla="*/ 376009 h 466496"/>
                <a:gd name="connsiteX4" fmla="*/ 290513 w 471488"/>
                <a:gd name="connsiteY4" fmla="*/ 0 h 466496"/>
                <a:gd name="connsiteX0" fmla="*/ 296322 w 477297"/>
                <a:gd name="connsiteY0" fmla="*/ 0 h 466496"/>
                <a:gd name="connsiteX1" fmla="*/ 477297 w 477297"/>
                <a:gd name="connsiteY1" fmla="*/ 266700 h 466496"/>
                <a:gd name="connsiteX2" fmla="*/ 477297 w 477297"/>
                <a:gd name="connsiteY2" fmla="*/ 466496 h 466496"/>
                <a:gd name="connsiteX3" fmla="*/ 5809 w 477297"/>
                <a:gd name="connsiteY3" fmla="*/ 376009 h 466496"/>
                <a:gd name="connsiteX4" fmla="*/ 296322 w 477297"/>
                <a:gd name="connsiteY4" fmla="*/ 0 h 466496"/>
                <a:gd name="connsiteX0" fmla="*/ 297754 w 478729"/>
                <a:gd name="connsiteY0" fmla="*/ 0 h 466496"/>
                <a:gd name="connsiteX1" fmla="*/ 478729 w 478729"/>
                <a:gd name="connsiteY1" fmla="*/ 266700 h 466496"/>
                <a:gd name="connsiteX2" fmla="*/ 478729 w 478729"/>
                <a:gd name="connsiteY2" fmla="*/ 466496 h 466496"/>
                <a:gd name="connsiteX3" fmla="*/ 7241 w 478729"/>
                <a:gd name="connsiteY3" fmla="*/ 376009 h 466496"/>
                <a:gd name="connsiteX4" fmla="*/ 297754 w 478729"/>
                <a:gd name="connsiteY4" fmla="*/ 0 h 466496"/>
                <a:gd name="connsiteX0" fmla="*/ 297754 w 978793"/>
                <a:gd name="connsiteY0" fmla="*/ 284478 h 750974"/>
                <a:gd name="connsiteX1" fmla="*/ 978793 w 978793"/>
                <a:gd name="connsiteY1" fmla="*/ 3491 h 750974"/>
                <a:gd name="connsiteX2" fmla="*/ 478729 w 978793"/>
                <a:gd name="connsiteY2" fmla="*/ 551178 h 750974"/>
                <a:gd name="connsiteX3" fmla="*/ 478729 w 978793"/>
                <a:gd name="connsiteY3" fmla="*/ 750974 h 750974"/>
                <a:gd name="connsiteX4" fmla="*/ 7241 w 978793"/>
                <a:gd name="connsiteY4" fmla="*/ 660487 h 750974"/>
                <a:gd name="connsiteX5" fmla="*/ 297754 w 978793"/>
                <a:gd name="connsiteY5" fmla="*/ 284478 h 750974"/>
                <a:gd name="connsiteX0" fmla="*/ 297754 w 1357995"/>
                <a:gd name="connsiteY0" fmla="*/ 288179 h 754675"/>
                <a:gd name="connsiteX1" fmla="*/ 978793 w 1357995"/>
                <a:gd name="connsiteY1" fmla="*/ 7192 h 754675"/>
                <a:gd name="connsiteX2" fmla="*/ 1345505 w 1357995"/>
                <a:gd name="connsiteY2" fmla="*/ 35767 h 754675"/>
                <a:gd name="connsiteX3" fmla="*/ 478729 w 1357995"/>
                <a:gd name="connsiteY3" fmla="*/ 554879 h 754675"/>
                <a:gd name="connsiteX4" fmla="*/ 478729 w 1357995"/>
                <a:gd name="connsiteY4" fmla="*/ 754675 h 754675"/>
                <a:gd name="connsiteX5" fmla="*/ 7241 w 1357995"/>
                <a:gd name="connsiteY5" fmla="*/ 664188 h 754675"/>
                <a:gd name="connsiteX6" fmla="*/ 297754 w 1357995"/>
                <a:gd name="connsiteY6" fmla="*/ 288179 h 754675"/>
                <a:gd name="connsiteX0" fmla="*/ 297754 w 1474091"/>
                <a:gd name="connsiteY0" fmla="*/ 288179 h 754675"/>
                <a:gd name="connsiteX1" fmla="*/ 978793 w 1474091"/>
                <a:gd name="connsiteY1" fmla="*/ 7192 h 754675"/>
                <a:gd name="connsiteX2" fmla="*/ 1345505 w 1474091"/>
                <a:gd name="connsiteY2" fmla="*/ 35767 h 754675"/>
                <a:gd name="connsiteX3" fmla="*/ 1474091 w 1474091"/>
                <a:gd name="connsiteY3" fmla="*/ 173879 h 754675"/>
                <a:gd name="connsiteX4" fmla="*/ 478729 w 1474091"/>
                <a:gd name="connsiteY4" fmla="*/ 754675 h 754675"/>
                <a:gd name="connsiteX5" fmla="*/ 7241 w 1474091"/>
                <a:gd name="connsiteY5" fmla="*/ 664188 h 754675"/>
                <a:gd name="connsiteX6" fmla="*/ 297754 w 1474091"/>
                <a:gd name="connsiteY6" fmla="*/ 288179 h 754675"/>
                <a:gd name="connsiteX0" fmla="*/ 297754 w 1474091"/>
                <a:gd name="connsiteY0" fmla="*/ 288179 h 754675"/>
                <a:gd name="connsiteX1" fmla="*/ 978793 w 1474091"/>
                <a:gd name="connsiteY1" fmla="*/ 7192 h 754675"/>
                <a:gd name="connsiteX2" fmla="*/ 1345505 w 1474091"/>
                <a:gd name="connsiteY2" fmla="*/ 35767 h 754675"/>
                <a:gd name="connsiteX3" fmla="*/ 1474091 w 1474091"/>
                <a:gd name="connsiteY3" fmla="*/ 173879 h 754675"/>
                <a:gd name="connsiteX4" fmla="*/ 1321693 w 1474091"/>
                <a:gd name="connsiteY4" fmla="*/ 254843 h 754675"/>
                <a:gd name="connsiteX5" fmla="*/ 478729 w 1474091"/>
                <a:gd name="connsiteY5" fmla="*/ 754675 h 754675"/>
                <a:gd name="connsiteX6" fmla="*/ 7241 w 1474091"/>
                <a:gd name="connsiteY6" fmla="*/ 664188 h 754675"/>
                <a:gd name="connsiteX7" fmla="*/ 297754 w 1474091"/>
                <a:gd name="connsiteY7" fmla="*/ 288179 h 754675"/>
                <a:gd name="connsiteX0" fmla="*/ 297754 w 1474091"/>
                <a:gd name="connsiteY0" fmla="*/ 288179 h 754675"/>
                <a:gd name="connsiteX1" fmla="*/ 978793 w 1474091"/>
                <a:gd name="connsiteY1" fmla="*/ 7192 h 754675"/>
                <a:gd name="connsiteX2" fmla="*/ 1345505 w 1474091"/>
                <a:gd name="connsiteY2" fmla="*/ 35767 h 754675"/>
                <a:gd name="connsiteX3" fmla="*/ 1474091 w 1474091"/>
                <a:gd name="connsiteY3" fmla="*/ 173879 h 754675"/>
                <a:gd name="connsiteX4" fmla="*/ 1321693 w 1474091"/>
                <a:gd name="connsiteY4" fmla="*/ 254843 h 754675"/>
                <a:gd name="connsiteX5" fmla="*/ 878780 w 1474091"/>
                <a:gd name="connsiteY5" fmla="*/ 369143 h 754675"/>
                <a:gd name="connsiteX6" fmla="*/ 478729 w 1474091"/>
                <a:gd name="connsiteY6" fmla="*/ 754675 h 754675"/>
                <a:gd name="connsiteX7" fmla="*/ 7241 w 1474091"/>
                <a:gd name="connsiteY7" fmla="*/ 664188 h 754675"/>
                <a:gd name="connsiteX8" fmla="*/ 297754 w 1474091"/>
                <a:gd name="connsiteY8" fmla="*/ 288179 h 754675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07304 w 1474091"/>
                <a:gd name="connsiteY6" fmla="*/ 454638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07304 w 1474091"/>
                <a:gd name="connsiteY6" fmla="*/ 454638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07304 w 1474091"/>
                <a:gd name="connsiteY6" fmla="*/ 454638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07304 w 1474091"/>
                <a:gd name="connsiteY6" fmla="*/ 454638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26354 w 1474091"/>
                <a:gd name="connsiteY6" fmla="*/ 445113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26354 w 1474091"/>
                <a:gd name="connsiteY6" fmla="*/ 445113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26354 w 1474091"/>
                <a:gd name="connsiteY6" fmla="*/ 445113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562739"/>
                <a:gd name="connsiteY0" fmla="*/ 288179 h 664188"/>
                <a:gd name="connsiteX1" fmla="*/ 978793 w 1562739"/>
                <a:gd name="connsiteY1" fmla="*/ 7192 h 664188"/>
                <a:gd name="connsiteX2" fmla="*/ 1345505 w 1562739"/>
                <a:gd name="connsiteY2" fmla="*/ 35767 h 664188"/>
                <a:gd name="connsiteX3" fmla="*/ 1474091 w 1562739"/>
                <a:gd name="connsiteY3" fmla="*/ 173879 h 664188"/>
                <a:gd name="connsiteX4" fmla="*/ 1321693 w 1562739"/>
                <a:gd name="connsiteY4" fmla="*/ 254843 h 664188"/>
                <a:gd name="connsiteX5" fmla="*/ 878780 w 1562739"/>
                <a:gd name="connsiteY5" fmla="*/ 369143 h 664188"/>
                <a:gd name="connsiteX6" fmla="*/ 526354 w 1562739"/>
                <a:gd name="connsiteY6" fmla="*/ 445113 h 664188"/>
                <a:gd name="connsiteX7" fmla="*/ 7241 w 1562739"/>
                <a:gd name="connsiteY7" fmla="*/ 664188 h 664188"/>
                <a:gd name="connsiteX8" fmla="*/ 297754 w 1562739"/>
                <a:gd name="connsiteY8" fmla="*/ 288179 h 664188"/>
                <a:gd name="connsiteX0" fmla="*/ 297754 w 1546452"/>
                <a:gd name="connsiteY0" fmla="*/ 288179 h 664188"/>
                <a:gd name="connsiteX1" fmla="*/ 978793 w 1546452"/>
                <a:gd name="connsiteY1" fmla="*/ 7192 h 664188"/>
                <a:gd name="connsiteX2" fmla="*/ 1345505 w 1546452"/>
                <a:gd name="connsiteY2" fmla="*/ 35767 h 664188"/>
                <a:gd name="connsiteX3" fmla="*/ 1474091 w 1546452"/>
                <a:gd name="connsiteY3" fmla="*/ 173879 h 664188"/>
                <a:gd name="connsiteX4" fmla="*/ 1321693 w 1546452"/>
                <a:gd name="connsiteY4" fmla="*/ 254843 h 664188"/>
                <a:gd name="connsiteX5" fmla="*/ 878780 w 1546452"/>
                <a:gd name="connsiteY5" fmla="*/ 369143 h 664188"/>
                <a:gd name="connsiteX6" fmla="*/ 526354 w 1546452"/>
                <a:gd name="connsiteY6" fmla="*/ 445113 h 664188"/>
                <a:gd name="connsiteX7" fmla="*/ 7241 w 1546452"/>
                <a:gd name="connsiteY7" fmla="*/ 664188 h 664188"/>
                <a:gd name="connsiteX8" fmla="*/ 297754 w 1546452"/>
                <a:gd name="connsiteY8" fmla="*/ 288179 h 664188"/>
                <a:gd name="connsiteX0" fmla="*/ 297754 w 1563792"/>
                <a:gd name="connsiteY0" fmla="*/ 288179 h 664188"/>
                <a:gd name="connsiteX1" fmla="*/ 978793 w 1563792"/>
                <a:gd name="connsiteY1" fmla="*/ 7192 h 664188"/>
                <a:gd name="connsiteX2" fmla="*/ 1345505 w 1563792"/>
                <a:gd name="connsiteY2" fmla="*/ 35767 h 664188"/>
                <a:gd name="connsiteX3" fmla="*/ 1474091 w 1563792"/>
                <a:gd name="connsiteY3" fmla="*/ 173879 h 664188"/>
                <a:gd name="connsiteX4" fmla="*/ 1321693 w 1563792"/>
                <a:gd name="connsiteY4" fmla="*/ 254843 h 664188"/>
                <a:gd name="connsiteX5" fmla="*/ 878780 w 1563792"/>
                <a:gd name="connsiteY5" fmla="*/ 369143 h 664188"/>
                <a:gd name="connsiteX6" fmla="*/ 526354 w 1563792"/>
                <a:gd name="connsiteY6" fmla="*/ 445113 h 664188"/>
                <a:gd name="connsiteX7" fmla="*/ 7241 w 1563792"/>
                <a:gd name="connsiteY7" fmla="*/ 664188 h 664188"/>
                <a:gd name="connsiteX8" fmla="*/ 297754 w 1563792"/>
                <a:gd name="connsiteY8" fmla="*/ 288179 h 664188"/>
                <a:gd name="connsiteX0" fmla="*/ 297754 w 1563792"/>
                <a:gd name="connsiteY0" fmla="*/ 339306 h 715315"/>
                <a:gd name="connsiteX1" fmla="*/ 978793 w 1563792"/>
                <a:gd name="connsiteY1" fmla="*/ 58319 h 715315"/>
                <a:gd name="connsiteX2" fmla="*/ 1345505 w 1563792"/>
                <a:gd name="connsiteY2" fmla="*/ 86894 h 715315"/>
                <a:gd name="connsiteX3" fmla="*/ 1474091 w 1563792"/>
                <a:gd name="connsiteY3" fmla="*/ 225006 h 715315"/>
                <a:gd name="connsiteX4" fmla="*/ 1321693 w 1563792"/>
                <a:gd name="connsiteY4" fmla="*/ 305970 h 715315"/>
                <a:gd name="connsiteX5" fmla="*/ 878780 w 1563792"/>
                <a:gd name="connsiteY5" fmla="*/ 420270 h 715315"/>
                <a:gd name="connsiteX6" fmla="*/ 526354 w 1563792"/>
                <a:gd name="connsiteY6" fmla="*/ 496240 h 715315"/>
                <a:gd name="connsiteX7" fmla="*/ 7241 w 1563792"/>
                <a:gd name="connsiteY7" fmla="*/ 715315 h 715315"/>
                <a:gd name="connsiteX8" fmla="*/ 297754 w 1563792"/>
                <a:gd name="connsiteY8" fmla="*/ 339306 h 715315"/>
                <a:gd name="connsiteX0" fmla="*/ 297754 w 1563792"/>
                <a:gd name="connsiteY0" fmla="*/ 351235 h 727244"/>
                <a:gd name="connsiteX1" fmla="*/ 978793 w 1563792"/>
                <a:gd name="connsiteY1" fmla="*/ 70248 h 727244"/>
                <a:gd name="connsiteX2" fmla="*/ 1345505 w 1563792"/>
                <a:gd name="connsiteY2" fmla="*/ 98823 h 727244"/>
                <a:gd name="connsiteX3" fmla="*/ 1474091 w 1563792"/>
                <a:gd name="connsiteY3" fmla="*/ 236935 h 727244"/>
                <a:gd name="connsiteX4" fmla="*/ 1321693 w 1563792"/>
                <a:gd name="connsiteY4" fmla="*/ 317899 h 727244"/>
                <a:gd name="connsiteX5" fmla="*/ 878780 w 1563792"/>
                <a:gd name="connsiteY5" fmla="*/ 432199 h 727244"/>
                <a:gd name="connsiteX6" fmla="*/ 526354 w 1563792"/>
                <a:gd name="connsiteY6" fmla="*/ 508169 h 727244"/>
                <a:gd name="connsiteX7" fmla="*/ 7241 w 1563792"/>
                <a:gd name="connsiteY7" fmla="*/ 727244 h 727244"/>
                <a:gd name="connsiteX8" fmla="*/ 297754 w 1563792"/>
                <a:gd name="connsiteY8" fmla="*/ 351235 h 727244"/>
                <a:gd name="connsiteX0" fmla="*/ 297754 w 1563792"/>
                <a:gd name="connsiteY0" fmla="*/ 351235 h 727244"/>
                <a:gd name="connsiteX1" fmla="*/ 978793 w 1563792"/>
                <a:gd name="connsiteY1" fmla="*/ 70248 h 727244"/>
                <a:gd name="connsiteX2" fmla="*/ 1345505 w 1563792"/>
                <a:gd name="connsiteY2" fmla="*/ 98823 h 727244"/>
                <a:gd name="connsiteX3" fmla="*/ 1474091 w 1563792"/>
                <a:gd name="connsiteY3" fmla="*/ 236935 h 727244"/>
                <a:gd name="connsiteX4" fmla="*/ 1321693 w 1563792"/>
                <a:gd name="connsiteY4" fmla="*/ 317899 h 727244"/>
                <a:gd name="connsiteX5" fmla="*/ 878780 w 1563792"/>
                <a:gd name="connsiteY5" fmla="*/ 432199 h 727244"/>
                <a:gd name="connsiteX6" fmla="*/ 526354 w 1563792"/>
                <a:gd name="connsiteY6" fmla="*/ 508169 h 727244"/>
                <a:gd name="connsiteX7" fmla="*/ 7241 w 1563792"/>
                <a:gd name="connsiteY7" fmla="*/ 727244 h 727244"/>
                <a:gd name="connsiteX8" fmla="*/ 297754 w 1563792"/>
                <a:gd name="connsiteY8" fmla="*/ 351235 h 727244"/>
                <a:gd name="connsiteX0" fmla="*/ 297754 w 1563792"/>
                <a:gd name="connsiteY0" fmla="*/ 357202 h 733211"/>
                <a:gd name="connsiteX1" fmla="*/ 978793 w 1563792"/>
                <a:gd name="connsiteY1" fmla="*/ 76215 h 733211"/>
                <a:gd name="connsiteX2" fmla="*/ 1345505 w 1563792"/>
                <a:gd name="connsiteY2" fmla="*/ 104790 h 733211"/>
                <a:gd name="connsiteX3" fmla="*/ 1474091 w 1563792"/>
                <a:gd name="connsiteY3" fmla="*/ 242902 h 733211"/>
                <a:gd name="connsiteX4" fmla="*/ 1321693 w 1563792"/>
                <a:gd name="connsiteY4" fmla="*/ 323866 h 733211"/>
                <a:gd name="connsiteX5" fmla="*/ 878780 w 1563792"/>
                <a:gd name="connsiteY5" fmla="*/ 438166 h 733211"/>
                <a:gd name="connsiteX6" fmla="*/ 526354 w 1563792"/>
                <a:gd name="connsiteY6" fmla="*/ 514136 h 733211"/>
                <a:gd name="connsiteX7" fmla="*/ 7241 w 1563792"/>
                <a:gd name="connsiteY7" fmla="*/ 733211 h 733211"/>
                <a:gd name="connsiteX8" fmla="*/ 297754 w 1563792"/>
                <a:gd name="connsiteY8" fmla="*/ 357202 h 733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63792" h="733211">
                  <a:moveTo>
                    <a:pt x="297754" y="357202"/>
                  </a:moveTo>
                  <a:cubicBezTo>
                    <a:pt x="173929" y="238140"/>
                    <a:pt x="645418" y="-166673"/>
                    <a:pt x="978793" y="76215"/>
                  </a:cubicBezTo>
                  <a:cubicBezTo>
                    <a:pt x="932755" y="125428"/>
                    <a:pt x="1167705" y="-125397"/>
                    <a:pt x="1345505" y="104790"/>
                  </a:cubicBezTo>
                  <a:cubicBezTo>
                    <a:pt x="1488380" y="69865"/>
                    <a:pt x="1678879" y="92090"/>
                    <a:pt x="1474091" y="242902"/>
                  </a:cubicBezTo>
                  <a:cubicBezTo>
                    <a:pt x="1423292" y="276240"/>
                    <a:pt x="1372492" y="290528"/>
                    <a:pt x="1321693" y="323866"/>
                  </a:cubicBezTo>
                  <a:cubicBezTo>
                    <a:pt x="1193105" y="398478"/>
                    <a:pt x="1097855" y="492142"/>
                    <a:pt x="878780" y="438166"/>
                  </a:cubicBezTo>
                  <a:cubicBezTo>
                    <a:pt x="783530" y="504764"/>
                    <a:pt x="712091" y="580888"/>
                    <a:pt x="526354" y="514136"/>
                  </a:cubicBezTo>
                  <a:cubicBezTo>
                    <a:pt x="250128" y="745911"/>
                    <a:pt x="173929" y="663361"/>
                    <a:pt x="7241" y="733211"/>
                  </a:cubicBezTo>
                  <a:cubicBezTo>
                    <a:pt x="-38796" y="460237"/>
                    <a:pt x="143766" y="434913"/>
                    <a:pt x="297754" y="357202"/>
                  </a:cubicBezTo>
                  <a:close/>
                </a:path>
              </a:pathLst>
            </a:custGeom>
            <a:solidFill>
              <a:schemeClr val="bg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8D322B73-85A3-4FE8-2ABE-9C1FAD85885A}"/>
                </a:ext>
              </a:extLst>
            </p:cNvPr>
            <p:cNvSpPr/>
            <p:nvPr/>
          </p:nvSpPr>
          <p:spPr>
            <a:xfrm>
              <a:off x="5873501" y="2475497"/>
              <a:ext cx="2272585" cy="522896"/>
            </a:xfrm>
            <a:custGeom>
              <a:avLst/>
              <a:gdLst>
                <a:gd name="connsiteX0" fmla="*/ 0 w 381000"/>
                <a:gd name="connsiteY0" fmla="*/ 0 h 199796"/>
                <a:gd name="connsiteX1" fmla="*/ 381000 w 381000"/>
                <a:gd name="connsiteY1" fmla="*/ 0 h 199796"/>
                <a:gd name="connsiteX2" fmla="*/ 381000 w 381000"/>
                <a:gd name="connsiteY2" fmla="*/ 199796 h 199796"/>
                <a:gd name="connsiteX3" fmla="*/ 0 w 381000"/>
                <a:gd name="connsiteY3" fmla="*/ 199796 h 199796"/>
                <a:gd name="connsiteX4" fmla="*/ 0 w 381000"/>
                <a:gd name="connsiteY4" fmla="*/ 0 h 199796"/>
                <a:gd name="connsiteX0" fmla="*/ 200025 w 381000"/>
                <a:gd name="connsiteY0" fmla="*/ 0 h 466496"/>
                <a:gd name="connsiteX1" fmla="*/ 381000 w 381000"/>
                <a:gd name="connsiteY1" fmla="*/ 266700 h 466496"/>
                <a:gd name="connsiteX2" fmla="*/ 381000 w 381000"/>
                <a:gd name="connsiteY2" fmla="*/ 466496 h 466496"/>
                <a:gd name="connsiteX3" fmla="*/ 0 w 381000"/>
                <a:gd name="connsiteY3" fmla="*/ 466496 h 466496"/>
                <a:gd name="connsiteX4" fmla="*/ 200025 w 381000"/>
                <a:gd name="connsiteY4" fmla="*/ 0 h 466496"/>
                <a:gd name="connsiteX0" fmla="*/ 290513 w 471488"/>
                <a:gd name="connsiteY0" fmla="*/ 0 h 466496"/>
                <a:gd name="connsiteX1" fmla="*/ 471488 w 471488"/>
                <a:gd name="connsiteY1" fmla="*/ 266700 h 466496"/>
                <a:gd name="connsiteX2" fmla="*/ 471488 w 471488"/>
                <a:gd name="connsiteY2" fmla="*/ 466496 h 466496"/>
                <a:gd name="connsiteX3" fmla="*/ 0 w 471488"/>
                <a:gd name="connsiteY3" fmla="*/ 376009 h 466496"/>
                <a:gd name="connsiteX4" fmla="*/ 290513 w 471488"/>
                <a:gd name="connsiteY4" fmla="*/ 0 h 466496"/>
                <a:gd name="connsiteX0" fmla="*/ 296322 w 477297"/>
                <a:gd name="connsiteY0" fmla="*/ 0 h 466496"/>
                <a:gd name="connsiteX1" fmla="*/ 477297 w 477297"/>
                <a:gd name="connsiteY1" fmla="*/ 266700 h 466496"/>
                <a:gd name="connsiteX2" fmla="*/ 477297 w 477297"/>
                <a:gd name="connsiteY2" fmla="*/ 466496 h 466496"/>
                <a:gd name="connsiteX3" fmla="*/ 5809 w 477297"/>
                <a:gd name="connsiteY3" fmla="*/ 376009 h 466496"/>
                <a:gd name="connsiteX4" fmla="*/ 296322 w 477297"/>
                <a:gd name="connsiteY4" fmla="*/ 0 h 466496"/>
                <a:gd name="connsiteX0" fmla="*/ 297754 w 478729"/>
                <a:gd name="connsiteY0" fmla="*/ 0 h 466496"/>
                <a:gd name="connsiteX1" fmla="*/ 478729 w 478729"/>
                <a:gd name="connsiteY1" fmla="*/ 266700 h 466496"/>
                <a:gd name="connsiteX2" fmla="*/ 478729 w 478729"/>
                <a:gd name="connsiteY2" fmla="*/ 466496 h 466496"/>
                <a:gd name="connsiteX3" fmla="*/ 7241 w 478729"/>
                <a:gd name="connsiteY3" fmla="*/ 376009 h 466496"/>
                <a:gd name="connsiteX4" fmla="*/ 297754 w 478729"/>
                <a:gd name="connsiteY4" fmla="*/ 0 h 466496"/>
                <a:gd name="connsiteX0" fmla="*/ 297754 w 978793"/>
                <a:gd name="connsiteY0" fmla="*/ 284478 h 750974"/>
                <a:gd name="connsiteX1" fmla="*/ 978793 w 978793"/>
                <a:gd name="connsiteY1" fmla="*/ 3491 h 750974"/>
                <a:gd name="connsiteX2" fmla="*/ 478729 w 978793"/>
                <a:gd name="connsiteY2" fmla="*/ 551178 h 750974"/>
                <a:gd name="connsiteX3" fmla="*/ 478729 w 978793"/>
                <a:gd name="connsiteY3" fmla="*/ 750974 h 750974"/>
                <a:gd name="connsiteX4" fmla="*/ 7241 w 978793"/>
                <a:gd name="connsiteY4" fmla="*/ 660487 h 750974"/>
                <a:gd name="connsiteX5" fmla="*/ 297754 w 978793"/>
                <a:gd name="connsiteY5" fmla="*/ 284478 h 750974"/>
                <a:gd name="connsiteX0" fmla="*/ 297754 w 1357995"/>
                <a:gd name="connsiteY0" fmla="*/ 288179 h 754675"/>
                <a:gd name="connsiteX1" fmla="*/ 978793 w 1357995"/>
                <a:gd name="connsiteY1" fmla="*/ 7192 h 754675"/>
                <a:gd name="connsiteX2" fmla="*/ 1345505 w 1357995"/>
                <a:gd name="connsiteY2" fmla="*/ 35767 h 754675"/>
                <a:gd name="connsiteX3" fmla="*/ 478729 w 1357995"/>
                <a:gd name="connsiteY3" fmla="*/ 554879 h 754675"/>
                <a:gd name="connsiteX4" fmla="*/ 478729 w 1357995"/>
                <a:gd name="connsiteY4" fmla="*/ 754675 h 754675"/>
                <a:gd name="connsiteX5" fmla="*/ 7241 w 1357995"/>
                <a:gd name="connsiteY5" fmla="*/ 664188 h 754675"/>
                <a:gd name="connsiteX6" fmla="*/ 297754 w 1357995"/>
                <a:gd name="connsiteY6" fmla="*/ 288179 h 754675"/>
                <a:gd name="connsiteX0" fmla="*/ 297754 w 1474091"/>
                <a:gd name="connsiteY0" fmla="*/ 288179 h 754675"/>
                <a:gd name="connsiteX1" fmla="*/ 978793 w 1474091"/>
                <a:gd name="connsiteY1" fmla="*/ 7192 h 754675"/>
                <a:gd name="connsiteX2" fmla="*/ 1345505 w 1474091"/>
                <a:gd name="connsiteY2" fmla="*/ 35767 h 754675"/>
                <a:gd name="connsiteX3" fmla="*/ 1474091 w 1474091"/>
                <a:gd name="connsiteY3" fmla="*/ 173879 h 754675"/>
                <a:gd name="connsiteX4" fmla="*/ 478729 w 1474091"/>
                <a:gd name="connsiteY4" fmla="*/ 754675 h 754675"/>
                <a:gd name="connsiteX5" fmla="*/ 7241 w 1474091"/>
                <a:gd name="connsiteY5" fmla="*/ 664188 h 754675"/>
                <a:gd name="connsiteX6" fmla="*/ 297754 w 1474091"/>
                <a:gd name="connsiteY6" fmla="*/ 288179 h 754675"/>
                <a:gd name="connsiteX0" fmla="*/ 297754 w 1474091"/>
                <a:gd name="connsiteY0" fmla="*/ 288179 h 754675"/>
                <a:gd name="connsiteX1" fmla="*/ 978793 w 1474091"/>
                <a:gd name="connsiteY1" fmla="*/ 7192 h 754675"/>
                <a:gd name="connsiteX2" fmla="*/ 1345505 w 1474091"/>
                <a:gd name="connsiteY2" fmla="*/ 35767 h 754675"/>
                <a:gd name="connsiteX3" fmla="*/ 1474091 w 1474091"/>
                <a:gd name="connsiteY3" fmla="*/ 173879 h 754675"/>
                <a:gd name="connsiteX4" fmla="*/ 1321693 w 1474091"/>
                <a:gd name="connsiteY4" fmla="*/ 254843 h 754675"/>
                <a:gd name="connsiteX5" fmla="*/ 478729 w 1474091"/>
                <a:gd name="connsiteY5" fmla="*/ 754675 h 754675"/>
                <a:gd name="connsiteX6" fmla="*/ 7241 w 1474091"/>
                <a:gd name="connsiteY6" fmla="*/ 664188 h 754675"/>
                <a:gd name="connsiteX7" fmla="*/ 297754 w 1474091"/>
                <a:gd name="connsiteY7" fmla="*/ 288179 h 754675"/>
                <a:gd name="connsiteX0" fmla="*/ 297754 w 1474091"/>
                <a:gd name="connsiteY0" fmla="*/ 288179 h 754675"/>
                <a:gd name="connsiteX1" fmla="*/ 978793 w 1474091"/>
                <a:gd name="connsiteY1" fmla="*/ 7192 h 754675"/>
                <a:gd name="connsiteX2" fmla="*/ 1345505 w 1474091"/>
                <a:gd name="connsiteY2" fmla="*/ 35767 h 754675"/>
                <a:gd name="connsiteX3" fmla="*/ 1474091 w 1474091"/>
                <a:gd name="connsiteY3" fmla="*/ 173879 h 754675"/>
                <a:gd name="connsiteX4" fmla="*/ 1321693 w 1474091"/>
                <a:gd name="connsiteY4" fmla="*/ 254843 h 754675"/>
                <a:gd name="connsiteX5" fmla="*/ 878780 w 1474091"/>
                <a:gd name="connsiteY5" fmla="*/ 369143 h 754675"/>
                <a:gd name="connsiteX6" fmla="*/ 478729 w 1474091"/>
                <a:gd name="connsiteY6" fmla="*/ 754675 h 754675"/>
                <a:gd name="connsiteX7" fmla="*/ 7241 w 1474091"/>
                <a:gd name="connsiteY7" fmla="*/ 664188 h 754675"/>
                <a:gd name="connsiteX8" fmla="*/ 297754 w 1474091"/>
                <a:gd name="connsiteY8" fmla="*/ 288179 h 754675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07304 w 1474091"/>
                <a:gd name="connsiteY6" fmla="*/ 454638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07304 w 1474091"/>
                <a:gd name="connsiteY6" fmla="*/ 454638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07304 w 1474091"/>
                <a:gd name="connsiteY6" fmla="*/ 454638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07304 w 1474091"/>
                <a:gd name="connsiteY6" fmla="*/ 454638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26354 w 1474091"/>
                <a:gd name="connsiteY6" fmla="*/ 445113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26354 w 1474091"/>
                <a:gd name="connsiteY6" fmla="*/ 445113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26354 w 1474091"/>
                <a:gd name="connsiteY6" fmla="*/ 445113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562739"/>
                <a:gd name="connsiteY0" fmla="*/ 288179 h 664188"/>
                <a:gd name="connsiteX1" fmla="*/ 978793 w 1562739"/>
                <a:gd name="connsiteY1" fmla="*/ 7192 h 664188"/>
                <a:gd name="connsiteX2" fmla="*/ 1345505 w 1562739"/>
                <a:gd name="connsiteY2" fmla="*/ 35767 h 664188"/>
                <a:gd name="connsiteX3" fmla="*/ 1474091 w 1562739"/>
                <a:gd name="connsiteY3" fmla="*/ 173879 h 664188"/>
                <a:gd name="connsiteX4" fmla="*/ 1321693 w 1562739"/>
                <a:gd name="connsiteY4" fmla="*/ 254843 h 664188"/>
                <a:gd name="connsiteX5" fmla="*/ 878780 w 1562739"/>
                <a:gd name="connsiteY5" fmla="*/ 369143 h 664188"/>
                <a:gd name="connsiteX6" fmla="*/ 526354 w 1562739"/>
                <a:gd name="connsiteY6" fmla="*/ 445113 h 664188"/>
                <a:gd name="connsiteX7" fmla="*/ 7241 w 1562739"/>
                <a:gd name="connsiteY7" fmla="*/ 664188 h 664188"/>
                <a:gd name="connsiteX8" fmla="*/ 297754 w 1562739"/>
                <a:gd name="connsiteY8" fmla="*/ 288179 h 664188"/>
                <a:gd name="connsiteX0" fmla="*/ 297754 w 1546452"/>
                <a:gd name="connsiteY0" fmla="*/ 288179 h 664188"/>
                <a:gd name="connsiteX1" fmla="*/ 978793 w 1546452"/>
                <a:gd name="connsiteY1" fmla="*/ 7192 h 664188"/>
                <a:gd name="connsiteX2" fmla="*/ 1345505 w 1546452"/>
                <a:gd name="connsiteY2" fmla="*/ 35767 h 664188"/>
                <a:gd name="connsiteX3" fmla="*/ 1474091 w 1546452"/>
                <a:gd name="connsiteY3" fmla="*/ 173879 h 664188"/>
                <a:gd name="connsiteX4" fmla="*/ 1321693 w 1546452"/>
                <a:gd name="connsiteY4" fmla="*/ 254843 h 664188"/>
                <a:gd name="connsiteX5" fmla="*/ 878780 w 1546452"/>
                <a:gd name="connsiteY5" fmla="*/ 369143 h 664188"/>
                <a:gd name="connsiteX6" fmla="*/ 526354 w 1546452"/>
                <a:gd name="connsiteY6" fmla="*/ 445113 h 664188"/>
                <a:gd name="connsiteX7" fmla="*/ 7241 w 1546452"/>
                <a:gd name="connsiteY7" fmla="*/ 664188 h 664188"/>
                <a:gd name="connsiteX8" fmla="*/ 297754 w 1546452"/>
                <a:gd name="connsiteY8" fmla="*/ 288179 h 664188"/>
                <a:gd name="connsiteX0" fmla="*/ 297754 w 1563792"/>
                <a:gd name="connsiteY0" fmla="*/ 288179 h 664188"/>
                <a:gd name="connsiteX1" fmla="*/ 978793 w 1563792"/>
                <a:gd name="connsiteY1" fmla="*/ 7192 h 664188"/>
                <a:gd name="connsiteX2" fmla="*/ 1345505 w 1563792"/>
                <a:gd name="connsiteY2" fmla="*/ 35767 h 664188"/>
                <a:gd name="connsiteX3" fmla="*/ 1474091 w 1563792"/>
                <a:gd name="connsiteY3" fmla="*/ 173879 h 664188"/>
                <a:gd name="connsiteX4" fmla="*/ 1321693 w 1563792"/>
                <a:gd name="connsiteY4" fmla="*/ 254843 h 664188"/>
                <a:gd name="connsiteX5" fmla="*/ 878780 w 1563792"/>
                <a:gd name="connsiteY5" fmla="*/ 369143 h 664188"/>
                <a:gd name="connsiteX6" fmla="*/ 526354 w 1563792"/>
                <a:gd name="connsiteY6" fmla="*/ 445113 h 664188"/>
                <a:gd name="connsiteX7" fmla="*/ 7241 w 1563792"/>
                <a:gd name="connsiteY7" fmla="*/ 664188 h 664188"/>
                <a:gd name="connsiteX8" fmla="*/ 297754 w 1563792"/>
                <a:gd name="connsiteY8" fmla="*/ 288179 h 664188"/>
                <a:gd name="connsiteX0" fmla="*/ 297754 w 1563792"/>
                <a:gd name="connsiteY0" fmla="*/ 339306 h 715315"/>
                <a:gd name="connsiteX1" fmla="*/ 978793 w 1563792"/>
                <a:gd name="connsiteY1" fmla="*/ 58319 h 715315"/>
                <a:gd name="connsiteX2" fmla="*/ 1345505 w 1563792"/>
                <a:gd name="connsiteY2" fmla="*/ 86894 h 715315"/>
                <a:gd name="connsiteX3" fmla="*/ 1474091 w 1563792"/>
                <a:gd name="connsiteY3" fmla="*/ 225006 h 715315"/>
                <a:gd name="connsiteX4" fmla="*/ 1321693 w 1563792"/>
                <a:gd name="connsiteY4" fmla="*/ 305970 h 715315"/>
                <a:gd name="connsiteX5" fmla="*/ 878780 w 1563792"/>
                <a:gd name="connsiteY5" fmla="*/ 420270 h 715315"/>
                <a:gd name="connsiteX6" fmla="*/ 526354 w 1563792"/>
                <a:gd name="connsiteY6" fmla="*/ 496240 h 715315"/>
                <a:gd name="connsiteX7" fmla="*/ 7241 w 1563792"/>
                <a:gd name="connsiteY7" fmla="*/ 715315 h 715315"/>
                <a:gd name="connsiteX8" fmla="*/ 297754 w 1563792"/>
                <a:gd name="connsiteY8" fmla="*/ 339306 h 715315"/>
                <a:gd name="connsiteX0" fmla="*/ 297754 w 1563792"/>
                <a:gd name="connsiteY0" fmla="*/ 351235 h 727244"/>
                <a:gd name="connsiteX1" fmla="*/ 978793 w 1563792"/>
                <a:gd name="connsiteY1" fmla="*/ 70248 h 727244"/>
                <a:gd name="connsiteX2" fmla="*/ 1345505 w 1563792"/>
                <a:gd name="connsiteY2" fmla="*/ 98823 h 727244"/>
                <a:gd name="connsiteX3" fmla="*/ 1474091 w 1563792"/>
                <a:gd name="connsiteY3" fmla="*/ 236935 h 727244"/>
                <a:gd name="connsiteX4" fmla="*/ 1321693 w 1563792"/>
                <a:gd name="connsiteY4" fmla="*/ 317899 h 727244"/>
                <a:gd name="connsiteX5" fmla="*/ 878780 w 1563792"/>
                <a:gd name="connsiteY5" fmla="*/ 432199 h 727244"/>
                <a:gd name="connsiteX6" fmla="*/ 526354 w 1563792"/>
                <a:gd name="connsiteY6" fmla="*/ 508169 h 727244"/>
                <a:gd name="connsiteX7" fmla="*/ 7241 w 1563792"/>
                <a:gd name="connsiteY7" fmla="*/ 727244 h 727244"/>
                <a:gd name="connsiteX8" fmla="*/ 297754 w 1563792"/>
                <a:gd name="connsiteY8" fmla="*/ 351235 h 727244"/>
                <a:gd name="connsiteX0" fmla="*/ 297754 w 1563792"/>
                <a:gd name="connsiteY0" fmla="*/ 351235 h 727244"/>
                <a:gd name="connsiteX1" fmla="*/ 978793 w 1563792"/>
                <a:gd name="connsiteY1" fmla="*/ 70248 h 727244"/>
                <a:gd name="connsiteX2" fmla="*/ 1345505 w 1563792"/>
                <a:gd name="connsiteY2" fmla="*/ 98823 h 727244"/>
                <a:gd name="connsiteX3" fmla="*/ 1474091 w 1563792"/>
                <a:gd name="connsiteY3" fmla="*/ 236935 h 727244"/>
                <a:gd name="connsiteX4" fmla="*/ 1321693 w 1563792"/>
                <a:gd name="connsiteY4" fmla="*/ 317899 h 727244"/>
                <a:gd name="connsiteX5" fmla="*/ 878780 w 1563792"/>
                <a:gd name="connsiteY5" fmla="*/ 432199 h 727244"/>
                <a:gd name="connsiteX6" fmla="*/ 526354 w 1563792"/>
                <a:gd name="connsiteY6" fmla="*/ 508169 h 727244"/>
                <a:gd name="connsiteX7" fmla="*/ 7241 w 1563792"/>
                <a:gd name="connsiteY7" fmla="*/ 727244 h 727244"/>
                <a:gd name="connsiteX8" fmla="*/ 297754 w 1563792"/>
                <a:gd name="connsiteY8" fmla="*/ 351235 h 727244"/>
                <a:gd name="connsiteX0" fmla="*/ 297754 w 1563792"/>
                <a:gd name="connsiteY0" fmla="*/ 357202 h 733211"/>
                <a:gd name="connsiteX1" fmla="*/ 978793 w 1563792"/>
                <a:gd name="connsiteY1" fmla="*/ 76215 h 733211"/>
                <a:gd name="connsiteX2" fmla="*/ 1345505 w 1563792"/>
                <a:gd name="connsiteY2" fmla="*/ 104790 h 733211"/>
                <a:gd name="connsiteX3" fmla="*/ 1474091 w 1563792"/>
                <a:gd name="connsiteY3" fmla="*/ 242902 h 733211"/>
                <a:gd name="connsiteX4" fmla="*/ 1321693 w 1563792"/>
                <a:gd name="connsiteY4" fmla="*/ 323866 h 733211"/>
                <a:gd name="connsiteX5" fmla="*/ 878780 w 1563792"/>
                <a:gd name="connsiteY5" fmla="*/ 438166 h 733211"/>
                <a:gd name="connsiteX6" fmla="*/ 526354 w 1563792"/>
                <a:gd name="connsiteY6" fmla="*/ 514136 h 733211"/>
                <a:gd name="connsiteX7" fmla="*/ 7241 w 1563792"/>
                <a:gd name="connsiteY7" fmla="*/ 733211 h 733211"/>
                <a:gd name="connsiteX8" fmla="*/ 297754 w 1563792"/>
                <a:gd name="connsiteY8" fmla="*/ 357202 h 733211"/>
                <a:gd name="connsiteX0" fmla="*/ 297754 w 1563792"/>
                <a:gd name="connsiteY0" fmla="*/ 357202 h 733211"/>
                <a:gd name="connsiteX1" fmla="*/ 978793 w 1563792"/>
                <a:gd name="connsiteY1" fmla="*/ 76215 h 733211"/>
                <a:gd name="connsiteX2" fmla="*/ 1345505 w 1563792"/>
                <a:gd name="connsiteY2" fmla="*/ 104790 h 733211"/>
                <a:gd name="connsiteX3" fmla="*/ 1474091 w 1563792"/>
                <a:gd name="connsiteY3" fmla="*/ 242902 h 733211"/>
                <a:gd name="connsiteX4" fmla="*/ 1321693 w 1563792"/>
                <a:gd name="connsiteY4" fmla="*/ 323866 h 733211"/>
                <a:gd name="connsiteX5" fmla="*/ 878780 w 1563792"/>
                <a:gd name="connsiteY5" fmla="*/ 438166 h 733211"/>
                <a:gd name="connsiteX6" fmla="*/ 750192 w 1563792"/>
                <a:gd name="connsiteY6" fmla="*/ 556998 h 733211"/>
                <a:gd name="connsiteX7" fmla="*/ 7241 w 1563792"/>
                <a:gd name="connsiteY7" fmla="*/ 733211 h 733211"/>
                <a:gd name="connsiteX8" fmla="*/ 297754 w 1563792"/>
                <a:gd name="connsiteY8" fmla="*/ 357202 h 733211"/>
                <a:gd name="connsiteX0" fmla="*/ 297754 w 1563792"/>
                <a:gd name="connsiteY0" fmla="*/ 357202 h 733211"/>
                <a:gd name="connsiteX1" fmla="*/ 978793 w 1563792"/>
                <a:gd name="connsiteY1" fmla="*/ 76215 h 733211"/>
                <a:gd name="connsiteX2" fmla="*/ 1345505 w 1563792"/>
                <a:gd name="connsiteY2" fmla="*/ 104790 h 733211"/>
                <a:gd name="connsiteX3" fmla="*/ 1474091 w 1563792"/>
                <a:gd name="connsiteY3" fmla="*/ 242902 h 733211"/>
                <a:gd name="connsiteX4" fmla="*/ 1321693 w 1563792"/>
                <a:gd name="connsiteY4" fmla="*/ 323866 h 733211"/>
                <a:gd name="connsiteX5" fmla="*/ 1183580 w 1563792"/>
                <a:gd name="connsiteY5" fmla="*/ 452454 h 733211"/>
                <a:gd name="connsiteX6" fmla="*/ 750192 w 1563792"/>
                <a:gd name="connsiteY6" fmla="*/ 556998 h 733211"/>
                <a:gd name="connsiteX7" fmla="*/ 7241 w 1563792"/>
                <a:gd name="connsiteY7" fmla="*/ 733211 h 733211"/>
                <a:gd name="connsiteX8" fmla="*/ 297754 w 1563792"/>
                <a:gd name="connsiteY8" fmla="*/ 357202 h 733211"/>
                <a:gd name="connsiteX0" fmla="*/ 297754 w 1563792"/>
                <a:gd name="connsiteY0" fmla="*/ 357202 h 733211"/>
                <a:gd name="connsiteX1" fmla="*/ 978793 w 1563792"/>
                <a:gd name="connsiteY1" fmla="*/ 76215 h 733211"/>
                <a:gd name="connsiteX2" fmla="*/ 1345505 w 1563792"/>
                <a:gd name="connsiteY2" fmla="*/ 104790 h 733211"/>
                <a:gd name="connsiteX3" fmla="*/ 1474091 w 1563792"/>
                <a:gd name="connsiteY3" fmla="*/ 242902 h 733211"/>
                <a:gd name="connsiteX4" fmla="*/ 1469331 w 1563792"/>
                <a:gd name="connsiteY4" fmla="*/ 447691 h 733211"/>
                <a:gd name="connsiteX5" fmla="*/ 1183580 w 1563792"/>
                <a:gd name="connsiteY5" fmla="*/ 452454 h 733211"/>
                <a:gd name="connsiteX6" fmla="*/ 750192 w 1563792"/>
                <a:gd name="connsiteY6" fmla="*/ 556998 h 733211"/>
                <a:gd name="connsiteX7" fmla="*/ 7241 w 1563792"/>
                <a:gd name="connsiteY7" fmla="*/ 733211 h 733211"/>
                <a:gd name="connsiteX8" fmla="*/ 297754 w 1563792"/>
                <a:gd name="connsiteY8" fmla="*/ 357202 h 733211"/>
                <a:gd name="connsiteX0" fmla="*/ 297754 w 1854348"/>
                <a:gd name="connsiteY0" fmla="*/ 357202 h 733211"/>
                <a:gd name="connsiteX1" fmla="*/ 978793 w 1854348"/>
                <a:gd name="connsiteY1" fmla="*/ 76215 h 733211"/>
                <a:gd name="connsiteX2" fmla="*/ 1345505 w 1854348"/>
                <a:gd name="connsiteY2" fmla="*/ 104790 h 733211"/>
                <a:gd name="connsiteX3" fmla="*/ 1807466 w 1854348"/>
                <a:gd name="connsiteY3" fmla="*/ 252427 h 733211"/>
                <a:gd name="connsiteX4" fmla="*/ 1469331 w 1854348"/>
                <a:gd name="connsiteY4" fmla="*/ 447691 h 733211"/>
                <a:gd name="connsiteX5" fmla="*/ 1183580 w 1854348"/>
                <a:gd name="connsiteY5" fmla="*/ 452454 h 733211"/>
                <a:gd name="connsiteX6" fmla="*/ 750192 w 1854348"/>
                <a:gd name="connsiteY6" fmla="*/ 556998 h 733211"/>
                <a:gd name="connsiteX7" fmla="*/ 7241 w 1854348"/>
                <a:gd name="connsiteY7" fmla="*/ 733211 h 733211"/>
                <a:gd name="connsiteX8" fmla="*/ 297754 w 1854348"/>
                <a:gd name="connsiteY8" fmla="*/ 357202 h 733211"/>
                <a:gd name="connsiteX0" fmla="*/ 297754 w 1838610"/>
                <a:gd name="connsiteY0" fmla="*/ 357202 h 733211"/>
                <a:gd name="connsiteX1" fmla="*/ 978793 w 1838610"/>
                <a:gd name="connsiteY1" fmla="*/ 76215 h 733211"/>
                <a:gd name="connsiteX2" fmla="*/ 1002605 w 1838610"/>
                <a:gd name="connsiteY2" fmla="*/ 223852 h 733211"/>
                <a:gd name="connsiteX3" fmla="*/ 1807466 w 1838610"/>
                <a:gd name="connsiteY3" fmla="*/ 252427 h 733211"/>
                <a:gd name="connsiteX4" fmla="*/ 1469331 w 1838610"/>
                <a:gd name="connsiteY4" fmla="*/ 447691 h 733211"/>
                <a:gd name="connsiteX5" fmla="*/ 1183580 w 1838610"/>
                <a:gd name="connsiteY5" fmla="*/ 452454 h 733211"/>
                <a:gd name="connsiteX6" fmla="*/ 750192 w 1838610"/>
                <a:gd name="connsiteY6" fmla="*/ 556998 h 733211"/>
                <a:gd name="connsiteX7" fmla="*/ 7241 w 1838610"/>
                <a:gd name="connsiteY7" fmla="*/ 733211 h 733211"/>
                <a:gd name="connsiteX8" fmla="*/ 297754 w 1838610"/>
                <a:gd name="connsiteY8" fmla="*/ 357202 h 733211"/>
                <a:gd name="connsiteX0" fmla="*/ 297754 w 1838610"/>
                <a:gd name="connsiteY0" fmla="*/ 210187 h 586196"/>
                <a:gd name="connsiteX1" fmla="*/ 669230 w 1838610"/>
                <a:gd name="connsiteY1" fmla="*/ 162563 h 586196"/>
                <a:gd name="connsiteX2" fmla="*/ 1002605 w 1838610"/>
                <a:gd name="connsiteY2" fmla="*/ 76837 h 586196"/>
                <a:gd name="connsiteX3" fmla="*/ 1807466 w 1838610"/>
                <a:gd name="connsiteY3" fmla="*/ 105412 h 586196"/>
                <a:gd name="connsiteX4" fmla="*/ 1469331 w 1838610"/>
                <a:gd name="connsiteY4" fmla="*/ 300676 h 586196"/>
                <a:gd name="connsiteX5" fmla="*/ 1183580 w 1838610"/>
                <a:gd name="connsiteY5" fmla="*/ 305439 h 586196"/>
                <a:gd name="connsiteX6" fmla="*/ 750192 w 1838610"/>
                <a:gd name="connsiteY6" fmla="*/ 409983 h 586196"/>
                <a:gd name="connsiteX7" fmla="*/ 7241 w 1838610"/>
                <a:gd name="connsiteY7" fmla="*/ 586196 h 586196"/>
                <a:gd name="connsiteX8" fmla="*/ 297754 w 1838610"/>
                <a:gd name="connsiteY8" fmla="*/ 210187 h 586196"/>
                <a:gd name="connsiteX0" fmla="*/ 297754 w 1838610"/>
                <a:gd name="connsiteY0" fmla="*/ 190334 h 566343"/>
                <a:gd name="connsiteX1" fmla="*/ 1002605 w 1838610"/>
                <a:gd name="connsiteY1" fmla="*/ 56984 h 566343"/>
                <a:gd name="connsiteX2" fmla="*/ 1807466 w 1838610"/>
                <a:gd name="connsiteY2" fmla="*/ 85559 h 566343"/>
                <a:gd name="connsiteX3" fmla="*/ 1469331 w 1838610"/>
                <a:gd name="connsiteY3" fmla="*/ 280823 h 566343"/>
                <a:gd name="connsiteX4" fmla="*/ 1183580 w 1838610"/>
                <a:gd name="connsiteY4" fmla="*/ 285586 h 566343"/>
                <a:gd name="connsiteX5" fmla="*/ 750192 w 1838610"/>
                <a:gd name="connsiteY5" fmla="*/ 390130 h 566343"/>
                <a:gd name="connsiteX6" fmla="*/ 7241 w 1838610"/>
                <a:gd name="connsiteY6" fmla="*/ 566343 h 566343"/>
                <a:gd name="connsiteX7" fmla="*/ 297754 w 1838610"/>
                <a:gd name="connsiteY7" fmla="*/ 190334 h 566343"/>
                <a:gd name="connsiteX0" fmla="*/ 764316 w 1833685"/>
                <a:gd name="connsiteY0" fmla="*/ 185572 h 566343"/>
                <a:gd name="connsiteX1" fmla="*/ 997680 w 1833685"/>
                <a:gd name="connsiteY1" fmla="*/ 56984 h 566343"/>
                <a:gd name="connsiteX2" fmla="*/ 1802541 w 1833685"/>
                <a:gd name="connsiteY2" fmla="*/ 85559 h 566343"/>
                <a:gd name="connsiteX3" fmla="*/ 1464406 w 1833685"/>
                <a:gd name="connsiteY3" fmla="*/ 280823 h 566343"/>
                <a:gd name="connsiteX4" fmla="*/ 1178655 w 1833685"/>
                <a:gd name="connsiteY4" fmla="*/ 285586 h 566343"/>
                <a:gd name="connsiteX5" fmla="*/ 745267 w 1833685"/>
                <a:gd name="connsiteY5" fmla="*/ 390130 h 566343"/>
                <a:gd name="connsiteX6" fmla="*/ 2316 w 1833685"/>
                <a:gd name="connsiteY6" fmla="*/ 566343 h 566343"/>
                <a:gd name="connsiteX7" fmla="*/ 764316 w 1833685"/>
                <a:gd name="connsiteY7" fmla="*/ 185572 h 566343"/>
                <a:gd name="connsiteX0" fmla="*/ 769540 w 1838909"/>
                <a:gd name="connsiteY0" fmla="*/ 185572 h 566343"/>
                <a:gd name="connsiteX1" fmla="*/ 1002904 w 1838909"/>
                <a:gd name="connsiteY1" fmla="*/ 56984 h 566343"/>
                <a:gd name="connsiteX2" fmla="*/ 1807765 w 1838909"/>
                <a:gd name="connsiteY2" fmla="*/ 85559 h 566343"/>
                <a:gd name="connsiteX3" fmla="*/ 1469630 w 1838909"/>
                <a:gd name="connsiteY3" fmla="*/ 280823 h 566343"/>
                <a:gd name="connsiteX4" fmla="*/ 1183879 w 1838909"/>
                <a:gd name="connsiteY4" fmla="*/ 285586 h 566343"/>
                <a:gd name="connsiteX5" fmla="*/ 750491 w 1838909"/>
                <a:gd name="connsiteY5" fmla="*/ 390130 h 566343"/>
                <a:gd name="connsiteX6" fmla="*/ 7540 w 1838909"/>
                <a:gd name="connsiteY6" fmla="*/ 566343 h 566343"/>
                <a:gd name="connsiteX7" fmla="*/ 769540 w 1838909"/>
                <a:gd name="connsiteY7" fmla="*/ 185572 h 566343"/>
                <a:gd name="connsiteX0" fmla="*/ 769540 w 2293945"/>
                <a:gd name="connsiteY0" fmla="*/ 172607 h 553378"/>
                <a:gd name="connsiteX1" fmla="*/ 1002904 w 2293945"/>
                <a:gd name="connsiteY1" fmla="*/ 44019 h 553378"/>
                <a:gd name="connsiteX2" fmla="*/ 2272585 w 2293945"/>
                <a:gd name="connsiteY2" fmla="*/ 95454 h 553378"/>
                <a:gd name="connsiteX3" fmla="*/ 1469630 w 2293945"/>
                <a:gd name="connsiteY3" fmla="*/ 267858 h 553378"/>
                <a:gd name="connsiteX4" fmla="*/ 1183879 w 2293945"/>
                <a:gd name="connsiteY4" fmla="*/ 272621 h 553378"/>
                <a:gd name="connsiteX5" fmla="*/ 750491 w 2293945"/>
                <a:gd name="connsiteY5" fmla="*/ 377165 h 553378"/>
                <a:gd name="connsiteX6" fmla="*/ 7540 w 2293945"/>
                <a:gd name="connsiteY6" fmla="*/ 553378 h 553378"/>
                <a:gd name="connsiteX7" fmla="*/ 769540 w 2293945"/>
                <a:gd name="connsiteY7" fmla="*/ 172607 h 553378"/>
                <a:gd name="connsiteX0" fmla="*/ 769540 w 2320536"/>
                <a:gd name="connsiteY0" fmla="*/ 162712 h 543483"/>
                <a:gd name="connsiteX1" fmla="*/ 1825864 w 2320536"/>
                <a:gd name="connsiteY1" fmla="*/ 56984 h 543483"/>
                <a:gd name="connsiteX2" fmla="*/ 2272585 w 2320536"/>
                <a:gd name="connsiteY2" fmla="*/ 85559 h 543483"/>
                <a:gd name="connsiteX3" fmla="*/ 1469630 w 2320536"/>
                <a:gd name="connsiteY3" fmla="*/ 257963 h 543483"/>
                <a:gd name="connsiteX4" fmla="*/ 1183879 w 2320536"/>
                <a:gd name="connsiteY4" fmla="*/ 262726 h 543483"/>
                <a:gd name="connsiteX5" fmla="*/ 750491 w 2320536"/>
                <a:gd name="connsiteY5" fmla="*/ 367270 h 543483"/>
                <a:gd name="connsiteX6" fmla="*/ 7540 w 2320536"/>
                <a:gd name="connsiteY6" fmla="*/ 543483 h 543483"/>
                <a:gd name="connsiteX7" fmla="*/ 769540 w 2320536"/>
                <a:gd name="connsiteY7" fmla="*/ 162712 h 543483"/>
                <a:gd name="connsiteX0" fmla="*/ 769540 w 2320536"/>
                <a:gd name="connsiteY0" fmla="*/ 162712 h 543483"/>
                <a:gd name="connsiteX1" fmla="*/ 1825864 w 2320536"/>
                <a:gd name="connsiteY1" fmla="*/ 56984 h 543483"/>
                <a:gd name="connsiteX2" fmla="*/ 2272585 w 2320536"/>
                <a:gd name="connsiteY2" fmla="*/ 85559 h 543483"/>
                <a:gd name="connsiteX3" fmla="*/ 1469630 w 2320536"/>
                <a:gd name="connsiteY3" fmla="*/ 257963 h 543483"/>
                <a:gd name="connsiteX4" fmla="*/ 1183879 w 2320536"/>
                <a:gd name="connsiteY4" fmla="*/ 262726 h 543483"/>
                <a:gd name="connsiteX5" fmla="*/ 750491 w 2320536"/>
                <a:gd name="connsiteY5" fmla="*/ 367270 h 543483"/>
                <a:gd name="connsiteX6" fmla="*/ 7540 w 2320536"/>
                <a:gd name="connsiteY6" fmla="*/ 543483 h 543483"/>
                <a:gd name="connsiteX7" fmla="*/ 769540 w 2320536"/>
                <a:gd name="connsiteY7" fmla="*/ 162712 h 543483"/>
                <a:gd name="connsiteX0" fmla="*/ 769540 w 2272585"/>
                <a:gd name="connsiteY0" fmla="*/ 142125 h 522896"/>
                <a:gd name="connsiteX1" fmla="*/ 1825864 w 2272585"/>
                <a:gd name="connsiteY1" fmla="*/ 36397 h 522896"/>
                <a:gd name="connsiteX2" fmla="*/ 2272585 w 2272585"/>
                <a:gd name="connsiteY2" fmla="*/ 64972 h 522896"/>
                <a:gd name="connsiteX3" fmla="*/ 1469630 w 2272585"/>
                <a:gd name="connsiteY3" fmla="*/ 237376 h 522896"/>
                <a:gd name="connsiteX4" fmla="*/ 1183879 w 2272585"/>
                <a:gd name="connsiteY4" fmla="*/ 242139 h 522896"/>
                <a:gd name="connsiteX5" fmla="*/ 750491 w 2272585"/>
                <a:gd name="connsiteY5" fmla="*/ 346683 h 522896"/>
                <a:gd name="connsiteX6" fmla="*/ 7540 w 2272585"/>
                <a:gd name="connsiteY6" fmla="*/ 522896 h 522896"/>
                <a:gd name="connsiteX7" fmla="*/ 769540 w 2272585"/>
                <a:gd name="connsiteY7" fmla="*/ 142125 h 522896"/>
                <a:gd name="connsiteX0" fmla="*/ 769540 w 2272585"/>
                <a:gd name="connsiteY0" fmla="*/ 142125 h 522896"/>
                <a:gd name="connsiteX1" fmla="*/ 1825864 w 2272585"/>
                <a:gd name="connsiteY1" fmla="*/ 36397 h 522896"/>
                <a:gd name="connsiteX2" fmla="*/ 2272585 w 2272585"/>
                <a:gd name="connsiteY2" fmla="*/ 64972 h 522896"/>
                <a:gd name="connsiteX3" fmla="*/ 1469630 w 2272585"/>
                <a:gd name="connsiteY3" fmla="*/ 237376 h 522896"/>
                <a:gd name="connsiteX4" fmla="*/ 1183879 w 2272585"/>
                <a:gd name="connsiteY4" fmla="*/ 242139 h 522896"/>
                <a:gd name="connsiteX5" fmla="*/ 750491 w 2272585"/>
                <a:gd name="connsiteY5" fmla="*/ 346683 h 522896"/>
                <a:gd name="connsiteX6" fmla="*/ 7540 w 2272585"/>
                <a:gd name="connsiteY6" fmla="*/ 522896 h 522896"/>
                <a:gd name="connsiteX7" fmla="*/ 769540 w 2272585"/>
                <a:gd name="connsiteY7" fmla="*/ 142125 h 522896"/>
                <a:gd name="connsiteX0" fmla="*/ 769540 w 2272585"/>
                <a:gd name="connsiteY0" fmla="*/ 142125 h 522896"/>
                <a:gd name="connsiteX1" fmla="*/ 1825864 w 2272585"/>
                <a:gd name="connsiteY1" fmla="*/ 36397 h 522896"/>
                <a:gd name="connsiteX2" fmla="*/ 2272585 w 2272585"/>
                <a:gd name="connsiteY2" fmla="*/ 64972 h 522896"/>
                <a:gd name="connsiteX3" fmla="*/ 1469630 w 2272585"/>
                <a:gd name="connsiteY3" fmla="*/ 237376 h 522896"/>
                <a:gd name="connsiteX4" fmla="*/ 1183879 w 2272585"/>
                <a:gd name="connsiteY4" fmla="*/ 242139 h 522896"/>
                <a:gd name="connsiteX5" fmla="*/ 750491 w 2272585"/>
                <a:gd name="connsiteY5" fmla="*/ 346683 h 522896"/>
                <a:gd name="connsiteX6" fmla="*/ 7540 w 2272585"/>
                <a:gd name="connsiteY6" fmla="*/ 522896 h 522896"/>
                <a:gd name="connsiteX7" fmla="*/ 769540 w 2272585"/>
                <a:gd name="connsiteY7" fmla="*/ 142125 h 522896"/>
                <a:gd name="connsiteX0" fmla="*/ 769540 w 2272585"/>
                <a:gd name="connsiteY0" fmla="*/ 142125 h 522896"/>
                <a:gd name="connsiteX1" fmla="*/ 1825864 w 2272585"/>
                <a:gd name="connsiteY1" fmla="*/ 36397 h 522896"/>
                <a:gd name="connsiteX2" fmla="*/ 2272585 w 2272585"/>
                <a:gd name="connsiteY2" fmla="*/ 64972 h 522896"/>
                <a:gd name="connsiteX3" fmla="*/ 1469630 w 2272585"/>
                <a:gd name="connsiteY3" fmla="*/ 237376 h 522896"/>
                <a:gd name="connsiteX4" fmla="*/ 1183879 w 2272585"/>
                <a:gd name="connsiteY4" fmla="*/ 242139 h 522896"/>
                <a:gd name="connsiteX5" fmla="*/ 750491 w 2272585"/>
                <a:gd name="connsiteY5" fmla="*/ 346683 h 522896"/>
                <a:gd name="connsiteX6" fmla="*/ 7540 w 2272585"/>
                <a:gd name="connsiteY6" fmla="*/ 522896 h 522896"/>
                <a:gd name="connsiteX7" fmla="*/ 769540 w 2272585"/>
                <a:gd name="connsiteY7" fmla="*/ 142125 h 522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72585" h="522896">
                  <a:moveTo>
                    <a:pt x="769540" y="142125"/>
                  </a:moveTo>
                  <a:cubicBezTo>
                    <a:pt x="935434" y="57232"/>
                    <a:pt x="1368505" y="-60440"/>
                    <a:pt x="1825864" y="36397"/>
                  </a:cubicBezTo>
                  <a:cubicBezTo>
                    <a:pt x="1968739" y="1472"/>
                    <a:pt x="2157333" y="28460"/>
                    <a:pt x="2272585" y="64972"/>
                  </a:cubicBezTo>
                  <a:cubicBezTo>
                    <a:pt x="2221786" y="98310"/>
                    <a:pt x="1771889" y="249758"/>
                    <a:pt x="1469630" y="237376"/>
                  </a:cubicBezTo>
                  <a:cubicBezTo>
                    <a:pt x="1386762" y="258648"/>
                    <a:pt x="1288654" y="242775"/>
                    <a:pt x="1183879" y="242139"/>
                  </a:cubicBezTo>
                  <a:cubicBezTo>
                    <a:pt x="1088629" y="308737"/>
                    <a:pt x="936228" y="413435"/>
                    <a:pt x="750491" y="346683"/>
                  </a:cubicBezTo>
                  <a:cubicBezTo>
                    <a:pt x="474265" y="578458"/>
                    <a:pt x="174228" y="453046"/>
                    <a:pt x="7540" y="522896"/>
                  </a:cubicBezTo>
                  <a:cubicBezTo>
                    <a:pt x="-38497" y="249922"/>
                    <a:pt x="115490" y="124586"/>
                    <a:pt x="769540" y="142125"/>
                  </a:cubicBezTo>
                  <a:close/>
                </a:path>
              </a:pathLst>
            </a:custGeom>
            <a:solidFill>
              <a:schemeClr val="bg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4937319-81EA-7B2D-228D-1E78A3EAE21D}"/>
                </a:ext>
              </a:extLst>
            </p:cNvPr>
            <p:cNvSpPr/>
            <p:nvPr/>
          </p:nvSpPr>
          <p:spPr>
            <a:xfrm>
              <a:off x="4896739" y="2812983"/>
              <a:ext cx="381000" cy="384810"/>
            </a:xfrm>
            <a:prstGeom prst="roundRect">
              <a:avLst>
                <a:gd name="adj" fmla="val 6667"/>
              </a:avLst>
            </a:prstGeom>
            <a:solidFill>
              <a:schemeClr val="bg2">
                <a:lumMod val="7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506B7BD-0E70-9068-CF25-6F9EF164D07D}"/>
                </a:ext>
              </a:extLst>
            </p:cNvPr>
            <p:cNvSpPr/>
            <p:nvPr/>
          </p:nvSpPr>
          <p:spPr>
            <a:xfrm>
              <a:off x="5749290" y="2967152"/>
              <a:ext cx="323850" cy="384810"/>
            </a:xfrm>
            <a:prstGeom prst="roundRect">
              <a:avLst>
                <a:gd name="adj" fmla="val 6667"/>
              </a:avLst>
            </a:prstGeom>
            <a:solidFill>
              <a:schemeClr val="bg2">
                <a:lumMod val="7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699B027-6101-182B-FA5A-A17E87E10D4B}"/>
                </a:ext>
              </a:extLst>
            </p:cNvPr>
            <p:cNvSpPr/>
            <p:nvPr/>
          </p:nvSpPr>
          <p:spPr>
            <a:xfrm>
              <a:off x="4290060" y="3133496"/>
              <a:ext cx="2179320" cy="914400"/>
            </a:xfrm>
            <a:prstGeom prst="roundRect">
              <a:avLst>
                <a:gd name="adj" fmla="val 6667"/>
              </a:avLst>
            </a:prstGeom>
            <a:solidFill>
              <a:srgbClr val="42B44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C608298-4108-72C7-153D-7BE9934906F1}"/>
                </a:ext>
              </a:extLst>
            </p:cNvPr>
            <p:cNvSpPr/>
            <p:nvPr/>
          </p:nvSpPr>
          <p:spPr>
            <a:xfrm>
              <a:off x="3524250" y="3829050"/>
              <a:ext cx="3308350" cy="914400"/>
            </a:xfrm>
            <a:prstGeom prst="roundRect">
              <a:avLst>
                <a:gd name="adj" fmla="val 6667"/>
              </a:avLst>
            </a:prstGeom>
            <a:solidFill>
              <a:srgbClr val="F7F03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F08DC5B-3B71-F739-CC42-C6EECA344925}"/>
                </a:ext>
              </a:extLst>
            </p:cNvPr>
            <p:cNvSpPr/>
            <p:nvPr/>
          </p:nvSpPr>
          <p:spPr>
            <a:xfrm>
              <a:off x="2419350" y="4558436"/>
              <a:ext cx="5543550" cy="1213714"/>
            </a:xfrm>
            <a:custGeom>
              <a:avLst/>
              <a:gdLst>
                <a:gd name="connsiteX0" fmla="*/ 0 w 5448300"/>
                <a:gd name="connsiteY0" fmla="*/ 0 h 381000"/>
                <a:gd name="connsiteX1" fmla="*/ 5448300 w 5448300"/>
                <a:gd name="connsiteY1" fmla="*/ 0 h 381000"/>
                <a:gd name="connsiteX2" fmla="*/ 5448300 w 5448300"/>
                <a:gd name="connsiteY2" fmla="*/ 381000 h 381000"/>
                <a:gd name="connsiteX3" fmla="*/ 0 w 5448300"/>
                <a:gd name="connsiteY3" fmla="*/ 381000 h 381000"/>
                <a:gd name="connsiteX4" fmla="*/ 0 w 5448300"/>
                <a:gd name="connsiteY4" fmla="*/ 0 h 381000"/>
                <a:gd name="connsiteX0" fmla="*/ 0 w 5448300"/>
                <a:gd name="connsiteY0" fmla="*/ 0 h 1066800"/>
                <a:gd name="connsiteX1" fmla="*/ 5448300 w 5448300"/>
                <a:gd name="connsiteY1" fmla="*/ 0 h 1066800"/>
                <a:gd name="connsiteX2" fmla="*/ 5448300 w 5448300"/>
                <a:gd name="connsiteY2" fmla="*/ 381000 h 1066800"/>
                <a:gd name="connsiteX3" fmla="*/ 647700 w 5448300"/>
                <a:gd name="connsiteY3" fmla="*/ 1066800 h 1066800"/>
                <a:gd name="connsiteX4" fmla="*/ 0 w 5448300"/>
                <a:gd name="connsiteY4" fmla="*/ 0 h 1066800"/>
                <a:gd name="connsiteX0" fmla="*/ 0 w 5448300"/>
                <a:gd name="connsiteY0" fmla="*/ 0 h 1066800"/>
                <a:gd name="connsiteX1" fmla="*/ 5448300 w 5448300"/>
                <a:gd name="connsiteY1" fmla="*/ 0 h 1066800"/>
                <a:gd name="connsiteX2" fmla="*/ 4648200 w 5448300"/>
                <a:gd name="connsiteY2" fmla="*/ 1028700 h 1066800"/>
                <a:gd name="connsiteX3" fmla="*/ 647700 w 5448300"/>
                <a:gd name="connsiteY3" fmla="*/ 1066800 h 1066800"/>
                <a:gd name="connsiteX4" fmla="*/ 0 w 5448300"/>
                <a:gd name="connsiteY4" fmla="*/ 0 h 1066800"/>
                <a:gd name="connsiteX0" fmla="*/ 0 w 5543550"/>
                <a:gd name="connsiteY0" fmla="*/ 133350 h 1200150"/>
                <a:gd name="connsiteX1" fmla="*/ 5543550 w 5543550"/>
                <a:gd name="connsiteY1" fmla="*/ 0 h 1200150"/>
                <a:gd name="connsiteX2" fmla="*/ 4648200 w 5543550"/>
                <a:gd name="connsiteY2" fmla="*/ 1162050 h 1200150"/>
                <a:gd name="connsiteX3" fmla="*/ 647700 w 5543550"/>
                <a:gd name="connsiteY3" fmla="*/ 1200150 h 1200150"/>
                <a:gd name="connsiteX4" fmla="*/ 0 w 5543550"/>
                <a:gd name="connsiteY4" fmla="*/ 133350 h 1200150"/>
                <a:gd name="connsiteX0" fmla="*/ 0 w 5543550"/>
                <a:gd name="connsiteY0" fmla="*/ 143092 h 1209892"/>
                <a:gd name="connsiteX1" fmla="*/ 5543550 w 5543550"/>
                <a:gd name="connsiteY1" fmla="*/ 9742 h 1209892"/>
                <a:gd name="connsiteX2" fmla="*/ 4648200 w 5543550"/>
                <a:gd name="connsiteY2" fmla="*/ 1171792 h 1209892"/>
                <a:gd name="connsiteX3" fmla="*/ 647700 w 5543550"/>
                <a:gd name="connsiteY3" fmla="*/ 1209892 h 1209892"/>
                <a:gd name="connsiteX4" fmla="*/ 0 w 5543550"/>
                <a:gd name="connsiteY4" fmla="*/ 143092 h 1209892"/>
                <a:gd name="connsiteX0" fmla="*/ 0 w 5543550"/>
                <a:gd name="connsiteY0" fmla="*/ 146914 h 1213714"/>
                <a:gd name="connsiteX1" fmla="*/ 5543550 w 5543550"/>
                <a:gd name="connsiteY1" fmla="*/ 13564 h 1213714"/>
                <a:gd name="connsiteX2" fmla="*/ 4648200 w 5543550"/>
                <a:gd name="connsiteY2" fmla="*/ 1175614 h 1213714"/>
                <a:gd name="connsiteX3" fmla="*/ 647700 w 5543550"/>
                <a:gd name="connsiteY3" fmla="*/ 1213714 h 1213714"/>
                <a:gd name="connsiteX4" fmla="*/ 0 w 5543550"/>
                <a:gd name="connsiteY4" fmla="*/ 146914 h 1213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43550" h="1213714">
                  <a:moveTo>
                    <a:pt x="0" y="146914"/>
                  </a:moveTo>
                  <a:cubicBezTo>
                    <a:pt x="1817370" y="49124"/>
                    <a:pt x="3299460" y="-33426"/>
                    <a:pt x="5543550" y="13564"/>
                  </a:cubicBezTo>
                  <a:lnTo>
                    <a:pt x="4648200" y="1175614"/>
                  </a:lnTo>
                  <a:lnTo>
                    <a:pt x="647700" y="1213714"/>
                  </a:lnTo>
                  <a:lnTo>
                    <a:pt x="0" y="146914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D1880B4-9763-0E14-0BA8-A38E8753A1BB}"/>
                </a:ext>
              </a:extLst>
            </p:cNvPr>
            <p:cNvSpPr/>
            <p:nvPr/>
          </p:nvSpPr>
          <p:spPr>
            <a:xfrm>
              <a:off x="4580949" y="3386138"/>
              <a:ext cx="412531" cy="188117"/>
            </a:xfrm>
            <a:prstGeom prst="roundRect">
              <a:avLst>
                <a:gd name="adj" fmla="val 6667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FBFAD21-85F6-1C71-1405-FF6CECF5020C}"/>
                </a:ext>
              </a:extLst>
            </p:cNvPr>
            <p:cNvSpPr/>
            <p:nvPr/>
          </p:nvSpPr>
          <p:spPr>
            <a:xfrm>
              <a:off x="5629653" y="3391415"/>
              <a:ext cx="412531" cy="188117"/>
            </a:xfrm>
            <a:prstGeom prst="roundRect">
              <a:avLst>
                <a:gd name="adj" fmla="val 6667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22BCFB0-2DC0-24DF-222B-69C6E83AE056}"/>
                </a:ext>
              </a:extLst>
            </p:cNvPr>
            <p:cNvSpPr/>
            <p:nvPr/>
          </p:nvSpPr>
          <p:spPr>
            <a:xfrm>
              <a:off x="3524250" y="4859897"/>
              <a:ext cx="409568" cy="409568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F1E1399-3221-4DCF-8C68-0237468669ED}"/>
                </a:ext>
              </a:extLst>
            </p:cNvPr>
            <p:cNvSpPr/>
            <p:nvPr/>
          </p:nvSpPr>
          <p:spPr>
            <a:xfrm>
              <a:off x="4921945" y="4859897"/>
              <a:ext cx="409568" cy="409568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1EDDC11-1C45-47E8-AB87-5A8C19BE3360}"/>
                </a:ext>
              </a:extLst>
            </p:cNvPr>
            <p:cNvSpPr/>
            <p:nvPr/>
          </p:nvSpPr>
          <p:spPr>
            <a:xfrm>
              <a:off x="6319640" y="4859897"/>
              <a:ext cx="409568" cy="409568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D96AFBC-1AAA-8791-A19D-E0F6BBA2C2A7}"/>
              </a:ext>
            </a:extLst>
          </p:cNvPr>
          <p:cNvGrpSpPr/>
          <p:nvPr/>
        </p:nvGrpSpPr>
        <p:grpSpPr>
          <a:xfrm>
            <a:off x="-447837" y="2310713"/>
            <a:ext cx="5726736" cy="3616420"/>
            <a:chOff x="2419350" y="2155730"/>
            <a:chExt cx="5726736" cy="3616420"/>
          </a:xfrm>
          <a:solidFill>
            <a:schemeClr val="bg1"/>
          </a:solidFill>
        </p:grpSpPr>
        <p:sp>
          <p:nvSpPr>
            <p:cNvPr id="4" name="Rectangle 8">
              <a:extLst>
                <a:ext uri="{FF2B5EF4-FFF2-40B4-BE49-F238E27FC236}">
                  <a16:creationId xmlns:a16="http://schemas.microsoft.com/office/drawing/2014/main" id="{B11C6A8D-3B37-0AFF-100E-8B9B0B1D5281}"/>
                </a:ext>
              </a:extLst>
            </p:cNvPr>
            <p:cNvSpPr/>
            <p:nvPr/>
          </p:nvSpPr>
          <p:spPr>
            <a:xfrm>
              <a:off x="4930398" y="2155730"/>
              <a:ext cx="1563792" cy="733211"/>
            </a:xfrm>
            <a:custGeom>
              <a:avLst/>
              <a:gdLst>
                <a:gd name="connsiteX0" fmla="*/ 0 w 381000"/>
                <a:gd name="connsiteY0" fmla="*/ 0 h 199796"/>
                <a:gd name="connsiteX1" fmla="*/ 381000 w 381000"/>
                <a:gd name="connsiteY1" fmla="*/ 0 h 199796"/>
                <a:gd name="connsiteX2" fmla="*/ 381000 w 381000"/>
                <a:gd name="connsiteY2" fmla="*/ 199796 h 199796"/>
                <a:gd name="connsiteX3" fmla="*/ 0 w 381000"/>
                <a:gd name="connsiteY3" fmla="*/ 199796 h 199796"/>
                <a:gd name="connsiteX4" fmla="*/ 0 w 381000"/>
                <a:gd name="connsiteY4" fmla="*/ 0 h 199796"/>
                <a:gd name="connsiteX0" fmla="*/ 200025 w 381000"/>
                <a:gd name="connsiteY0" fmla="*/ 0 h 466496"/>
                <a:gd name="connsiteX1" fmla="*/ 381000 w 381000"/>
                <a:gd name="connsiteY1" fmla="*/ 266700 h 466496"/>
                <a:gd name="connsiteX2" fmla="*/ 381000 w 381000"/>
                <a:gd name="connsiteY2" fmla="*/ 466496 h 466496"/>
                <a:gd name="connsiteX3" fmla="*/ 0 w 381000"/>
                <a:gd name="connsiteY3" fmla="*/ 466496 h 466496"/>
                <a:gd name="connsiteX4" fmla="*/ 200025 w 381000"/>
                <a:gd name="connsiteY4" fmla="*/ 0 h 466496"/>
                <a:gd name="connsiteX0" fmla="*/ 290513 w 471488"/>
                <a:gd name="connsiteY0" fmla="*/ 0 h 466496"/>
                <a:gd name="connsiteX1" fmla="*/ 471488 w 471488"/>
                <a:gd name="connsiteY1" fmla="*/ 266700 h 466496"/>
                <a:gd name="connsiteX2" fmla="*/ 471488 w 471488"/>
                <a:gd name="connsiteY2" fmla="*/ 466496 h 466496"/>
                <a:gd name="connsiteX3" fmla="*/ 0 w 471488"/>
                <a:gd name="connsiteY3" fmla="*/ 376009 h 466496"/>
                <a:gd name="connsiteX4" fmla="*/ 290513 w 471488"/>
                <a:gd name="connsiteY4" fmla="*/ 0 h 466496"/>
                <a:gd name="connsiteX0" fmla="*/ 296322 w 477297"/>
                <a:gd name="connsiteY0" fmla="*/ 0 h 466496"/>
                <a:gd name="connsiteX1" fmla="*/ 477297 w 477297"/>
                <a:gd name="connsiteY1" fmla="*/ 266700 h 466496"/>
                <a:gd name="connsiteX2" fmla="*/ 477297 w 477297"/>
                <a:gd name="connsiteY2" fmla="*/ 466496 h 466496"/>
                <a:gd name="connsiteX3" fmla="*/ 5809 w 477297"/>
                <a:gd name="connsiteY3" fmla="*/ 376009 h 466496"/>
                <a:gd name="connsiteX4" fmla="*/ 296322 w 477297"/>
                <a:gd name="connsiteY4" fmla="*/ 0 h 466496"/>
                <a:gd name="connsiteX0" fmla="*/ 297754 w 478729"/>
                <a:gd name="connsiteY0" fmla="*/ 0 h 466496"/>
                <a:gd name="connsiteX1" fmla="*/ 478729 w 478729"/>
                <a:gd name="connsiteY1" fmla="*/ 266700 h 466496"/>
                <a:gd name="connsiteX2" fmla="*/ 478729 w 478729"/>
                <a:gd name="connsiteY2" fmla="*/ 466496 h 466496"/>
                <a:gd name="connsiteX3" fmla="*/ 7241 w 478729"/>
                <a:gd name="connsiteY3" fmla="*/ 376009 h 466496"/>
                <a:gd name="connsiteX4" fmla="*/ 297754 w 478729"/>
                <a:gd name="connsiteY4" fmla="*/ 0 h 466496"/>
                <a:gd name="connsiteX0" fmla="*/ 297754 w 978793"/>
                <a:gd name="connsiteY0" fmla="*/ 284478 h 750974"/>
                <a:gd name="connsiteX1" fmla="*/ 978793 w 978793"/>
                <a:gd name="connsiteY1" fmla="*/ 3491 h 750974"/>
                <a:gd name="connsiteX2" fmla="*/ 478729 w 978793"/>
                <a:gd name="connsiteY2" fmla="*/ 551178 h 750974"/>
                <a:gd name="connsiteX3" fmla="*/ 478729 w 978793"/>
                <a:gd name="connsiteY3" fmla="*/ 750974 h 750974"/>
                <a:gd name="connsiteX4" fmla="*/ 7241 w 978793"/>
                <a:gd name="connsiteY4" fmla="*/ 660487 h 750974"/>
                <a:gd name="connsiteX5" fmla="*/ 297754 w 978793"/>
                <a:gd name="connsiteY5" fmla="*/ 284478 h 750974"/>
                <a:gd name="connsiteX0" fmla="*/ 297754 w 1357995"/>
                <a:gd name="connsiteY0" fmla="*/ 288179 h 754675"/>
                <a:gd name="connsiteX1" fmla="*/ 978793 w 1357995"/>
                <a:gd name="connsiteY1" fmla="*/ 7192 h 754675"/>
                <a:gd name="connsiteX2" fmla="*/ 1345505 w 1357995"/>
                <a:gd name="connsiteY2" fmla="*/ 35767 h 754675"/>
                <a:gd name="connsiteX3" fmla="*/ 478729 w 1357995"/>
                <a:gd name="connsiteY3" fmla="*/ 554879 h 754675"/>
                <a:gd name="connsiteX4" fmla="*/ 478729 w 1357995"/>
                <a:gd name="connsiteY4" fmla="*/ 754675 h 754675"/>
                <a:gd name="connsiteX5" fmla="*/ 7241 w 1357995"/>
                <a:gd name="connsiteY5" fmla="*/ 664188 h 754675"/>
                <a:gd name="connsiteX6" fmla="*/ 297754 w 1357995"/>
                <a:gd name="connsiteY6" fmla="*/ 288179 h 754675"/>
                <a:gd name="connsiteX0" fmla="*/ 297754 w 1474091"/>
                <a:gd name="connsiteY0" fmla="*/ 288179 h 754675"/>
                <a:gd name="connsiteX1" fmla="*/ 978793 w 1474091"/>
                <a:gd name="connsiteY1" fmla="*/ 7192 h 754675"/>
                <a:gd name="connsiteX2" fmla="*/ 1345505 w 1474091"/>
                <a:gd name="connsiteY2" fmla="*/ 35767 h 754675"/>
                <a:gd name="connsiteX3" fmla="*/ 1474091 w 1474091"/>
                <a:gd name="connsiteY3" fmla="*/ 173879 h 754675"/>
                <a:gd name="connsiteX4" fmla="*/ 478729 w 1474091"/>
                <a:gd name="connsiteY4" fmla="*/ 754675 h 754675"/>
                <a:gd name="connsiteX5" fmla="*/ 7241 w 1474091"/>
                <a:gd name="connsiteY5" fmla="*/ 664188 h 754675"/>
                <a:gd name="connsiteX6" fmla="*/ 297754 w 1474091"/>
                <a:gd name="connsiteY6" fmla="*/ 288179 h 754675"/>
                <a:gd name="connsiteX0" fmla="*/ 297754 w 1474091"/>
                <a:gd name="connsiteY0" fmla="*/ 288179 h 754675"/>
                <a:gd name="connsiteX1" fmla="*/ 978793 w 1474091"/>
                <a:gd name="connsiteY1" fmla="*/ 7192 h 754675"/>
                <a:gd name="connsiteX2" fmla="*/ 1345505 w 1474091"/>
                <a:gd name="connsiteY2" fmla="*/ 35767 h 754675"/>
                <a:gd name="connsiteX3" fmla="*/ 1474091 w 1474091"/>
                <a:gd name="connsiteY3" fmla="*/ 173879 h 754675"/>
                <a:gd name="connsiteX4" fmla="*/ 1321693 w 1474091"/>
                <a:gd name="connsiteY4" fmla="*/ 254843 h 754675"/>
                <a:gd name="connsiteX5" fmla="*/ 478729 w 1474091"/>
                <a:gd name="connsiteY5" fmla="*/ 754675 h 754675"/>
                <a:gd name="connsiteX6" fmla="*/ 7241 w 1474091"/>
                <a:gd name="connsiteY6" fmla="*/ 664188 h 754675"/>
                <a:gd name="connsiteX7" fmla="*/ 297754 w 1474091"/>
                <a:gd name="connsiteY7" fmla="*/ 288179 h 754675"/>
                <a:gd name="connsiteX0" fmla="*/ 297754 w 1474091"/>
                <a:gd name="connsiteY0" fmla="*/ 288179 h 754675"/>
                <a:gd name="connsiteX1" fmla="*/ 978793 w 1474091"/>
                <a:gd name="connsiteY1" fmla="*/ 7192 h 754675"/>
                <a:gd name="connsiteX2" fmla="*/ 1345505 w 1474091"/>
                <a:gd name="connsiteY2" fmla="*/ 35767 h 754675"/>
                <a:gd name="connsiteX3" fmla="*/ 1474091 w 1474091"/>
                <a:gd name="connsiteY3" fmla="*/ 173879 h 754675"/>
                <a:gd name="connsiteX4" fmla="*/ 1321693 w 1474091"/>
                <a:gd name="connsiteY4" fmla="*/ 254843 h 754675"/>
                <a:gd name="connsiteX5" fmla="*/ 878780 w 1474091"/>
                <a:gd name="connsiteY5" fmla="*/ 369143 h 754675"/>
                <a:gd name="connsiteX6" fmla="*/ 478729 w 1474091"/>
                <a:gd name="connsiteY6" fmla="*/ 754675 h 754675"/>
                <a:gd name="connsiteX7" fmla="*/ 7241 w 1474091"/>
                <a:gd name="connsiteY7" fmla="*/ 664188 h 754675"/>
                <a:gd name="connsiteX8" fmla="*/ 297754 w 1474091"/>
                <a:gd name="connsiteY8" fmla="*/ 288179 h 754675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07304 w 1474091"/>
                <a:gd name="connsiteY6" fmla="*/ 454638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07304 w 1474091"/>
                <a:gd name="connsiteY6" fmla="*/ 454638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07304 w 1474091"/>
                <a:gd name="connsiteY6" fmla="*/ 454638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07304 w 1474091"/>
                <a:gd name="connsiteY6" fmla="*/ 454638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26354 w 1474091"/>
                <a:gd name="connsiteY6" fmla="*/ 445113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26354 w 1474091"/>
                <a:gd name="connsiteY6" fmla="*/ 445113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26354 w 1474091"/>
                <a:gd name="connsiteY6" fmla="*/ 445113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562739"/>
                <a:gd name="connsiteY0" fmla="*/ 288179 h 664188"/>
                <a:gd name="connsiteX1" fmla="*/ 978793 w 1562739"/>
                <a:gd name="connsiteY1" fmla="*/ 7192 h 664188"/>
                <a:gd name="connsiteX2" fmla="*/ 1345505 w 1562739"/>
                <a:gd name="connsiteY2" fmla="*/ 35767 h 664188"/>
                <a:gd name="connsiteX3" fmla="*/ 1474091 w 1562739"/>
                <a:gd name="connsiteY3" fmla="*/ 173879 h 664188"/>
                <a:gd name="connsiteX4" fmla="*/ 1321693 w 1562739"/>
                <a:gd name="connsiteY4" fmla="*/ 254843 h 664188"/>
                <a:gd name="connsiteX5" fmla="*/ 878780 w 1562739"/>
                <a:gd name="connsiteY5" fmla="*/ 369143 h 664188"/>
                <a:gd name="connsiteX6" fmla="*/ 526354 w 1562739"/>
                <a:gd name="connsiteY6" fmla="*/ 445113 h 664188"/>
                <a:gd name="connsiteX7" fmla="*/ 7241 w 1562739"/>
                <a:gd name="connsiteY7" fmla="*/ 664188 h 664188"/>
                <a:gd name="connsiteX8" fmla="*/ 297754 w 1562739"/>
                <a:gd name="connsiteY8" fmla="*/ 288179 h 664188"/>
                <a:gd name="connsiteX0" fmla="*/ 297754 w 1546452"/>
                <a:gd name="connsiteY0" fmla="*/ 288179 h 664188"/>
                <a:gd name="connsiteX1" fmla="*/ 978793 w 1546452"/>
                <a:gd name="connsiteY1" fmla="*/ 7192 h 664188"/>
                <a:gd name="connsiteX2" fmla="*/ 1345505 w 1546452"/>
                <a:gd name="connsiteY2" fmla="*/ 35767 h 664188"/>
                <a:gd name="connsiteX3" fmla="*/ 1474091 w 1546452"/>
                <a:gd name="connsiteY3" fmla="*/ 173879 h 664188"/>
                <a:gd name="connsiteX4" fmla="*/ 1321693 w 1546452"/>
                <a:gd name="connsiteY4" fmla="*/ 254843 h 664188"/>
                <a:gd name="connsiteX5" fmla="*/ 878780 w 1546452"/>
                <a:gd name="connsiteY5" fmla="*/ 369143 h 664188"/>
                <a:gd name="connsiteX6" fmla="*/ 526354 w 1546452"/>
                <a:gd name="connsiteY6" fmla="*/ 445113 h 664188"/>
                <a:gd name="connsiteX7" fmla="*/ 7241 w 1546452"/>
                <a:gd name="connsiteY7" fmla="*/ 664188 h 664188"/>
                <a:gd name="connsiteX8" fmla="*/ 297754 w 1546452"/>
                <a:gd name="connsiteY8" fmla="*/ 288179 h 664188"/>
                <a:gd name="connsiteX0" fmla="*/ 297754 w 1563792"/>
                <a:gd name="connsiteY0" fmla="*/ 288179 h 664188"/>
                <a:gd name="connsiteX1" fmla="*/ 978793 w 1563792"/>
                <a:gd name="connsiteY1" fmla="*/ 7192 h 664188"/>
                <a:gd name="connsiteX2" fmla="*/ 1345505 w 1563792"/>
                <a:gd name="connsiteY2" fmla="*/ 35767 h 664188"/>
                <a:gd name="connsiteX3" fmla="*/ 1474091 w 1563792"/>
                <a:gd name="connsiteY3" fmla="*/ 173879 h 664188"/>
                <a:gd name="connsiteX4" fmla="*/ 1321693 w 1563792"/>
                <a:gd name="connsiteY4" fmla="*/ 254843 h 664188"/>
                <a:gd name="connsiteX5" fmla="*/ 878780 w 1563792"/>
                <a:gd name="connsiteY5" fmla="*/ 369143 h 664188"/>
                <a:gd name="connsiteX6" fmla="*/ 526354 w 1563792"/>
                <a:gd name="connsiteY6" fmla="*/ 445113 h 664188"/>
                <a:gd name="connsiteX7" fmla="*/ 7241 w 1563792"/>
                <a:gd name="connsiteY7" fmla="*/ 664188 h 664188"/>
                <a:gd name="connsiteX8" fmla="*/ 297754 w 1563792"/>
                <a:gd name="connsiteY8" fmla="*/ 288179 h 664188"/>
                <a:gd name="connsiteX0" fmla="*/ 297754 w 1563792"/>
                <a:gd name="connsiteY0" fmla="*/ 339306 h 715315"/>
                <a:gd name="connsiteX1" fmla="*/ 978793 w 1563792"/>
                <a:gd name="connsiteY1" fmla="*/ 58319 h 715315"/>
                <a:gd name="connsiteX2" fmla="*/ 1345505 w 1563792"/>
                <a:gd name="connsiteY2" fmla="*/ 86894 h 715315"/>
                <a:gd name="connsiteX3" fmla="*/ 1474091 w 1563792"/>
                <a:gd name="connsiteY3" fmla="*/ 225006 h 715315"/>
                <a:gd name="connsiteX4" fmla="*/ 1321693 w 1563792"/>
                <a:gd name="connsiteY4" fmla="*/ 305970 h 715315"/>
                <a:gd name="connsiteX5" fmla="*/ 878780 w 1563792"/>
                <a:gd name="connsiteY5" fmla="*/ 420270 h 715315"/>
                <a:gd name="connsiteX6" fmla="*/ 526354 w 1563792"/>
                <a:gd name="connsiteY6" fmla="*/ 496240 h 715315"/>
                <a:gd name="connsiteX7" fmla="*/ 7241 w 1563792"/>
                <a:gd name="connsiteY7" fmla="*/ 715315 h 715315"/>
                <a:gd name="connsiteX8" fmla="*/ 297754 w 1563792"/>
                <a:gd name="connsiteY8" fmla="*/ 339306 h 715315"/>
                <a:gd name="connsiteX0" fmla="*/ 297754 w 1563792"/>
                <a:gd name="connsiteY0" fmla="*/ 351235 h 727244"/>
                <a:gd name="connsiteX1" fmla="*/ 978793 w 1563792"/>
                <a:gd name="connsiteY1" fmla="*/ 70248 h 727244"/>
                <a:gd name="connsiteX2" fmla="*/ 1345505 w 1563792"/>
                <a:gd name="connsiteY2" fmla="*/ 98823 h 727244"/>
                <a:gd name="connsiteX3" fmla="*/ 1474091 w 1563792"/>
                <a:gd name="connsiteY3" fmla="*/ 236935 h 727244"/>
                <a:gd name="connsiteX4" fmla="*/ 1321693 w 1563792"/>
                <a:gd name="connsiteY4" fmla="*/ 317899 h 727244"/>
                <a:gd name="connsiteX5" fmla="*/ 878780 w 1563792"/>
                <a:gd name="connsiteY5" fmla="*/ 432199 h 727244"/>
                <a:gd name="connsiteX6" fmla="*/ 526354 w 1563792"/>
                <a:gd name="connsiteY6" fmla="*/ 508169 h 727244"/>
                <a:gd name="connsiteX7" fmla="*/ 7241 w 1563792"/>
                <a:gd name="connsiteY7" fmla="*/ 727244 h 727244"/>
                <a:gd name="connsiteX8" fmla="*/ 297754 w 1563792"/>
                <a:gd name="connsiteY8" fmla="*/ 351235 h 727244"/>
                <a:gd name="connsiteX0" fmla="*/ 297754 w 1563792"/>
                <a:gd name="connsiteY0" fmla="*/ 351235 h 727244"/>
                <a:gd name="connsiteX1" fmla="*/ 978793 w 1563792"/>
                <a:gd name="connsiteY1" fmla="*/ 70248 h 727244"/>
                <a:gd name="connsiteX2" fmla="*/ 1345505 w 1563792"/>
                <a:gd name="connsiteY2" fmla="*/ 98823 h 727244"/>
                <a:gd name="connsiteX3" fmla="*/ 1474091 w 1563792"/>
                <a:gd name="connsiteY3" fmla="*/ 236935 h 727244"/>
                <a:gd name="connsiteX4" fmla="*/ 1321693 w 1563792"/>
                <a:gd name="connsiteY4" fmla="*/ 317899 h 727244"/>
                <a:gd name="connsiteX5" fmla="*/ 878780 w 1563792"/>
                <a:gd name="connsiteY5" fmla="*/ 432199 h 727244"/>
                <a:gd name="connsiteX6" fmla="*/ 526354 w 1563792"/>
                <a:gd name="connsiteY6" fmla="*/ 508169 h 727244"/>
                <a:gd name="connsiteX7" fmla="*/ 7241 w 1563792"/>
                <a:gd name="connsiteY7" fmla="*/ 727244 h 727244"/>
                <a:gd name="connsiteX8" fmla="*/ 297754 w 1563792"/>
                <a:gd name="connsiteY8" fmla="*/ 351235 h 727244"/>
                <a:gd name="connsiteX0" fmla="*/ 297754 w 1563792"/>
                <a:gd name="connsiteY0" fmla="*/ 357202 h 733211"/>
                <a:gd name="connsiteX1" fmla="*/ 978793 w 1563792"/>
                <a:gd name="connsiteY1" fmla="*/ 76215 h 733211"/>
                <a:gd name="connsiteX2" fmla="*/ 1345505 w 1563792"/>
                <a:gd name="connsiteY2" fmla="*/ 104790 h 733211"/>
                <a:gd name="connsiteX3" fmla="*/ 1474091 w 1563792"/>
                <a:gd name="connsiteY3" fmla="*/ 242902 h 733211"/>
                <a:gd name="connsiteX4" fmla="*/ 1321693 w 1563792"/>
                <a:gd name="connsiteY4" fmla="*/ 323866 h 733211"/>
                <a:gd name="connsiteX5" fmla="*/ 878780 w 1563792"/>
                <a:gd name="connsiteY5" fmla="*/ 438166 h 733211"/>
                <a:gd name="connsiteX6" fmla="*/ 526354 w 1563792"/>
                <a:gd name="connsiteY6" fmla="*/ 514136 h 733211"/>
                <a:gd name="connsiteX7" fmla="*/ 7241 w 1563792"/>
                <a:gd name="connsiteY7" fmla="*/ 733211 h 733211"/>
                <a:gd name="connsiteX8" fmla="*/ 297754 w 1563792"/>
                <a:gd name="connsiteY8" fmla="*/ 357202 h 733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63792" h="733211">
                  <a:moveTo>
                    <a:pt x="297754" y="357202"/>
                  </a:moveTo>
                  <a:cubicBezTo>
                    <a:pt x="173929" y="238140"/>
                    <a:pt x="645418" y="-166673"/>
                    <a:pt x="978793" y="76215"/>
                  </a:cubicBezTo>
                  <a:cubicBezTo>
                    <a:pt x="932755" y="125428"/>
                    <a:pt x="1167705" y="-125397"/>
                    <a:pt x="1345505" y="104790"/>
                  </a:cubicBezTo>
                  <a:cubicBezTo>
                    <a:pt x="1488380" y="69865"/>
                    <a:pt x="1678879" y="92090"/>
                    <a:pt x="1474091" y="242902"/>
                  </a:cubicBezTo>
                  <a:cubicBezTo>
                    <a:pt x="1423292" y="276240"/>
                    <a:pt x="1372492" y="290528"/>
                    <a:pt x="1321693" y="323866"/>
                  </a:cubicBezTo>
                  <a:cubicBezTo>
                    <a:pt x="1193105" y="398478"/>
                    <a:pt x="1097855" y="492142"/>
                    <a:pt x="878780" y="438166"/>
                  </a:cubicBezTo>
                  <a:cubicBezTo>
                    <a:pt x="783530" y="504764"/>
                    <a:pt x="712091" y="580888"/>
                    <a:pt x="526354" y="514136"/>
                  </a:cubicBezTo>
                  <a:cubicBezTo>
                    <a:pt x="250128" y="745911"/>
                    <a:pt x="173929" y="663361"/>
                    <a:pt x="7241" y="733211"/>
                  </a:cubicBezTo>
                  <a:cubicBezTo>
                    <a:pt x="-38796" y="460237"/>
                    <a:pt x="143766" y="434913"/>
                    <a:pt x="297754" y="357202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5F4A626F-BA46-50E8-0BE7-8CAF8F6B58E0}"/>
                </a:ext>
              </a:extLst>
            </p:cNvPr>
            <p:cNvSpPr/>
            <p:nvPr/>
          </p:nvSpPr>
          <p:spPr>
            <a:xfrm>
              <a:off x="5873501" y="2475497"/>
              <a:ext cx="2272585" cy="522896"/>
            </a:xfrm>
            <a:custGeom>
              <a:avLst/>
              <a:gdLst>
                <a:gd name="connsiteX0" fmla="*/ 0 w 381000"/>
                <a:gd name="connsiteY0" fmla="*/ 0 h 199796"/>
                <a:gd name="connsiteX1" fmla="*/ 381000 w 381000"/>
                <a:gd name="connsiteY1" fmla="*/ 0 h 199796"/>
                <a:gd name="connsiteX2" fmla="*/ 381000 w 381000"/>
                <a:gd name="connsiteY2" fmla="*/ 199796 h 199796"/>
                <a:gd name="connsiteX3" fmla="*/ 0 w 381000"/>
                <a:gd name="connsiteY3" fmla="*/ 199796 h 199796"/>
                <a:gd name="connsiteX4" fmla="*/ 0 w 381000"/>
                <a:gd name="connsiteY4" fmla="*/ 0 h 199796"/>
                <a:gd name="connsiteX0" fmla="*/ 200025 w 381000"/>
                <a:gd name="connsiteY0" fmla="*/ 0 h 466496"/>
                <a:gd name="connsiteX1" fmla="*/ 381000 w 381000"/>
                <a:gd name="connsiteY1" fmla="*/ 266700 h 466496"/>
                <a:gd name="connsiteX2" fmla="*/ 381000 w 381000"/>
                <a:gd name="connsiteY2" fmla="*/ 466496 h 466496"/>
                <a:gd name="connsiteX3" fmla="*/ 0 w 381000"/>
                <a:gd name="connsiteY3" fmla="*/ 466496 h 466496"/>
                <a:gd name="connsiteX4" fmla="*/ 200025 w 381000"/>
                <a:gd name="connsiteY4" fmla="*/ 0 h 466496"/>
                <a:gd name="connsiteX0" fmla="*/ 290513 w 471488"/>
                <a:gd name="connsiteY0" fmla="*/ 0 h 466496"/>
                <a:gd name="connsiteX1" fmla="*/ 471488 w 471488"/>
                <a:gd name="connsiteY1" fmla="*/ 266700 h 466496"/>
                <a:gd name="connsiteX2" fmla="*/ 471488 w 471488"/>
                <a:gd name="connsiteY2" fmla="*/ 466496 h 466496"/>
                <a:gd name="connsiteX3" fmla="*/ 0 w 471488"/>
                <a:gd name="connsiteY3" fmla="*/ 376009 h 466496"/>
                <a:gd name="connsiteX4" fmla="*/ 290513 w 471488"/>
                <a:gd name="connsiteY4" fmla="*/ 0 h 466496"/>
                <a:gd name="connsiteX0" fmla="*/ 296322 w 477297"/>
                <a:gd name="connsiteY0" fmla="*/ 0 h 466496"/>
                <a:gd name="connsiteX1" fmla="*/ 477297 w 477297"/>
                <a:gd name="connsiteY1" fmla="*/ 266700 h 466496"/>
                <a:gd name="connsiteX2" fmla="*/ 477297 w 477297"/>
                <a:gd name="connsiteY2" fmla="*/ 466496 h 466496"/>
                <a:gd name="connsiteX3" fmla="*/ 5809 w 477297"/>
                <a:gd name="connsiteY3" fmla="*/ 376009 h 466496"/>
                <a:gd name="connsiteX4" fmla="*/ 296322 w 477297"/>
                <a:gd name="connsiteY4" fmla="*/ 0 h 466496"/>
                <a:gd name="connsiteX0" fmla="*/ 297754 w 478729"/>
                <a:gd name="connsiteY0" fmla="*/ 0 h 466496"/>
                <a:gd name="connsiteX1" fmla="*/ 478729 w 478729"/>
                <a:gd name="connsiteY1" fmla="*/ 266700 h 466496"/>
                <a:gd name="connsiteX2" fmla="*/ 478729 w 478729"/>
                <a:gd name="connsiteY2" fmla="*/ 466496 h 466496"/>
                <a:gd name="connsiteX3" fmla="*/ 7241 w 478729"/>
                <a:gd name="connsiteY3" fmla="*/ 376009 h 466496"/>
                <a:gd name="connsiteX4" fmla="*/ 297754 w 478729"/>
                <a:gd name="connsiteY4" fmla="*/ 0 h 466496"/>
                <a:gd name="connsiteX0" fmla="*/ 297754 w 978793"/>
                <a:gd name="connsiteY0" fmla="*/ 284478 h 750974"/>
                <a:gd name="connsiteX1" fmla="*/ 978793 w 978793"/>
                <a:gd name="connsiteY1" fmla="*/ 3491 h 750974"/>
                <a:gd name="connsiteX2" fmla="*/ 478729 w 978793"/>
                <a:gd name="connsiteY2" fmla="*/ 551178 h 750974"/>
                <a:gd name="connsiteX3" fmla="*/ 478729 w 978793"/>
                <a:gd name="connsiteY3" fmla="*/ 750974 h 750974"/>
                <a:gd name="connsiteX4" fmla="*/ 7241 w 978793"/>
                <a:gd name="connsiteY4" fmla="*/ 660487 h 750974"/>
                <a:gd name="connsiteX5" fmla="*/ 297754 w 978793"/>
                <a:gd name="connsiteY5" fmla="*/ 284478 h 750974"/>
                <a:gd name="connsiteX0" fmla="*/ 297754 w 1357995"/>
                <a:gd name="connsiteY0" fmla="*/ 288179 h 754675"/>
                <a:gd name="connsiteX1" fmla="*/ 978793 w 1357995"/>
                <a:gd name="connsiteY1" fmla="*/ 7192 h 754675"/>
                <a:gd name="connsiteX2" fmla="*/ 1345505 w 1357995"/>
                <a:gd name="connsiteY2" fmla="*/ 35767 h 754675"/>
                <a:gd name="connsiteX3" fmla="*/ 478729 w 1357995"/>
                <a:gd name="connsiteY3" fmla="*/ 554879 h 754675"/>
                <a:gd name="connsiteX4" fmla="*/ 478729 w 1357995"/>
                <a:gd name="connsiteY4" fmla="*/ 754675 h 754675"/>
                <a:gd name="connsiteX5" fmla="*/ 7241 w 1357995"/>
                <a:gd name="connsiteY5" fmla="*/ 664188 h 754675"/>
                <a:gd name="connsiteX6" fmla="*/ 297754 w 1357995"/>
                <a:gd name="connsiteY6" fmla="*/ 288179 h 754675"/>
                <a:gd name="connsiteX0" fmla="*/ 297754 w 1474091"/>
                <a:gd name="connsiteY0" fmla="*/ 288179 h 754675"/>
                <a:gd name="connsiteX1" fmla="*/ 978793 w 1474091"/>
                <a:gd name="connsiteY1" fmla="*/ 7192 h 754675"/>
                <a:gd name="connsiteX2" fmla="*/ 1345505 w 1474091"/>
                <a:gd name="connsiteY2" fmla="*/ 35767 h 754675"/>
                <a:gd name="connsiteX3" fmla="*/ 1474091 w 1474091"/>
                <a:gd name="connsiteY3" fmla="*/ 173879 h 754675"/>
                <a:gd name="connsiteX4" fmla="*/ 478729 w 1474091"/>
                <a:gd name="connsiteY4" fmla="*/ 754675 h 754675"/>
                <a:gd name="connsiteX5" fmla="*/ 7241 w 1474091"/>
                <a:gd name="connsiteY5" fmla="*/ 664188 h 754675"/>
                <a:gd name="connsiteX6" fmla="*/ 297754 w 1474091"/>
                <a:gd name="connsiteY6" fmla="*/ 288179 h 754675"/>
                <a:gd name="connsiteX0" fmla="*/ 297754 w 1474091"/>
                <a:gd name="connsiteY0" fmla="*/ 288179 h 754675"/>
                <a:gd name="connsiteX1" fmla="*/ 978793 w 1474091"/>
                <a:gd name="connsiteY1" fmla="*/ 7192 h 754675"/>
                <a:gd name="connsiteX2" fmla="*/ 1345505 w 1474091"/>
                <a:gd name="connsiteY2" fmla="*/ 35767 h 754675"/>
                <a:gd name="connsiteX3" fmla="*/ 1474091 w 1474091"/>
                <a:gd name="connsiteY3" fmla="*/ 173879 h 754675"/>
                <a:gd name="connsiteX4" fmla="*/ 1321693 w 1474091"/>
                <a:gd name="connsiteY4" fmla="*/ 254843 h 754675"/>
                <a:gd name="connsiteX5" fmla="*/ 478729 w 1474091"/>
                <a:gd name="connsiteY5" fmla="*/ 754675 h 754675"/>
                <a:gd name="connsiteX6" fmla="*/ 7241 w 1474091"/>
                <a:gd name="connsiteY6" fmla="*/ 664188 h 754675"/>
                <a:gd name="connsiteX7" fmla="*/ 297754 w 1474091"/>
                <a:gd name="connsiteY7" fmla="*/ 288179 h 754675"/>
                <a:gd name="connsiteX0" fmla="*/ 297754 w 1474091"/>
                <a:gd name="connsiteY0" fmla="*/ 288179 h 754675"/>
                <a:gd name="connsiteX1" fmla="*/ 978793 w 1474091"/>
                <a:gd name="connsiteY1" fmla="*/ 7192 h 754675"/>
                <a:gd name="connsiteX2" fmla="*/ 1345505 w 1474091"/>
                <a:gd name="connsiteY2" fmla="*/ 35767 h 754675"/>
                <a:gd name="connsiteX3" fmla="*/ 1474091 w 1474091"/>
                <a:gd name="connsiteY3" fmla="*/ 173879 h 754675"/>
                <a:gd name="connsiteX4" fmla="*/ 1321693 w 1474091"/>
                <a:gd name="connsiteY4" fmla="*/ 254843 h 754675"/>
                <a:gd name="connsiteX5" fmla="*/ 878780 w 1474091"/>
                <a:gd name="connsiteY5" fmla="*/ 369143 h 754675"/>
                <a:gd name="connsiteX6" fmla="*/ 478729 w 1474091"/>
                <a:gd name="connsiteY6" fmla="*/ 754675 h 754675"/>
                <a:gd name="connsiteX7" fmla="*/ 7241 w 1474091"/>
                <a:gd name="connsiteY7" fmla="*/ 664188 h 754675"/>
                <a:gd name="connsiteX8" fmla="*/ 297754 w 1474091"/>
                <a:gd name="connsiteY8" fmla="*/ 288179 h 754675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07304 w 1474091"/>
                <a:gd name="connsiteY6" fmla="*/ 454638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07304 w 1474091"/>
                <a:gd name="connsiteY6" fmla="*/ 454638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07304 w 1474091"/>
                <a:gd name="connsiteY6" fmla="*/ 454638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07304 w 1474091"/>
                <a:gd name="connsiteY6" fmla="*/ 454638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26354 w 1474091"/>
                <a:gd name="connsiteY6" fmla="*/ 445113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26354 w 1474091"/>
                <a:gd name="connsiteY6" fmla="*/ 445113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26354 w 1474091"/>
                <a:gd name="connsiteY6" fmla="*/ 445113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562739"/>
                <a:gd name="connsiteY0" fmla="*/ 288179 h 664188"/>
                <a:gd name="connsiteX1" fmla="*/ 978793 w 1562739"/>
                <a:gd name="connsiteY1" fmla="*/ 7192 h 664188"/>
                <a:gd name="connsiteX2" fmla="*/ 1345505 w 1562739"/>
                <a:gd name="connsiteY2" fmla="*/ 35767 h 664188"/>
                <a:gd name="connsiteX3" fmla="*/ 1474091 w 1562739"/>
                <a:gd name="connsiteY3" fmla="*/ 173879 h 664188"/>
                <a:gd name="connsiteX4" fmla="*/ 1321693 w 1562739"/>
                <a:gd name="connsiteY4" fmla="*/ 254843 h 664188"/>
                <a:gd name="connsiteX5" fmla="*/ 878780 w 1562739"/>
                <a:gd name="connsiteY5" fmla="*/ 369143 h 664188"/>
                <a:gd name="connsiteX6" fmla="*/ 526354 w 1562739"/>
                <a:gd name="connsiteY6" fmla="*/ 445113 h 664188"/>
                <a:gd name="connsiteX7" fmla="*/ 7241 w 1562739"/>
                <a:gd name="connsiteY7" fmla="*/ 664188 h 664188"/>
                <a:gd name="connsiteX8" fmla="*/ 297754 w 1562739"/>
                <a:gd name="connsiteY8" fmla="*/ 288179 h 664188"/>
                <a:gd name="connsiteX0" fmla="*/ 297754 w 1546452"/>
                <a:gd name="connsiteY0" fmla="*/ 288179 h 664188"/>
                <a:gd name="connsiteX1" fmla="*/ 978793 w 1546452"/>
                <a:gd name="connsiteY1" fmla="*/ 7192 h 664188"/>
                <a:gd name="connsiteX2" fmla="*/ 1345505 w 1546452"/>
                <a:gd name="connsiteY2" fmla="*/ 35767 h 664188"/>
                <a:gd name="connsiteX3" fmla="*/ 1474091 w 1546452"/>
                <a:gd name="connsiteY3" fmla="*/ 173879 h 664188"/>
                <a:gd name="connsiteX4" fmla="*/ 1321693 w 1546452"/>
                <a:gd name="connsiteY4" fmla="*/ 254843 h 664188"/>
                <a:gd name="connsiteX5" fmla="*/ 878780 w 1546452"/>
                <a:gd name="connsiteY5" fmla="*/ 369143 h 664188"/>
                <a:gd name="connsiteX6" fmla="*/ 526354 w 1546452"/>
                <a:gd name="connsiteY6" fmla="*/ 445113 h 664188"/>
                <a:gd name="connsiteX7" fmla="*/ 7241 w 1546452"/>
                <a:gd name="connsiteY7" fmla="*/ 664188 h 664188"/>
                <a:gd name="connsiteX8" fmla="*/ 297754 w 1546452"/>
                <a:gd name="connsiteY8" fmla="*/ 288179 h 664188"/>
                <a:gd name="connsiteX0" fmla="*/ 297754 w 1563792"/>
                <a:gd name="connsiteY0" fmla="*/ 288179 h 664188"/>
                <a:gd name="connsiteX1" fmla="*/ 978793 w 1563792"/>
                <a:gd name="connsiteY1" fmla="*/ 7192 h 664188"/>
                <a:gd name="connsiteX2" fmla="*/ 1345505 w 1563792"/>
                <a:gd name="connsiteY2" fmla="*/ 35767 h 664188"/>
                <a:gd name="connsiteX3" fmla="*/ 1474091 w 1563792"/>
                <a:gd name="connsiteY3" fmla="*/ 173879 h 664188"/>
                <a:gd name="connsiteX4" fmla="*/ 1321693 w 1563792"/>
                <a:gd name="connsiteY4" fmla="*/ 254843 h 664188"/>
                <a:gd name="connsiteX5" fmla="*/ 878780 w 1563792"/>
                <a:gd name="connsiteY5" fmla="*/ 369143 h 664188"/>
                <a:gd name="connsiteX6" fmla="*/ 526354 w 1563792"/>
                <a:gd name="connsiteY6" fmla="*/ 445113 h 664188"/>
                <a:gd name="connsiteX7" fmla="*/ 7241 w 1563792"/>
                <a:gd name="connsiteY7" fmla="*/ 664188 h 664188"/>
                <a:gd name="connsiteX8" fmla="*/ 297754 w 1563792"/>
                <a:gd name="connsiteY8" fmla="*/ 288179 h 664188"/>
                <a:gd name="connsiteX0" fmla="*/ 297754 w 1563792"/>
                <a:gd name="connsiteY0" fmla="*/ 339306 h 715315"/>
                <a:gd name="connsiteX1" fmla="*/ 978793 w 1563792"/>
                <a:gd name="connsiteY1" fmla="*/ 58319 h 715315"/>
                <a:gd name="connsiteX2" fmla="*/ 1345505 w 1563792"/>
                <a:gd name="connsiteY2" fmla="*/ 86894 h 715315"/>
                <a:gd name="connsiteX3" fmla="*/ 1474091 w 1563792"/>
                <a:gd name="connsiteY3" fmla="*/ 225006 h 715315"/>
                <a:gd name="connsiteX4" fmla="*/ 1321693 w 1563792"/>
                <a:gd name="connsiteY4" fmla="*/ 305970 h 715315"/>
                <a:gd name="connsiteX5" fmla="*/ 878780 w 1563792"/>
                <a:gd name="connsiteY5" fmla="*/ 420270 h 715315"/>
                <a:gd name="connsiteX6" fmla="*/ 526354 w 1563792"/>
                <a:gd name="connsiteY6" fmla="*/ 496240 h 715315"/>
                <a:gd name="connsiteX7" fmla="*/ 7241 w 1563792"/>
                <a:gd name="connsiteY7" fmla="*/ 715315 h 715315"/>
                <a:gd name="connsiteX8" fmla="*/ 297754 w 1563792"/>
                <a:gd name="connsiteY8" fmla="*/ 339306 h 715315"/>
                <a:gd name="connsiteX0" fmla="*/ 297754 w 1563792"/>
                <a:gd name="connsiteY0" fmla="*/ 351235 h 727244"/>
                <a:gd name="connsiteX1" fmla="*/ 978793 w 1563792"/>
                <a:gd name="connsiteY1" fmla="*/ 70248 h 727244"/>
                <a:gd name="connsiteX2" fmla="*/ 1345505 w 1563792"/>
                <a:gd name="connsiteY2" fmla="*/ 98823 h 727244"/>
                <a:gd name="connsiteX3" fmla="*/ 1474091 w 1563792"/>
                <a:gd name="connsiteY3" fmla="*/ 236935 h 727244"/>
                <a:gd name="connsiteX4" fmla="*/ 1321693 w 1563792"/>
                <a:gd name="connsiteY4" fmla="*/ 317899 h 727244"/>
                <a:gd name="connsiteX5" fmla="*/ 878780 w 1563792"/>
                <a:gd name="connsiteY5" fmla="*/ 432199 h 727244"/>
                <a:gd name="connsiteX6" fmla="*/ 526354 w 1563792"/>
                <a:gd name="connsiteY6" fmla="*/ 508169 h 727244"/>
                <a:gd name="connsiteX7" fmla="*/ 7241 w 1563792"/>
                <a:gd name="connsiteY7" fmla="*/ 727244 h 727244"/>
                <a:gd name="connsiteX8" fmla="*/ 297754 w 1563792"/>
                <a:gd name="connsiteY8" fmla="*/ 351235 h 727244"/>
                <a:gd name="connsiteX0" fmla="*/ 297754 w 1563792"/>
                <a:gd name="connsiteY0" fmla="*/ 351235 h 727244"/>
                <a:gd name="connsiteX1" fmla="*/ 978793 w 1563792"/>
                <a:gd name="connsiteY1" fmla="*/ 70248 h 727244"/>
                <a:gd name="connsiteX2" fmla="*/ 1345505 w 1563792"/>
                <a:gd name="connsiteY2" fmla="*/ 98823 h 727244"/>
                <a:gd name="connsiteX3" fmla="*/ 1474091 w 1563792"/>
                <a:gd name="connsiteY3" fmla="*/ 236935 h 727244"/>
                <a:gd name="connsiteX4" fmla="*/ 1321693 w 1563792"/>
                <a:gd name="connsiteY4" fmla="*/ 317899 h 727244"/>
                <a:gd name="connsiteX5" fmla="*/ 878780 w 1563792"/>
                <a:gd name="connsiteY5" fmla="*/ 432199 h 727244"/>
                <a:gd name="connsiteX6" fmla="*/ 526354 w 1563792"/>
                <a:gd name="connsiteY6" fmla="*/ 508169 h 727244"/>
                <a:gd name="connsiteX7" fmla="*/ 7241 w 1563792"/>
                <a:gd name="connsiteY7" fmla="*/ 727244 h 727244"/>
                <a:gd name="connsiteX8" fmla="*/ 297754 w 1563792"/>
                <a:gd name="connsiteY8" fmla="*/ 351235 h 727244"/>
                <a:gd name="connsiteX0" fmla="*/ 297754 w 1563792"/>
                <a:gd name="connsiteY0" fmla="*/ 357202 h 733211"/>
                <a:gd name="connsiteX1" fmla="*/ 978793 w 1563792"/>
                <a:gd name="connsiteY1" fmla="*/ 76215 h 733211"/>
                <a:gd name="connsiteX2" fmla="*/ 1345505 w 1563792"/>
                <a:gd name="connsiteY2" fmla="*/ 104790 h 733211"/>
                <a:gd name="connsiteX3" fmla="*/ 1474091 w 1563792"/>
                <a:gd name="connsiteY3" fmla="*/ 242902 h 733211"/>
                <a:gd name="connsiteX4" fmla="*/ 1321693 w 1563792"/>
                <a:gd name="connsiteY4" fmla="*/ 323866 h 733211"/>
                <a:gd name="connsiteX5" fmla="*/ 878780 w 1563792"/>
                <a:gd name="connsiteY5" fmla="*/ 438166 h 733211"/>
                <a:gd name="connsiteX6" fmla="*/ 526354 w 1563792"/>
                <a:gd name="connsiteY6" fmla="*/ 514136 h 733211"/>
                <a:gd name="connsiteX7" fmla="*/ 7241 w 1563792"/>
                <a:gd name="connsiteY7" fmla="*/ 733211 h 733211"/>
                <a:gd name="connsiteX8" fmla="*/ 297754 w 1563792"/>
                <a:gd name="connsiteY8" fmla="*/ 357202 h 733211"/>
                <a:gd name="connsiteX0" fmla="*/ 297754 w 1563792"/>
                <a:gd name="connsiteY0" fmla="*/ 357202 h 733211"/>
                <a:gd name="connsiteX1" fmla="*/ 978793 w 1563792"/>
                <a:gd name="connsiteY1" fmla="*/ 76215 h 733211"/>
                <a:gd name="connsiteX2" fmla="*/ 1345505 w 1563792"/>
                <a:gd name="connsiteY2" fmla="*/ 104790 h 733211"/>
                <a:gd name="connsiteX3" fmla="*/ 1474091 w 1563792"/>
                <a:gd name="connsiteY3" fmla="*/ 242902 h 733211"/>
                <a:gd name="connsiteX4" fmla="*/ 1321693 w 1563792"/>
                <a:gd name="connsiteY4" fmla="*/ 323866 h 733211"/>
                <a:gd name="connsiteX5" fmla="*/ 878780 w 1563792"/>
                <a:gd name="connsiteY5" fmla="*/ 438166 h 733211"/>
                <a:gd name="connsiteX6" fmla="*/ 750192 w 1563792"/>
                <a:gd name="connsiteY6" fmla="*/ 556998 h 733211"/>
                <a:gd name="connsiteX7" fmla="*/ 7241 w 1563792"/>
                <a:gd name="connsiteY7" fmla="*/ 733211 h 733211"/>
                <a:gd name="connsiteX8" fmla="*/ 297754 w 1563792"/>
                <a:gd name="connsiteY8" fmla="*/ 357202 h 733211"/>
                <a:gd name="connsiteX0" fmla="*/ 297754 w 1563792"/>
                <a:gd name="connsiteY0" fmla="*/ 357202 h 733211"/>
                <a:gd name="connsiteX1" fmla="*/ 978793 w 1563792"/>
                <a:gd name="connsiteY1" fmla="*/ 76215 h 733211"/>
                <a:gd name="connsiteX2" fmla="*/ 1345505 w 1563792"/>
                <a:gd name="connsiteY2" fmla="*/ 104790 h 733211"/>
                <a:gd name="connsiteX3" fmla="*/ 1474091 w 1563792"/>
                <a:gd name="connsiteY3" fmla="*/ 242902 h 733211"/>
                <a:gd name="connsiteX4" fmla="*/ 1321693 w 1563792"/>
                <a:gd name="connsiteY4" fmla="*/ 323866 h 733211"/>
                <a:gd name="connsiteX5" fmla="*/ 1183580 w 1563792"/>
                <a:gd name="connsiteY5" fmla="*/ 452454 h 733211"/>
                <a:gd name="connsiteX6" fmla="*/ 750192 w 1563792"/>
                <a:gd name="connsiteY6" fmla="*/ 556998 h 733211"/>
                <a:gd name="connsiteX7" fmla="*/ 7241 w 1563792"/>
                <a:gd name="connsiteY7" fmla="*/ 733211 h 733211"/>
                <a:gd name="connsiteX8" fmla="*/ 297754 w 1563792"/>
                <a:gd name="connsiteY8" fmla="*/ 357202 h 733211"/>
                <a:gd name="connsiteX0" fmla="*/ 297754 w 1563792"/>
                <a:gd name="connsiteY0" fmla="*/ 357202 h 733211"/>
                <a:gd name="connsiteX1" fmla="*/ 978793 w 1563792"/>
                <a:gd name="connsiteY1" fmla="*/ 76215 h 733211"/>
                <a:gd name="connsiteX2" fmla="*/ 1345505 w 1563792"/>
                <a:gd name="connsiteY2" fmla="*/ 104790 h 733211"/>
                <a:gd name="connsiteX3" fmla="*/ 1474091 w 1563792"/>
                <a:gd name="connsiteY3" fmla="*/ 242902 h 733211"/>
                <a:gd name="connsiteX4" fmla="*/ 1469331 w 1563792"/>
                <a:gd name="connsiteY4" fmla="*/ 447691 h 733211"/>
                <a:gd name="connsiteX5" fmla="*/ 1183580 w 1563792"/>
                <a:gd name="connsiteY5" fmla="*/ 452454 h 733211"/>
                <a:gd name="connsiteX6" fmla="*/ 750192 w 1563792"/>
                <a:gd name="connsiteY6" fmla="*/ 556998 h 733211"/>
                <a:gd name="connsiteX7" fmla="*/ 7241 w 1563792"/>
                <a:gd name="connsiteY7" fmla="*/ 733211 h 733211"/>
                <a:gd name="connsiteX8" fmla="*/ 297754 w 1563792"/>
                <a:gd name="connsiteY8" fmla="*/ 357202 h 733211"/>
                <a:gd name="connsiteX0" fmla="*/ 297754 w 1854348"/>
                <a:gd name="connsiteY0" fmla="*/ 357202 h 733211"/>
                <a:gd name="connsiteX1" fmla="*/ 978793 w 1854348"/>
                <a:gd name="connsiteY1" fmla="*/ 76215 h 733211"/>
                <a:gd name="connsiteX2" fmla="*/ 1345505 w 1854348"/>
                <a:gd name="connsiteY2" fmla="*/ 104790 h 733211"/>
                <a:gd name="connsiteX3" fmla="*/ 1807466 w 1854348"/>
                <a:gd name="connsiteY3" fmla="*/ 252427 h 733211"/>
                <a:gd name="connsiteX4" fmla="*/ 1469331 w 1854348"/>
                <a:gd name="connsiteY4" fmla="*/ 447691 h 733211"/>
                <a:gd name="connsiteX5" fmla="*/ 1183580 w 1854348"/>
                <a:gd name="connsiteY5" fmla="*/ 452454 h 733211"/>
                <a:gd name="connsiteX6" fmla="*/ 750192 w 1854348"/>
                <a:gd name="connsiteY6" fmla="*/ 556998 h 733211"/>
                <a:gd name="connsiteX7" fmla="*/ 7241 w 1854348"/>
                <a:gd name="connsiteY7" fmla="*/ 733211 h 733211"/>
                <a:gd name="connsiteX8" fmla="*/ 297754 w 1854348"/>
                <a:gd name="connsiteY8" fmla="*/ 357202 h 733211"/>
                <a:gd name="connsiteX0" fmla="*/ 297754 w 1838610"/>
                <a:gd name="connsiteY0" fmla="*/ 357202 h 733211"/>
                <a:gd name="connsiteX1" fmla="*/ 978793 w 1838610"/>
                <a:gd name="connsiteY1" fmla="*/ 76215 h 733211"/>
                <a:gd name="connsiteX2" fmla="*/ 1002605 w 1838610"/>
                <a:gd name="connsiteY2" fmla="*/ 223852 h 733211"/>
                <a:gd name="connsiteX3" fmla="*/ 1807466 w 1838610"/>
                <a:gd name="connsiteY3" fmla="*/ 252427 h 733211"/>
                <a:gd name="connsiteX4" fmla="*/ 1469331 w 1838610"/>
                <a:gd name="connsiteY4" fmla="*/ 447691 h 733211"/>
                <a:gd name="connsiteX5" fmla="*/ 1183580 w 1838610"/>
                <a:gd name="connsiteY5" fmla="*/ 452454 h 733211"/>
                <a:gd name="connsiteX6" fmla="*/ 750192 w 1838610"/>
                <a:gd name="connsiteY6" fmla="*/ 556998 h 733211"/>
                <a:gd name="connsiteX7" fmla="*/ 7241 w 1838610"/>
                <a:gd name="connsiteY7" fmla="*/ 733211 h 733211"/>
                <a:gd name="connsiteX8" fmla="*/ 297754 w 1838610"/>
                <a:gd name="connsiteY8" fmla="*/ 357202 h 733211"/>
                <a:gd name="connsiteX0" fmla="*/ 297754 w 1838610"/>
                <a:gd name="connsiteY0" fmla="*/ 210187 h 586196"/>
                <a:gd name="connsiteX1" fmla="*/ 669230 w 1838610"/>
                <a:gd name="connsiteY1" fmla="*/ 162563 h 586196"/>
                <a:gd name="connsiteX2" fmla="*/ 1002605 w 1838610"/>
                <a:gd name="connsiteY2" fmla="*/ 76837 h 586196"/>
                <a:gd name="connsiteX3" fmla="*/ 1807466 w 1838610"/>
                <a:gd name="connsiteY3" fmla="*/ 105412 h 586196"/>
                <a:gd name="connsiteX4" fmla="*/ 1469331 w 1838610"/>
                <a:gd name="connsiteY4" fmla="*/ 300676 h 586196"/>
                <a:gd name="connsiteX5" fmla="*/ 1183580 w 1838610"/>
                <a:gd name="connsiteY5" fmla="*/ 305439 h 586196"/>
                <a:gd name="connsiteX6" fmla="*/ 750192 w 1838610"/>
                <a:gd name="connsiteY6" fmla="*/ 409983 h 586196"/>
                <a:gd name="connsiteX7" fmla="*/ 7241 w 1838610"/>
                <a:gd name="connsiteY7" fmla="*/ 586196 h 586196"/>
                <a:gd name="connsiteX8" fmla="*/ 297754 w 1838610"/>
                <a:gd name="connsiteY8" fmla="*/ 210187 h 586196"/>
                <a:gd name="connsiteX0" fmla="*/ 297754 w 1838610"/>
                <a:gd name="connsiteY0" fmla="*/ 190334 h 566343"/>
                <a:gd name="connsiteX1" fmla="*/ 1002605 w 1838610"/>
                <a:gd name="connsiteY1" fmla="*/ 56984 h 566343"/>
                <a:gd name="connsiteX2" fmla="*/ 1807466 w 1838610"/>
                <a:gd name="connsiteY2" fmla="*/ 85559 h 566343"/>
                <a:gd name="connsiteX3" fmla="*/ 1469331 w 1838610"/>
                <a:gd name="connsiteY3" fmla="*/ 280823 h 566343"/>
                <a:gd name="connsiteX4" fmla="*/ 1183580 w 1838610"/>
                <a:gd name="connsiteY4" fmla="*/ 285586 h 566343"/>
                <a:gd name="connsiteX5" fmla="*/ 750192 w 1838610"/>
                <a:gd name="connsiteY5" fmla="*/ 390130 h 566343"/>
                <a:gd name="connsiteX6" fmla="*/ 7241 w 1838610"/>
                <a:gd name="connsiteY6" fmla="*/ 566343 h 566343"/>
                <a:gd name="connsiteX7" fmla="*/ 297754 w 1838610"/>
                <a:gd name="connsiteY7" fmla="*/ 190334 h 566343"/>
                <a:gd name="connsiteX0" fmla="*/ 764316 w 1833685"/>
                <a:gd name="connsiteY0" fmla="*/ 185572 h 566343"/>
                <a:gd name="connsiteX1" fmla="*/ 997680 w 1833685"/>
                <a:gd name="connsiteY1" fmla="*/ 56984 h 566343"/>
                <a:gd name="connsiteX2" fmla="*/ 1802541 w 1833685"/>
                <a:gd name="connsiteY2" fmla="*/ 85559 h 566343"/>
                <a:gd name="connsiteX3" fmla="*/ 1464406 w 1833685"/>
                <a:gd name="connsiteY3" fmla="*/ 280823 h 566343"/>
                <a:gd name="connsiteX4" fmla="*/ 1178655 w 1833685"/>
                <a:gd name="connsiteY4" fmla="*/ 285586 h 566343"/>
                <a:gd name="connsiteX5" fmla="*/ 745267 w 1833685"/>
                <a:gd name="connsiteY5" fmla="*/ 390130 h 566343"/>
                <a:gd name="connsiteX6" fmla="*/ 2316 w 1833685"/>
                <a:gd name="connsiteY6" fmla="*/ 566343 h 566343"/>
                <a:gd name="connsiteX7" fmla="*/ 764316 w 1833685"/>
                <a:gd name="connsiteY7" fmla="*/ 185572 h 566343"/>
                <a:gd name="connsiteX0" fmla="*/ 769540 w 1838909"/>
                <a:gd name="connsiteY0" fmla="*/ 185572 h 566343"/>
                <a:gd name="connsiteX1" fmla="*/ 1002904 w 1838909"/>
                <a:gd name="connsiteY1" fmla="*/ 56984 h 566343"/>
                <a:gd name="connsiteX2" fmla="*/ 1807765 w 1838909"/>
                <a:gd name="connsiteY2" fmla="*/ 85559 h 566343"/>
                <a:gd name="connsiteX3" fmla="*/ 1469630 w 1838909"/>
                <a:gd name="connsiteY3" fmla="*/ 280823 h 566343"/>
                <a:gd name="connsiteX4" fmla="*/ 1183879 w 1838909"/>
                <a:gd name="connsiteY4" fmla="*/ 285586 h 566343"/>
                <a:gd name="connsiteX5" fmla="*/ 750491 w 1838909"/>
                <a:gd name="connsiteY5" fmla="*/ 390130 h 566343"/>
                <a:gd name="connsiteX6" fmla="*/ 7540 w 1838909"/>
                <a:gd name="connsiteY6" fmla="*/ 566343 h 566343"/>
                <a:gd name="connsiteX7" fmla="*/ 769540 w 1838909"/>
                <a:gd name="connsiteY7" fmla="*/ 185572 h 566343"/>
                <a:gd name="connsiteX0" fmla="*/ 769540 w 2293945"/>
                <a:gd name="connsiteY0" fmla="*/ 172607 h 553378"/>
                <a:gd name="connsiteX1" fmla="*/ 1002904 w 2293945"/>
                <a:gd name="connsiteY1" fmla="*/ 44019 h 553378"/>
                <a:gd name="connsiteX2" fmla="*/ 2272585 w 2293945"/>
                <a:gd name="connsiteY2" fmla="*/ 95454 h 553378"/>
                <a:gd name="connsiteX3" fmla="*/ 1469630 w 2293945"/>
                <a:gd name="connsiteY3" fmla="*/ 267858 h 553378"/>
                <a:gd name="connsiteX4" fmla="*/ 1183879 w 2293945"/>
                <a:gd name="connsiteY4" fmla="*/ 272621 h 553378"/>
                <a:gd name="connsiteX5" fmla="*/ 750491 w 2293945"/>
                <a:gd name="connsiteY5" fmla="*/ 377165 h 553378"/>
                <a:gd name="connsiteX6" fmla="*/ 7540 w 2293945"/>
                <a:gd name="connsiteY6" fmla="*/ 553378 h 553378"/>
                <a:gd name="connsiteX7" fmla="*/ 769540 w 2293945"/>
                <a:gd name="connsiteY7" fmla="*/ 172607 h 553378"/>
                <a:gd name="connsiteX0" fmla="*/ 769540 w 2320536"/>
                <a:gd name="connsiteY0" fmla="*/ 162712 h 543483"/>
                <a:gd name="connsiteX1" fmla="*/ 1825864 w 2320536"/>
                <a:gd name="connsiteY1" fmla="*/ 56984 h 543483"/>
                <a:gd name="connsiteX2" fmla="*/ 2272585 w 2320536"/>
                <a:gd name="connsiteY2" fmla="*/ 85559 h 543483"/>
                <a:gd name="connsiteX3" fmla="*/ 1469630 w 2320536"/>
                <a:gd name="connsiteY3" fmla="*/ 257963 h 543483"/>
                <a:gd name="connsiteX4" fmla="*/ 1183879 w 2320536"/>
                <a:gd name="connsiteY4" fmla="*/ 262726 h 543483"/>
                <a:gd name="connsiteX5" fmla="*/ 750491 w 2320536"/>
                <a:gd name="connsiteY5" fmla="*/ 367270 h 543483"/>
                <a:gd name="connsiteX6" fmla="*/ 7540 w 2320536"/>
                <a:gd name="connsiteY6" fmla="*/ 543483 h 543483"/>
                <a:gd name="connsiteX7" fmla="*/ 769540 w 2320536"/>
                <a:gd name="connsiteY7" fmla="*/ 162712 h 543483"/>
                <a:gd name="connsiteX0" fmla="*/ 769540 w 2320536"/>
                <a:gd name="connsiteY0" fmla="*/ 162712 h 543483"/>
                <a:gd name="connsiteX1" fmla="*/ 1825864 w 2320536"/>
                <a:gd name="connsiteY1" fmla="*/ 56984 h 543483"/>
                <a:gd name="connsiteX2" fmla="*/ 2272585 w 2320536"/>
                <a:gd name="connsiteY2" fmla="*/ 85559 h 543483"/>
                <a:gd name="connsiteX3" fmla="*/ 1469630 w 2320536"/>
                <a:gd name="connsiteY3" fmla="*/ 257963 h 543483"/>
                <a:gd name="connsiteX4" fmla="*/ 1183879 w 2320536"/>
                <a:gd name="connsiteY4" fmla="*/ 262726 h 543483"/>
                <a:gd name="connsiteX5" fmla="*/ 750491 w 2320536"/>
                <a:gd name="connsiteY5" fmla="*/ 367270 h 543483"/>
                <a:gd name="connsiteX6" fmla="*/ 7540 w 2320536"/>
                <a:gd name="connsiteY6" fmla="*/ 543483 h 543483"/>
                <a:gd name="connsiteX7" fmla="*/ 769540 w 2320536"/>
                <a:gd name="connsiteY7" fmla="*/ 162712 h 543483"/>
                <a:gd name="connsiteX0" fmla="*/ 769540 w 2272585"/>
                <a:gd name="connsiteY0" fmla="*/ 142125 h 522896"/>
                <a:gd name="connsiteX1" fmla="*/ 1825864 w 2272585"/>
                <a:gd name="connsiteY1" fmla="*/ 36397 h 522896"/>
                <a:gd name="connsiteX2" fmla="*/ 2272585 w 2272585"/>
                <a:gd name="connsiteY2" fmla="*/ 64972 h 522896"/>
                <a:gd name="connsiteX3" fmla="*/ 1469630 w 2272585"/>
                <a:gd name="connsiteY3" fmla="*/ 237376 h 522896"/>
                <a:gd name="connsiteX4" fmla="*/ 1183879 w 2272585"/>
                <a:gd name="connsiteY4" fmla="*/ 242139 h 522896"/>
                <a:gd name="connsiteX5" fmla="*/ 750491 w 2272585"/>
                <a:gd name="connsiteY5" fmla="*/ 346683 h 522896"/>
                <a:gd name="connsiteX6" fmla="*/ 7540 w 2272585"/>
                <a:gd name="connsiteY6" fmla="*/ 522896 h 522896"/>
                <a:gd name="connsiteX7" fmla="*/ 769540 w 2272585"/>
                <a:gd name="connsiteY7" fmla="*/ 142125 h 522896"/>
                <a:gd name="connsiteX0" fmla="*/ 769540 w 2272585"/>
                <a:gd name="connsiteY0" fmla="*/ 142125 h 522896"/>
                <a:gd name="connsiteX1" fmla="*/ 1825864 w 2272585"/>
                <a:gd name="connsiteY1" fmla="*/ 36397 h 522896"/>
                <a:gd name="connsiteX2" fmla="*/ 2272585 w 2272585"/>
                <a:gd name="connsiteY2" fmla="*/ 64972 h 522896"/>
                <a:gd name="connsiteX3" fmla="*/ 1469630 w 2272585"/>
                <a:gd name="connsiteY3" fmla="*/ 237376 h 522896"/>
                <a:gd name="connsiteX4" fmla="*/ 1183879 w 2272585"/>
                <a:gd name="connsiteY4" fmla="*/ 242139 h 522896"/>
                <a:gd name="connsiteX5" fmla="*/ 750491 w 2272585"/>
                <a:gd name="connsiteY5" fmla="*/ 346683 h 522896"/>
                <a:gd name="connsiteX6" fmla="*/ 7540 w 2272585"/>
                <a:gd name="connsiteY6" fmla="*/ 522896 h 522896"/>
                <a:gd name="connsiteX7" fmla="*/ 769540 w 2272585"/>
                <a:gd name="connsiteY7" fmla="*/ 142125 h 522896"/>
                <a:gd name="connsiteX0" fmla="*/ 769540 w 2272585"/>
                <a:gd name="connsiteY0" fmla="*/ 142125 h 522896"/>
                <a:gd name="connsiteX1" fmla="*/ 1825864 w 2272585"/>
                <a:gd name="connsiteY1" fmla="*/ 36397 h 522896"/>
                <a:gd name="connsiteX2" fmla="*/ 2272585 w 2272585"/>
                <a:gd name="connsiteY2" fmla="*/ 64972 h 522896"/>
                <a:gd name="connsiteX3" fmla="*/ 1469630 w 2272585"/>
                <a:gd name="connsiteY3" fmla="*/ 237376 h 522896"/>
                <a:gd name="connsiteX4" fmla="*/ 1183879 w 2272585"/>
                <a:gd name="connsiteY4" fmla="*/ 242139 h 522896"/>
                <a:gd name="connsiteX5" fmla="*/ 750491 w 2272585"/>
                <a:gd name="connsiteY5" fmla="*/ 346683 h 522896"/>
                <a:gd name="connsiteX6" fmla="*/ 7540 w 2272585"/>
                <a:gd name="connsiteY6" fmla="*/ 522896 h 522896"/>
                <a:gd name="connsiteX7" fmla="*/ 769540 w 2272585"/>
                <a:gd name="connsiteY7" fmla="*/ 142125 h 522896"/>
                <a:gd name="connsiteX0" fmla="*/ 769540 w 2272585"/>
                <a:gd name="connsiteY0" fmla="*/ 142125 h 522896"/>
                <a:gd name="connsiteX1" fmla="*/ 1825864 w 2272585"/>
                <a:gd name="connsiteY1" fmla="*/ 36397 h 522896"/>
                <a:gd name="connsiteX2" fmla="*/ 2272585 w 2272585"/>
                <a:gd name="connsiteY2" fmla="*/ 64972 h 522896"/>
                <a:gd name="connsiteX3" fmla="*/ 1469630 w 2272585"/>
                <a:gd name="connsiteY3" fmla="*/ 237376 h 522896"/>
                <a:gd name="connsiteX4" fmla="*/ 1183879 w 2272585"/>
                <a:gd name="connsiteY4" fmla="*/ 242139 h 522896"/>
                <a:gd name="connsiteX5" fmla="*/ 750491 w 2272585"/>
                <a:gd name="connsiteY5" fmla="*/ 346683 h 522896"/>
                <a:gd name="connsiteX6" fmla="*/ 7540 w 2272585"/>
                <a:gd name="connsiteY6" fmla="*/ 522896 h 522896"/>
                <a:gd name="connsiteX7" fmla="*/ 769540 w 2272585"/>
                <a:gd name="connsiteY7" fmla="*/ 142125 h 522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72585" h="522896">
                  <a:moveTo>
                    <a:pt x="769540" y="142125"/>
                  </a:moveTo>
                  <a:cubicBezTo>
                    <a:pt x="935434" y="57232"/>
                    <a:pt x="1368505" y="-60440"/>
                    <a:pt x="1825864" y="36397"/>
                  </a:cubicBezTo>
                  <a:cubicBezTo>
                    <a:pt x="1968739" y="1472"/>
                    <a:pt x="2157333" y="28460"/>
                    <a:pt x="2272585" y="64972"/>
                  </a:cubicBezTo>
                  <a:cubicBezTo>
                    <a:pt x="2221786" y="98310"/>
                    <a:pt x="1771889" y="249758"/>
                    <a:pt x="1469630" y="237376"/>
                  </a:cubicBezTo>
                  <a:cubicBezTo>
                    <a:pt x="1386762" y="258648"/>
                    <a:pt x="1288654" y="242775"/>
                    <a:pt x="1183879" y="242139"/>
                  </a:cubicBezTo>
                  <a:cubicBezTo>
                    <a:pt x="1088629" y="308737"/>
                    <a:pt x="936228" y="413435"/>
                    <a:pt x="750491" y="346683"/>
                  </a:cubicBezTo>
                  <a:cubicBezTo>
                    <a:pt x="474265" y="578458"/>
                    <a:pt x="174228" y="453046"/>
                    <a:pt x="7540" y="522896"/>
                  </a:cubicBezTo>
                  <a:cubicBezTo>
                    <a:pt x="-38497" y="249922"/>
                    <a:pt x="115490" y="124586"/>
                    <a:pt x="769540" y="142125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1511889-91AB-C683-B4BB-C00DE299556C}"/>
                </a:ext>
              </a:extLst>
            </p:cNvPr>
            <p:cNvSpPr/>
            <p:nvPr/>
          </p:nvSpPr>
          <p:spPr>
            <a:xfrm>
              <a:off x="4896739" y="2812983"/>
              <a:ext cx="381000" cy="384810"/>
            </a:xfrm>
            <a:prstGeom prst="roundRect">
              <a:avLst>
                <a:gd name="adj" fmla="val 6667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CB51DED-084A-0727-E25C-57C38D6D3E28}"/>
                </a:ext>
              </a:extLst>
            </p:cNvPr>
            <p:cNvSpPr/>
            <p:nvPr/>
          </p:nvSpPr>
          <p:spPr>
            <a:xfrm>
              <a:off x="5749290" y="2967152"/>
              <a:ext cx="323850" cy="384810"/>
            </a:xfrm>
            <a:prstGeom prst="roundRect">
              <a:avLst>
                <a:gd name="adj" fmla="val 6667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60C59D8E-9EC1-C15D-2D6B-4A24EAA90FF1}"/>
                </a:ext>
              </a:extLst>
            </p:cNvPr>
            <p:cNvSpPr/>
            <p:nvPr/>
          </p:nvSpPr>
          <p:spPr>
            <a:xfrm>
              <a:off x="4290060" y="3133496"/>
              <a:ext cx="2179320" cy="914400"/>
            </a:xfrm>
            <a:prstGeom prst="roundRect">
              <a:avLst>
                <a:gd name="adj" fmla="val 6667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D8389D0-5E4C-09C7-B69F-75204C2A9BE0}"/>
                </a:ext>
              </a:extLst>
            </p:cNvPr>
            <p:cNvSpPr/>
            <p:nvPr/>
          </p:nvSpPr>
          <p:spPr>
            <a:xfrm>
              <a:off x="3524250" y="3829050"/>
              <a:ext cx="3308350" cy="914400"/>
            </a:xfrm>
            <a:prstGeom prst="roundRect">
              <a:avLst>
                <a:gd name="adj" fmla="val 6667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">
              <a:extLst>
                <a:ext uri="{FF2B5EF4-FFF2-40B4-BE49-F238E27FC236}">
                  <a16:creationId xmlns:a16="http://schemas.microsoft.com/office/drawing/2014/main" id="{63AF71E6-19F2-9F8E-F079-3A9F7F29C75F}"/>
                </a:ext>
              </a:extLst>
            </p:cNvPr>
            <p:cNvSpPr/>
            <p:nvPr/>
          </p:nvSpPr>
          <p:spPr>
            <a:xfrm>
              <a:off x="2419350" y="4558436"/>
              <a:ext cx="5543550" cy="1213714"/>
            </a:xfrm>
            <a:custGeom>
              <a:avLst/>
              <a:gdLst>
                <a:gd name="connsiteX0" fmla="*/ 0 w 5448300"/>
                <a:gd name="connsiteY0" fmla="*/ 0 h 381000"/>
                <a:gd name="connsiteX1" fmla="*/ 5448300 w 5448300"/>
                <a:gd name="connsiteY1" fmla="*/ 0 h 381000"/>
                <a:gd name="connsiteX2" fmla="*/ 5448300 w 5448300"/>
                <a:gd name="connsiteY2" fmla="*/ 381000 h 381000"/>
                <a:gd name="connsiteX3" fmla="*/ 0 w 5448300"/>
                <a:gd name="connsiteY3" fmla="*/ 381000 h 381000"/>
                <a:gd name="connsiteX4" fmla="*/ 0 w 5448300"/>
                <a:gd name="connsiteY4" fmla="*/ 0 h 381000"/>
                <a:gd name="connsiteX0" fmla="*/ 0 w 5448300"/>
                <a:gd name="connsiteY0" fmla="*/ 0 h 1066800"/>
                <a:gd name="connsiteX1" fmla="*/ 5448300 w 5448300"/>
                <a:gd name="connsiteY1" fmla="*/ 0 h 1066800"/>
                <a:gd name="connsiteX2" fmla="*/ 5448300 w 5448300"/>
                <a:gd name="connsiteY2" fmla="*/ 381000 h 1066800"/>
                <a:gd name="connsiteX3" fmla="*/ 647700 w 5448300"/>
                <a:gd name="connsiteY3" fmla="*/ 1066800 h 1066800"/>
                <a:gd name="connsiteX4" fmla="*/ 0 w 5448300"/>
                <a:gd name="connsiteY4" fmla="*/ 0 h 1066800"/>
                <a:gd name="connsiteX0" fmla="*/ 0 w 5448300"/>
                <a:gd name="connsiteY0" fmla="*/ 0 h 1066800"/>
                <a:gd name="connsiteX1" fmla="*/ 5448300 w 5448300"/>
                <a:gd name="connsiteY1" fmla="*/ 0 h 1066800"/>
                <a:gd name="connsiteX2" fmla="*/ 4648200 w 5448300"/>
                <a:gd name="connsiteY2" fmla="*/ 1028700 h 1066800"/>
                <a:gd name="connsiteX3" fmla="*/ 647700 w 5448300"/>
                <a:gd name="connsiteY3" fmla="*/ 1066800 h 1066800"/>
                <a:gd name="connsiteX4" fmla="*/ 0 w 5448300"/>
                <a:gd name="connsiteY4" fmla="*/ 0 h 1066800"/>
                <a:gd name="connsiteX0" fmla="*/ 0 w 5543550"/>
                <a:gd name="connsiteY0" fmla="*/ 133350 h 1200150"/>
                <a:gd name="connsiteX1" fmla="*/ 5543550 w 5543550"/>
                <a:gd name="connsiteY1" fmla="*/ 0 h 1200150"/>
                <a:gd name="connsiteX2" fmla="*/ 4648200 w 5543550"/>
                <a:gd name="connsiteY2" fmla="*/ 1162050 h 1200150"/>
                <a:gd name="connsiteX3" fmla="*/ 647700 w 5543550"/>
                <a:gd name="connsiteY3" fmla="*/ 1200150 h 1200150"/>
                <a:gd name="connsiteX4" fmla="*/ 0 w 5543550"/>
                <a:gd name="connsiteY4" fmla="*/ 133350 h 1200150"/>
                <a:gd name="connsiteX0" fmla="*/ 0 w 5543550"/>
                <a:gd name="connsiteY0" fmla="*/ 143092 h 1209892"/>
                <a:gd name="connsiteX1" fmla="*/ 5543550 w 5543550"/>
                <a:gd name="connsiteY1" fmla="*/ 9742 h 1209892"/>
                <a:gd name="connsiteX2" fmla="*/ 4648200 w 5543550"/>
                <a:gd name="connsiteY2" fmla="*/ 1171792 h 1209892"/>
                <a:gd name="connsiteX3" fmla="*/ 647700 w 5543550"/>
                <a:gd name="connsiteY3" fmla="*/ 1209892 h 1209892"/>
                <a:gd name="connsiteX4" fmla="*/ 0 w 5543550"/>
                <a:gd name="connsiteY4" fmla="*/ 143092 h 1209892"/>
                <a:gd name="connsiteX0" fmla="*/ 0 w 5543550"/>
                <a:gd name="connsiteY0" fmla="*/ 146914 h 1213714"/>
                <a:gd name="connsiteX1" fmla="*/ 5543550 w 5543550"/>
                <a:gd name="connsiteY1" fmla="*/ 13564 h 1213714"/>
                <a:gd name="connsiteX2" fmla="*/ 4648200 w 5543550"/>
                <a:gd name="connsiteY2" fmla="*/ 1175614 h 1213714"/>
                <a:gd name="connsiteX3" fmla="*/ 647700 w 5543550"/>
                <a:gd name="connsiteY3" fmla="*/ 1213714 h 1213714"/>
                <a:gd name="connsiteX4" fmla="*/ 0 w 5543550"/>
                <a:gd name="connsiteY4" fmla="*/ 146914 h 1213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43550" h="1213714">
                  <a:moveTo>
                    <a:pt x="0" y="146914"/>
                  </a:moveTo>
                  <a:cubicBezTo>
                    <a:pt x="1817370" y="49124"/>
                    <a:pt x="3299460" y="-33426"/>
                    <a:pt x="5543550" y="13564"/>
                  </a:cubicBezTo>
                  <a:lnTo>
                    <a:pt x="4648200" y="1175614"/>
                  </a:lnTo>
                  <a:lnTo>
                    <a:pt x="647700" y="1213714"/>
                  </a:lnTo>
                  <a:lnTo>
                    <a:pt x="0" y="146914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35C4317F-9AE6-3206-FD19-F0516275C9BE}"/>
                </a:ext>
              </a:extLst>
            </p:cNvPr>
            <p:cNvSpPr/>
            <p:nvPr/>
          </p:nvSpPr>
          <p:spPr>
            <a:xfrm>
              <a:off x="4580949" y="3386138"/>
              <a:ext cx="412531" cy="188117"/>
            </a:xfrm>
            <a:prstGeom prst="roundRect">
              <a:avLst>
                <a:gd name="adj" fmla="val 6667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ECB8E357-71BE-7DFD-4A97-7A1DF527D210}"/>
                </a:ext>
              </a:extLst>
            </p:cNvPr>
            <p:cNvSpPr/>
            <p:nvPr/>
          </p:nvSpPr>
          <p:spPr>
            <a:xfrm>
              <a:off x="5629653" y="3391415"/>
              <a:ext cx="412531" cy="188117"/>
            </a:xfrm>
            <a:prstGeom prst="roundRect">
              <a:avLst>
                <a:gd name="adj" fmla="val 6667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AB84391-2F8C-BD40-57B4-C0F0E12DFCC8}"/>
                </a:ext>
              </a:extLst>
            </p:cNvPr>
            <p:cNvSpPr/>
            <p:nvPr/>
          </p:nvSpPr>
          <p:spPr>
            <a:xfrm>
              <a:off x="3524250" y="4859897"/>
              <a:ext cx="409568" cy="409568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82FE55F-7E09-AA68-E0CB-D5E6445462BA}"/>
                </a:ext>
              </a:extLst>
            </p:cNvPr>
            <p:cNvSpPr/>
            <p:nvPr/>
          </p:nvSpPr>
          <p:spPr>
            <a:xfrm>
              <a:off x="4921945" y="4859897"/>
              <a:ext cx="409568" cy="409568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C3F3202-6509-EA7F-332C-2D791409B87F}"/>
                </a:ext>
              </a:extLst>
            </p:cNvPr>
            <p:cNvSpPr/>
            <p:nvPr/>
          </p:nvSpPr>
          <p:spPr>
            <a:xfrm>
              <a:off x="6319640" y="4859897"/>
              <a:ext cx="409568" cy="409568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D641567-E95C-46A4-7719-9790000FF108}"/>
              </a:ext>
            </a:extLst>
          </p:cNvPr>
          <p:cNvGrpSpPr/>
          <p:nvPr/>
        </p:nvGrpSpPr>
        <p:grpSpPr>
          <a:xfrm>
            <a:off x="7772775" y="2730593"/>
            <a:ext cx="5726736" cy="3616420"/>
            <a:chOff x="2419350" y="2155730"/>
            <a:chExt cx="5726736" cy="3616420"/>
          </a:xfrm>
          <a:solidFill>
            <a:srgbClr val="8B55A1"/>
          </a:solidFill>
        </p:grpSpPr>
        <p:sp>
          <p:nvSpPr>
            <p:cNvPr id="29" name="Rectangle 8">
              <a:extLst>
                <a:ext uri="{FF2B5EF4-FFF2-40B4-BE49-F238E27FC236}">
                  <a16:creationId xmlns:a16="http://schemas.microsoft.com/office/drawing/2014/main" id="{33CA82D2-94D9-BA4D-7B95-3C0D4EB39749}"/>
                </a:ext>
              </a:extLst>
            </p:cNvPr>
            <p:cNvSpPr/>
            <p:nvPr/>
          </p:nvSpPr>
          <p:spPr>
            <a:xfrm>
              <a:off x="4930398" y="2155730"/>
              <a:ext cx="1563792" cy="733211"/>
            </a:xfrm>
            <a:custGeom>
              <a:avLst/>
              <a:gdLst>
                <a:gd name="connsiteX0" fmla="*/ 0 w 381000"/>
                <a:gd name="connsiteY0" fmla="*/ 0 h 199796"/>
                <a:gd name="connsiteX1" fmla="*/ 381000 w 381000"/>
                <a:gd name="connsiteY1" fmla="*/ 0 h 199796"/>
                <a:gd name="connsiteX2" fmla="*/ 381000 w 381000"/>
                <a:gd name="connsiteY2" fmla="*/ 199796 h 199796"/>
                <a:gd name="connsiteX3" fmla="*/ 0 w 381000"/>
                <a:gd name="connsiteY3" fmla="*/ 199796 h 199796"/>
                <a:gd name="connsiteX4" fmla="*/ 0 w 381000"/>
                <a:gd name="connsiteY4" fmla="*/ 0 h 199796"/>
                <a:gd name="connsiteX0" fmla="*/ 200025 w 381000"/>
                <a:gd name="connsiteY0" fmla="*/ 0 h 466496"/>
                <a:gd name="connsiteX1" fmla="*/ 381000 w 381000"/>
                <a:gd name="connsiteY1" fmla="*/ 266700 h 466496"/>
                <a:gd name="connsiteX2" fmla="*/ 381000 w 381000"/>
                <a:gd name="connsiteY2" fmla="*/ 466496 h 466496"/>
                <a:gd name="connsiteX3" fmla="*/ 0 w 381000"/>
                <a:gd name="connsiteY3" fmla="*/ 466496 h 466496"/>
                <a:gd name="connsiteX4" fmla="*/ 200025 w 381000"/>
                <a:gd name="connsiteY4" fmla="*/ 0 h 466496"/>
                <a:gd name="connsiteX0" fmla="*/ 290513 w 471488"/>
                <a:gd name="connsiteY0" fmla="*/ 0 h 466496"/>
                <a:gd name="connsiteX1" fmla="*/ 471488 w 471488"/>
                <a:gd name="connsiteY1" fmla="*/ 266700 h 466496"/>
                <a:gd name="connsiteX2" fmla="*/ 471488 w 471488"/>
                <a:gd name="connsiteY2" fmla="*/ 466496 h 466496"/>
                <a:gd name="connsiteX3" fmla="*/ 0 w 471488"/>
                <a:gd name="connsiteY3" fmla="*/ 376009 h 466496"/>
                <a:gd name="connsiteX4" fmla="*/ 290513 w 471488"/>
                <a:gd name="connsiteY4" fmla="*/ 0 h 466496"/>
                <a:gd name="connsiteX0" fmla="*/ 296322 w 477297"/>
                <a:gd name="connsiteY0" fmla="*/ 0 h 466496"/>
                <a:gd name="connsiteX1" fmla="*/ 477297 w 477297"/>
                <a:gd name="connsiteY1" fmla="*/ 266700 h 466496"/>
                <a:gd name="connsiteX2" fmla="*/ 477297 w 477297"/>
                <a:gd name="connsiteY2" fmla="*/ 466496 h 466496"/>
                <a:gd name="connsiteX3" fmla="*/ 5809 w 477297"/>
                <a:gd name="connsiteY3" fmla="*/ 376009 h 466496"/>
                <a:gd name="connsiteX4" fmla="*/ 296322 w 477297"/>
                <a:gd name="connsiteY4" fmla="*/ 0 h 466496"/>
                <a:gd name="connsiteX0" fmla="*/ 297754 w 478729"/>
                <a:gd name="connsiteY0" fmla="*/ 0 h 466496"/>
                <a:gd name="connsiteX1" fmla="*/ 478729 w 478729"/>
                <a:gd name="connsiteY1" fmla="*/ 266700 h 466496"/>
                <a:gd name="connsiteX2" fmla="*/ 478729 w 478729"/>
                <a:gd name="connsiteY2" fmla="*/ 466496 h 466496"/>
                <a:gd name="connsiteX3" fmla="*/ 7241 w 478729"/>
                <a:gd name="connsiteY3" fmla="*/ 376009 h 466496"/>
                <a:gd name="connsiteX4" fmla="*/ 297754 w 478729"/>
                <a:gd name="connsiteY4" fmla="*/ 0 h 466496"/>
                <a:gd name="connsiteX0" fmla="*/ 297754 w 978793"/>
                <a:gd name="connsiteY0" fmla="*/ 284478 h 750974"/>
                <a:gd name="connsiteX1" fmla="*/ 978793 w 978793"/>
                <a:gd name="connsiteY1" fmla="*/ 3491 h 750974"/>
                <a:gd name="connsiteX2" fmla="*/ 478729 w 978793"/>
                <a:gd name="connsiteY2" fmla="*/ 551178 h 750974"/>
                <a:gd name="connsiteX3" fmla="*/ 478729 w 978793"/>
                <a:gd name="connsiteY3" fmla="*/ 750974 h 750974"/>
                <a:gd name="connsiteX4" fmla="*/ 7241 w 978793"/>
                <a:gd name="connsiteY4" fmla="*/ 660487 h 750974"/>
                <a:gd name="connsiteX5" fmla="*/ 297754 w 978793"/>
                <a:gd name="connsiteY5" fmla="*/ 284478 h 750974"/>
                <a:gd name="connsiteX0" fmla="*/ 297754 w 1357995"/>
                <a:gd name="connsiteY0" fmla="*/ 288179 h 754675"/>
                <a:gd name="connsiteX1" fmla="*/ 978793 w 1357995"/>
                <a:gd name="connsiteY1" fmla="*/ 7192 h 754675"/>
                <a:gd name="connsiteX2" fmla="*/ 1345505 w 1357995"/>
                <a:gd name="connsiteY2" fmla="*/ 35767 h 754675"/>
                <a:gd name="connsiteX3" fmla="*/ 478729 w 1357995"/>
                <a:gd name="connsiteY3" fmla="*/ 554879 h 754675"/>
                <a:gd name="connsiteX4" fmla="*/ 478729 w 1357995"/>
                <a:gd name="connsiteY4" fmla="*/ 754675 h 754675"/>
                <a:gd name="connsiteX5" fmla="*/ 7241 w 1357995"/>
                <a:gd name="connsiteY5" fmla="*/ 664188 h 754675"/>
                <a:gd name="connsiteX6" fmla="*/ 297754 w 1357995"/>
                <a:gd name="connsiteY6" fmla="*/ 288179 h 754675"/>
                <a:gd name="connsiteX0" fmla="*/ 297754 w 1474091"/>
                <a:gd name="connsiteY0" fmla="*/ 288179 h 754675"/>
                <a:gd name="connsiteX1" fmla="*/ 978793 w 1474091"/>
                <a:gd name="connsiteY1" fmla="*/ 7192 h 754675"/>
                <a:gd name="connsiteX2" fmla="*/ 1345505 w 1474091"/>
                <a:gd name="connsiteY2" fmla="*/ 35767 h 754675"/>
                <a:gd name="connsiteX3" fmla="*/ 1474091 w 1474091"/>
                <a:gd name="connsiteY3" fmla="*/ 173879 h 754675"/>
                <a:gd name="connsiteX4" fmla="*/ 478729 w 1474091"/>
                <a:gd name="connsiteY4" fmla="*/ 754675 h 754675"/>
                <a:gd name="connsiteX5" fmla="*/ 7241 w 1474091"/>
                <a:gd name="connsiteY5" fmla="*/ 664188 h 754675"/>
                <a:gd name="connsiteX6" fmla="*/ 297754 w 1474091"/>
                <a:gd name="connsiteY6" fmla="*/ 288179 h 754675"/>
                <a:gd name="connsiteX0" fmla="*/ 297754 w 1474091"/>
                <a:gd name="connsiteY0" fmla="*/ 288179 h 754675"/>
                <a:gd name="connsiteX1" fmla="*/ 978793 w 1474091"/>
                <a:gd name="connsiteY1" fmla="*/ 7192 h 754675"/>
                <a:gd name="connsiteX2" fmla="*/ 1345505 w 1474091"/>
                <a:gd name="connsiteY2" fmla="*/ 35767 h 754675"/>
                <a:gd name="connsiteX3" fmla="*/ 1474091 w 1474091"/>
                <a:gd name="connsiteY3" fmla="*/ 173879 h 754675"/>
                <a:gd name="connsiteX4" fmla="*/ 1321693 w 1474091"/>
                <a:gd name="connsiteY4" fmla="*/ 254843 h 754675"/>
                <a:gd name="connsiteX5" fmla="*/ 478729 w 1474091"/>
                <a:gd name="connsiteY5" fmla="*/ 754675 h 754675"/>
                <a:gd name="connsiteX6" fmla="*/ 7241 w 1474091"/>
                <a:gd name="connsiteY6" fmla="*/ 664188 h 754675"/>
                <a:gd name="connsiteX7" fmla="*/ 297754 w 1474091"/>
                <a:gd name="connsiteY7" fmla="*/ 288179 h 754675"/>
                <a:gd name="connsiteX0" fmla="*/ 297754 w 1474091"/>
                <a:gd name="connsiteY0" fmla="*/ 288179 h 754675"/>
                <a:gd name="connsiteX1" fmla="*/ 978793 w 1474091"/>
                <a:gd name="connsiteY1" fmla="*/ 7192 h 754675"/>
                <a:gd name="connsiteX2" fmla="*/ 1345505 w 1474091"/>
                <a:gd name="connsiteY2" fmla="*/ 35767 h 754675"/>
                <a:gd name="connsiteX3" fmla="*/ 1474091 w 1474091"/>
                <a:gd name="connsiteY3" fmla="*/ 173879 h 754675"/>
                <a:gd name="connsiteX4" fmla="*/ 1321693 w 1474091"/>
                <a:gd name="connsiteY4" fmla="*/ 254843 h 754675"/>
                <a:gd name="connsiteX5" fmla="*/ 878780 w 1474091"/>
                <a:gd name="connsiteY5" fmla="*/ 369143 h 754675"/>
                <a:gd name="connsiteX6" fmla="*/ 478729 w 1474091"/>
                <a:gd name="connsiteY6" fmla="*/ 754675 h 754675"/>
                <a:gd name="connsiteX7" fmla="*/ 7241 w 1474091"/>
                <a:gd name="connsiteY7" fmla="*/ 664188 h 754675"/>
                <a:gd name="connsiteX8" fmla="*/ 297754 w 1474091"/>
                <a:gd name="connsiteY8" fmla="*/ 288179 h 754675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07304 w 1474091"/>
                <a:gd name="connsiteY6" fmla="*/ 454638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07304 w 1474091"/>
                <a:gd name="connsiteY6" fmla="*/ 454638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07304 w 1474091"/>
                <a:gd name="connsiteY6" fmla="*/ 454638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07304 w 1474091"/>
                <a:gd name="connsiteY6" fmla="*/ 454638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26354 w 1474091"/>
                <a:gd name="connsiteY6" fmla="*/ 445113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26354 w 1474091"/>
                <a:gd name="connsiteY6" fmla="*/ 445113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26354 w 1474091"/>
                <a:gd name="connsiteY6" fmla="*/ 445113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562739"/>
                <a:gd name="connsiteY0" fmla="*/ 288179 h 664188"/>
                <a:gd name="connsiteX1" fmla="*/ 978793 w 1562739"/>
                <a:gd name="connsiteY1" fmla="*/ 7192 h 664188"/>
                <a:gd name="connsiteX2" fmla="*/ 1345505 w 1562739"/>
                <a:gd name="connsiteY2" fmla="*/ 35767 h 664188"/>
                <a:gd name="connsiteX3" fmla="*/ 1474091 w 1562739"/>
                <a:gd name="connsiteY3" fmla="*/ 173879 h 664188"/>
                <a:gd name="connsiteX4" fmla="*/ 1321693 w 1562739"/>
                <a:gd name="connsiteY4" fmla="*/ 254843 h 664188"/>
                <a:gd name="connsiteX5" fmla="*/ 878780 w 1562739"/>
                <a:gd name="connsiteY5" fmla="*/ 369143 h 664188"/>
                <a:gd name="connsiteX6" fmla="*/ 526354 w 1562739"/>
                <a:gd name="connsiteY6" fmla="*/ 445113 h 664188"/>
                <a:gd name="connsiteX7" fmla="*/ 7241 w 1562739"/>
                <a:gd name="connsiteY7" fmla="*/ 664188 h 664188"/>
                <a:gd name="connsiteX8" fmla="*/ 297754 w 1562739"/>
                <a:gd name="connsiteY8" fmla="*/ 288179 h 664188"/>
                <a:gd name="connsiteX0" fmla="*/ 297754 w 1546452"/>
                <a:gd name="connsiteY0" fmla="*/ 288179 h 664188"/>
                <a:gd name="connsiteX1" fmla="*/ 978793 w 1546452"/>
                <a:gd name="connsiteY1" fmla="*/ 7192 h 664188"/>
                <a:gd name="connsiteX2" fmla="*/ 1345505 w 1546452"/>
                <a:gd name="connsiteY2" fmla="*/ 35767 h 664188"/>
                <a:gd name="connsiteX3" fmla="*/ 1474091 w 1546452"/>
                <a:gd name="connsiteY3" fmla="*/ 173879 h 664188"/>
                <a:gd name="connsiteX4" fmla="*/ 1321693 w 1546452"/>
                <a:gd name="connsiteY4" fmla="*/ 254843 h 664188"/>
                <a:gd name="connsiteX5" fmla="*/ 878780 w 1546452"/>
                <a:gd name="connsiteY5" fmla="*/ 369143 h 664188"/>
                <a:gd name="connsiteX6" fmla="*/ 526354 w 1546452"/>
                <a:gd name="connsiteY6" fmla="*/ 445113 h 664188"/>
                <a:gd name="connsiteX7" fmla="*/ 7241 w 1546452"/>
                <a:gd name="connsiteY7" fmla="*/ 664188 h 664188"/>
                <a:gd name="connsiteX8" fmla="*/ 297754 w 1546452"/>
                <a:gd name="connsiteY8" fmla="*/ 288179 h 664188"/>
                <a:gd name="connsiteX0" fmla="*/ 297754 w 1563792"/>
                <a:gd name="connsiteY0" fmla="*/ 288179 h 664188"/>
                <a:gd name="connsiteX1" fmla="*/ 978793 w 1563792"/>
                <a:gd name="connsiteY1" fmla="*/ 7192 h 664188"/>
                <a:gd name="connsiteX2" fmla="*/ 1345505 w 1563792"/>
                <a:gd name="connsiteY2" fmla="*/ 35767 h 664188"/>
                <a:gd name="connsiteX3" fmla="*/ 1474091 w 1563792"/>
                <a:gd name="connsiteY3" fmla="*/ 173879 h 664188"/>
                <a:gd name="connsiteX4" fmla="*/ 1321693 w 1563792"/>
                <a:gd name="connsiteY4" fmla="*/ 254843 h 664188"/>
                <a:gd name="connsiteX5" fmla="*/ 878780 w 1563792"/>
                <a:gd name="connsiteY5" fmla="*/ 369143 h 664188"/>
                <a:gd name="connsiteX6" fmla="*/ 526354 w 1563792"/>
                <a:gd name="connsiteY6" fmla="*/ 445113 h 664188"/>
                <a:gd name="connsiteX7" fmla="*/ 7241 w 1563792"/>
                <a:gd name="connsiteY7" fmla="*/ 664188 h 664188"/>
                <a:gd name="connsiteX8" fmla="*/ 297754 w 1563792"/>
                <a:gd name="connsiteY8" fmla="*/ 288179 h 664188"/>
                <a:gd name="connsiteX0" fmla="*/ 297754 w 1563792"/>
                <a:gd name="connsiteY0" fmla="*/ 339306 h 715315"/>
                <a:gd name="connsiteX1" fmla="*/ 978793 w 1563792"/>
                <a:gd name="connsiteY1" fmla="*/ 58319 h 715315"/>
                <a:gd name="connsiteX2" fmla="*/ 1345505 w 1563792"/>
                <a:gd name="connsiteY2" fmla="*/ 86894 h 715315"/>
                <a:gd name="connsiteX3" fmla="*/ 1474091 w 1563792"/>
                <a:gd name="connsiteY3" fmla="*/ 225006 h 715315"/>
                <a:gd name="connsiteX4" fmla="*/ 1321693 w 1563792"/>
                <a:gd name="connsiteY4" fmla="*/ 305970 h 715315"/>
                <a:gd name="connsiteX5" fmla="*/ 878780 w 1563792"/>
                <a:gd name="connsiteY5" fmla="*/ 420270 h 715315"/>
                <a:gd name="connsiteX6" fmla="*/ 526354 w 1563792"/>
                <a:gd name="connsiteY6" fmla="*/ 496240 h 715315"/>
                <a:gd name="connsiteX7" fmla="*/ 7241 w 1563792"/>
                <a:gd name="connsiteY7" fmla="*/ 715315 h 715315"/>
                <a:gd name="connsiteX8" fmla="*/ 297754 w 1563792"/>
                <a:gd name="connsiteY8" fmla="*/ 339306 h 715315"/>
                <a:gd name="connsiteX0" fmla="*/ 297754 w 1563792"/>
                <a:gd name="connsiteY0" fmla="*/ 351235 h 727244"/>
                <a:gd name="connsiteX1" fmla="*/ 978793 w 1563792"/>
                <a:gd name="connsiteY1" fmla="*/ 70248 h 727244"/>
                <a:gd name="connsiteX2" fmla="*/ 1345505 w 1563792"/>
                <a:gd name="connsiteY2" fmla="*/ 98823 h 727244"/>
                <a:gd name="connsiteX3" fmla="*/ 1474091 w 1563792"/>
                <a:gd name="connsiteY3" fmla="*/ 236935 h 727244"/>
                <a:gd name="connsiteX4" fmla="*/ 1321693 w 1563792"/>
                <a:gd name="connsiteY4" fmla="*/ 317899 h 727244"/>
                <a:gd name="connsiteX5" fmla="*/ 878780 w 1563792"/>
                <a:gd name="connsiteY5" fmla="*/ 432199 h 727244"/>
                <a:gd name="connsiteX6" fmla="*/ 526354 w 1563792"/>
                <a:gd name="connsiteY6" fmla="*/ 508169 h 727244"/>
                <a:gd name="connsiteX7" fmla="*/ 7241 w 1563792"/>
                <a:gd name="connsiteY7" fmla="*/ 727244 h 727244"/>
                <a:gd name="connsiteX8" fmla="*/ 297754 w 1563792"/>
                <a:gd name="connsiteY8" fmla="*/ 351235 h 727244"/>
                <a:gd name="connsiteX0" fmla="*/ 297754 w 1563792"/>
                <a:gd name="connsiteY0" fmla="*/ 351235 h 727244"/>
                <a:gd name="connsiteX1" fmla="*/ 978793 w 1563792"/>
                <a:gd name="connsiteY1" fmla="*/ 70248 h 727244"/>
                <a:gd name="connsiteX2" fmla="*/ 1345505 w 1563792"/>
                <a:gd name="connsiteY2" fmla="*/ 98823 h 727244"/>
                <a:gd name="connsiteX3" fmla="*/ 1474091 w 1563792"/>
                <a:gd name="connsiteY3" fmla="*/ 236935 h 727244"/>
                <a:gd name="connsiteX4" fmla="*/ 1321693 w 1563792"/>
                <a:gd name="connsiteY4" fmla="*/ 317899 h 727244"/>
                <a:gd name="connsiteX5" fmla="*/ 878780 w 1563792"/>
                <a:gd name="connsiteY5" fmla="*/ 432199 h 727244"/>
                <a:gd name="connsiteX6" fmla="*/ 526354 w 1563792"/>
                <a:gd name="connsiteY6" fmla="*/ 508169 h 727244"/>
                <a:gd name="connsiteX7" fmla="*/ 7241 w 1563792"/>
                <a:gd name="connsiteY7" fmla="*/ 727244 h 727244"/>
                <a:gd name="connsiteX8" fmla="*/ 297754 w 1563792"/>
                <a:gd name="connsiteY8" fmla="*/ 351235 h 727244"/>
                <a:gd name="connsiteX0" fmla="*/ 297754 w 1563792"/>
                <a:gd name="connsiteY0" fmla="*/ 357202 h 733211"/>
                <a:gd name="connsiteX1" fmla="*/ 978793 w 1563792"/>
                <a:gd name="connsiteY1" fmla="*/ 76215 h 733211"/>
                <a:gd name="connsiteX2" fmla="*/ 1345505 w 1563792"/>
                <a:gd name="connsiteY2" fmla="*/ 104790 h 733211"/>
                <a:gd name="connsiteX3" fmla="*/ 1474091 w 1563792"/>
                <a:gd name="connsiteY3" fmla="*/ 242902 h 733211"/>
                <a:gd name="connsiteX4" fmla="*/ 1321693 w 1563792"/>
                <a:gd name="connsiteY4" fmla="*/ 323866 h 733211"/>
                <a:gd name="connsiteX5" fmla="*/ 878780 w 1563792"/>
                <a:gd name="connsiteY5" fmla="*/ 438166 h 733211"/>
                <a:gd name="connsiteX6" fmla="*/ 526354 w 1563792"/>
                <a:gd name="connsiteY6" fmla="*/ 514136 h 733211"/>
                <a:gd name="connsiteX7" fmla="*/ 7241 w 1563792"/>
                <a:gd name="connsiteY7" fmla="*/ 733211 h 733211"/>
                <a:gd name="connsiteX8" fmla="*/ 297754 w 1563792"/>
                <a:gd name="connsiteY8" fmla="*/ 357202 h 733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63792" h="733211">
                  <a:moveTo>
                    <a:pt x="297754" y="357202"/>
                  </a:moveTo>
                  <a:cubicBezTo>
                    <a:pt x="173929" y="238140"/>
                    <a:pt x="645418" y="-166673"/>
                    <a:pt x="978793" y="76215"/>
                  </a:cubicBezTo>
                  <a:cubicBezTo>
                    <a:pt x="932755" y="125428"/>
                    <a:pt x="1167705" y="-125397"/>
                    <a:pt x="1345505" y="104790"/>
                  </a:cubicBezTo>
                  <a:cubicBezTo>
                    <a:pt x="1488380" y="69865"/>
                    <a:pt x="1678879" y="92090"/>
                    <a:pt x="1474091" y="242902"/>
                  </a:cubicBezTo>
                  <a:cubicBezTo>
                    <a:pt x="1423292" y="276240"/>
                    <a:pt x="1372492" y="290528"/>
                    <a:pt x="1321693" y="323866"/>
                  </a:cubicBezTo>
                  <a:cubicBezTo>
                    <a:pt x="1193105" y="398478"/>
                    <a:pt x="1097855" y="492142"/>
                    <a:pt x="878780" y="438166"/>
                  </a:cubicBezTo>
                  <a:cubicBezTo>
                    <a:pt x="783530" y="504764"/>
                    <a:pt x="712091" y="580888"/>
                    <a:pt x="526354" y="514136"/>
                  </a:cubicBezTo>
                  <a:cubicBezTo>
                    <a:pt x="250128" y="745911"/>
                    <a:pt x="173929" y="663361"/>
                    <a:pt x="7241" y="733211"/>
                  </a:cubicBezTo>
                  <a:cubicBezTo>
                    <a:pt x="-38796" y="460237"/>
                    <a:pt x="143766" y="434913"/>
                    <a:pt x="297754" y="357202"/>
                  </a:cubicBezTo>
                  <a:close/>
                </a:path>
              </a:pathLst>
            </a:custGeom>
            <a:solidFill>
              <a:schemeClr val="bg2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8">
              <a:extLst>
                <a:ext uri="{FF2B5EF4-FFF2-40B4-BE49-F238E27FC236}">
                  <a16:creationId xmlns:a16="http://schemas.microsoft.com/office/drawing/2014/main" id="{1E3ECF8E-168E-1C8A-A872-C17ABD78E963}"/>
                </a:ext>
              </a:extLst>
            </p:cNvPr>
            <p:cNvSpPr/>
            <p:nvPr/>
          </p:nvSpPr>
          <p:spPr>
            <a:xfrm>
              <a:off x="5873501" y="2475497"/>
              <a:ext cx="2272585" cy="522896"/>
            </a:xfrm>
            <a:custGeom>
              <a:avLst/>
              <a:gdLst>
                <a:gd name="connsiteX0" fmla="*/ 0 w 381000"/>
                <a:gd name="connsiteY0" fmla="*/ 0 h 199796"/>
                <a:gd name="connsiteX1" fmla="*/ 381000 w 381000"/>
                <a:gd name="connsiteY1" fmla="*/ 0 h 199796"/>
                <a:gd name="connsiteX2" fmla="*/ 381000 w 381000"/>
                <a:gd name="connsiteY2" fmla="*/ 199796 h 199796"/>
                <a:gd name="connsiteX3" fmla="*/ 0 w 381000"/>
                <a:gd name="connsiteY3" fmla="*/ 199796 h 199796"/>
                <a:gd name="connsiteX4" fmla="*/ 0 w 381000"/>
                <a:gd name="connsiteY4" fmla="*/ 0 h 199796"/>
                <a:gd name="connsiteX0" fmla="*/ 200025 w 381000"/>
                <a:gd name="connsiteY0" fmla="*/ 0 h 466496"/>
                <a:gd name="connsiteX1" fmla="*/ 381000 w 381000"/>
                <a:gd name="connsiteY1" fmla="*/ 266700 h 466496"/>
                <a:gd name="connsiteX2" fmla="*/ 381000 w 381000"/>
                <a:gd name="connsiteY2" fmla="*/ 466496 h 466496"/>
                <a:gd name="connsiteX3" fmla="*/ 0 w 381000"/>
                <a:gd name="connsiteY3" fmla="*/ 466496 h 466496"/>
                <a:gd name="connsiteX4" fmla="*/ 200025 w 381000"/>
                <a:gd name="connsiteY4" fmla="*/ 0 h 466496"/>
                <a:gd name="connsiteX0" fmla="*/ 290513 w 471488"/>
                <a:gd name="connsiteY0" fmla="*/ 0 h 466496"/>
                <a:gd name="connsiteX1" fmla="*/ 471488 w 471488"/>
                <a:gd name="connsiteY1" fmla="*/ 266700 h 466496"/>
                <a:gd name="connsiteX2" fmla="*/ 471488 w 471488"/>
                <a:gd name="connsiteY2" fmla="*/ 466496 h 466496"/>
                <a:gd name="connsiteX3" fmla="*/ 0 w 471488"/>
                <a:gd name="connsiteY3" fmla="*/ 376009 h 466496"/>
                <a:gd name="connsiteX4" fmla="*/ 290513 w 471488"/>
                <a:gd name="connsiteY4" fmla="*/ 0 h 466496"/>
                <a:gd name="connsiteX0" fmla="*/ 296322 w 477297"/>
                <a:gd name="connsiteY0" fmla="*/ 0 h 466496"/>
                <a:gd name="connsiteX1" fmla="*/ 477297 w 477297"/>
                <a:gd name="connsiteY1" fmla="*/ 266700 h 466496"/>
                <a:gd name="connsiteX2" fmla="*/ 477297 w 477297"/>
                <a:gd name="connsiteY2" fmla="*/ 466496 h 466496"/>
                <a:gd name="connsiteX3" fmla="*/ 5809 w 477297"/>
                <a:gd name="connsiteY3" fmla="*/ 376009 h 466496"/>
                <a:gd name="connsiteX4" fmla="*/ 296322 w 477297"/>
                <a:gd name="connsiteY4" fmla="*/ 0 h 466496"/>
                <a:gd name="connsiteX0" fmla="*/ 297754 w 478729"/>
                <a:gd name="connsiteY0" fmla="*/ 0 h 466496"/>
                <a:gd name="connsiteX1" fmla="*/ 478729 w 478729"/>
                <a:gd name="connsiteY1" fmla="*/ 266700 h 466496"/>
                <a:gd name="connsiteX2" fmla="*/ 478729 w 478729"/>
                <a:gd name="connsiteY2" fmla="*/ 466496 h 466496"/>
                <a:gd name="connsiteX3" fmla="*/ 7241 w 478729"/>
                <a:gd name="connsiteY3" fmla="*/ 376009 h 466496"/>
                <a:gd name="connsiteX4" fmla="*/ 297754 w 478729"/>
                <a:gd name="connsiteY4" fmla="*/ 0 h 466496"/>
                <a:gd name="connsiteX0" fmla="*/ 297754 w 978793"/>
                <a:gd name="connsiteY0" fmla="*/ 284478 h 750974"/>
                <a:gd name="connsiteX1" fmla="*/ 978793 w 978793"/>
                <a:gd name="connsiteY1" fmla="*/ 3491 h 750974"/>
                <a:gd name="connsiteX2" fmla="*/ 478729 w 978793"/>
                <a:gd name="connsiteY2" fmla="*/ 551178 h 750974"/>
                <a:gd name="connsiteX3" fmla="*/ 478729 w 978793"/>
                <a:gd name="connsiteY3" fmla="*/ 750974 h 750974"/>
                <a:gd name="connsiteX4" fmla="*/ 7241 w 978793"/>
                <a:gd name="connsiteY4" fmla="*/ 660487 h 750974"/>
                <a:gd name="connsiteX5" fmla="*/ 297754 w 978793"/>
                <a:gd name="connsiteY5" fmla="*/ 284478 h 750974"/>
                <a:gd name="connsiteX0" fmla="*/ 297754 w 1357995"/>
                <a:gd name="connsiteY0" fmla="*/ 288179 h 754675"/>
                <a:gd name="connsiteX1" fmla="*/ 978793 w 1357995"/>
                <a:gd name="connsiteY1" fmla="*/ 7192 h 754675"/>
                <a:gd name="connsiteX2" fmla="*/ 1345505 w 1357995"/>
                <a:gd name="connsiteY2" fmla="*/ 35767 h 754675"/>
                <a:gd name="connsiteX3" fmla="*/ 478729 w 1357995"/>
                <a:gd name="connsiteY3" fmla="*/ 554879 h 754675"/>
                <a:gd name="connsiteX4" fmla="*/ 478729 w 1357995"/>
                <a:gd name="connsiteY4" fmla="*/ 754675 h 754675"/>
                <a:gd name="connsiteX5" fmla="*/ 7241 w 1357995"/>
                <a:gd name="connsiteY5" fmla="*/ 664188 h 754675"/>
                <a:gd name="connsiteX6" fmla="*/ 297754 w 1357995"/>
                <a:gd name="connsiteY6" fmla="*/ 288179 h 754675"/>
                <a:gd name="connsiteX0" fmla="*/ 297754 w 1474091"/>
                <a:gd name="connsiteY0" fmla="*/ 288179 h 754675"/>
                <a:gd name="connsiteX1" fmla="*/ 978793 w 1474091"/>
                <a:gd name="connsiteY1" fmla="*/ 7192 h 754675"/>
                <a:gd name="connsiteX2" fmla="*/ 1345505 w 1474091"/>
                <a:gd name="connsiteY2" fmla="*/ 35767 h 754675"/>
                <a:gd name="connsiteX3" fmla="*/ 1474091 w 1474091"/>
                <a:gd name="connsiteY3" fmla="*/ 173879 h 754675"/>
                <a:gd name="connsiteX4" fmla="*/ 478729 w 1474091"/>
                <a:gd name="connsiteY4" fmla="*/ 754675 h 754675"/>
                <a:gd name="connsiteX5" fmla="*/ 7241 w 1474091"/>
                <a:gd name="connsiteY5" fmla="*/ 664188 h 754675"/>
                <a:gd name="connsiteX6" fmla="*/ 297754 w 1474091"/>
                <a:gd name="connsiteY6" fmla="*/ 288179 h 754675"/>
                <a:gd name="connsiteX0" fmla="*/ 297754 w 1474091"/>
                <a:gd name="connsiteY0" fmla="*/ 288179 h 754675"/>
                <a:gd name="connsiteX1" fmla="*/ 978793 w 1474091"/>
                <a:gd name="connsiteY1" fmla="*/ 7192 h 754675"/>
                <a:gd name="connsiteX2" fmla="*/ 1345505 w 1474091"/>
                <a:gd name="connsiteY2" fmla="*/ 35767 h 754675"/>
                <a:gd name="connsiteX3" fmla="*/ 1474091 w 1474091"/>
                <a:gd name="connsiteY3" fmla="*/ 173879 h 754675"/>
                <a:gd name="connsiteX4" fmla="*/ 1321693 w 1474091"/>
                <a:gd name="connsiteY4" fmla="*/ 254843 h 754675"/>
                <a:gd name="connsiteX5" fmla="*/ 478729 w 1474091"/>
                <a:gd name="connsiteY5" fmla="*/ 754675 h 754675"/>
                <a:gd name="connsiteX6" fmla="*/ 7241 w 1474091"/>
                <a:gd name="connsiteY6" fmla="*/ 664188 h 754675"/>
                <a:gd name="connsiteX7" fmla="*/ 297754 w 1474091"/>
                <a:gd name="connsiteY7" fmla="*/ 288179 h 754675"/>
                <a:gd name="connsiteX0" fmla="*/ 297754 w 1474091"/>
                <a:gd name="connsiteY0" fmla="*/ 288179 h 754675"/>
                <a:gd name="connsiteX1" fmla="*/ 978793 w 1474091"/>
                <a:gd name="connsiteY1" fmla="*/ 7192 h 754675"/>
                <a:gd name="connsiteX2" fmla="*/ 1345505 w 1474091"/>
                <a:gd name="connsiteY2" fmla="*/ 35767 h 754675"/>
                <a:gd name="connsiteX3" fmla="*/ 1474091 w 1474091"/>
                <a:gd name="connsiteY3" fmla="*/ 173879 h 754675"/>
                <a:gd name="connsiteX4" fmla="*/ 1321693 w 1474091"/>
                <a:gd name="connsiteY4" fmla="*/ 254843 h 754675"/>
                <a:gd name="connsiteX5" fmla="*/ 878780 w 1474091"/>
                <a:gd name="connsiteY5" fmla="*/ 369143 h 754675"/>
                <a:gd name="connsiteX6" fmla="*/ 478729 w 1474091"/>
                <a:gd name="connsiteY6" fmla="*/ 754675 h 754675"/>
                <a:gd name="connsiteX7" fmla="*/ 7241 w 1474091"/>
                <a:gd name="connsiteY7" fmla="*/ 664188 h 754675"/>
                <a:gd name="connsiteX8" fmla="*/ 297754 w 1474091"/>
                <a:gd name="connsiteY8" fmla="*/ 288179 h 754675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07304 w 1474091"/>
                <a:gd name="connsiteY6" fmla="*/ 454638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07304 w 1474091"/>
                <a:gd name="connsiteY6" fmla="*/ 454638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07304 w 1474091"/>
                <a:gd name="connsiteY6" fmla="*/ 454638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07304 w 1474091"/>
                <a:gd name="connsiteY6" fmla="*/ 454638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26354 w 1474091"/>
                <a:gd name="connsiteY6" fmla="*/ 445113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26354 w 1474091"/>
                <a:gd name="connsiteY6" fmla="*/ 445113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474091"/>
                <a:gd name="connsiteY0" fmla="*/ 288179 h 664188"/>
                <a:gd name="connsiteX1" fmla="*/ 978793 w 1474091"/>
                <a:gd name="connsiteY1" fmla="*/ 7192 h 664188"/>
                <a:gd name="connsiteX2" fmla="*/ 1345505 w 1474091"/>
                <a:gd name="connsiteY2" fmla="*/ 35767 h 664188"/>
                <a:gd name="connsiteX3" fmla="*/ 1474091 w 1474091"/>
                <a:gd name="connsiteY3" fmla="*/ 173879 h 664188"/>
                <a:gd name="connsiteX4" fmla="*/ 1321693 w 1474091"/>
                <a:gd name="connsiteY4" fmla="*/ 254843 h 664188"/>
                <a:gd name="connsiteX5" fmla="*/ 878780 w 1474091"/>
                <a:gd name="connsiteY5" fmla="*/ 369143 h 664188"/>
                <a:gd name="connsiteX6" fmla="*/ 526354 w 1474091"/>
                <a:gd name="connsiteY6" fmla="*/ 445113 h 664188"/>
                <a:gd name="connsiteX7" fmla="*/ 7241 w 1474091"/>
                <a:gd name="connsiteY7" fmla="*/ 664188 h 664188"/>
                <a:gd name="connsiteX8" fmla="*/ 297754 w 1474091"/>
                <a:gd name="connsiteY8" fmla="*/ 288179 h 664188"/>
                <a:gd name="connsiteX0" fmla="*/ 297754 w 1562739"/>
                <a:gd name="connsiteY0" fmla="*/ 288179 h 664188"/>
                <a:gd name="connsiteX1" fmla="*/ 978793 w 1562739"/>
                <a:gd name="connsiteY1" fmla="*/ 7192 h 664188"/>
                <a:gd name="connsiteX2" fmla="*/ 1345505 w 1562739"/>
                <a:gd name="connsiteY2" fmla="*/ 35767 h 664188"/>
                <a:gd name="connsiteX3" fmla="*/ 1474091 w 1562739"/>
                <a:gd name="connsiteY3" fmla="*/ 173879 h 664188"/>
                <a:gd name="connsiteX4" fmla="*/ 1321693 w 1562739"/>
                <a:gd name="connsiteY4" fmla="*/ 254843 h 664188"/>
                <a:gd name="connsiteX5" fmla="*/ 878780 w 1562739"/>
                <a:gd name="connsiteY5" fmla="*/ 369143 h 664188"/>
                <a:gd name="connsiteX6" fmla="*/ 526354 w 1562739"/>
                <a:gd name="connsiteY6" fmla="*/ 445113 h 664188"/>
                <a:gd name="connsiteX7" fmla="*/ 7241 w 1562739"/>
                <a:gd name="connsiteY7" fmla="*/ 664188 h 664188"/>
                <a:gd name="connsiteX8" fmla="*/ 297754 w 1562739"/>
                <a:gd name="connsiteY8" fmla="*/ 288179 h 664188"/>
                <a:gd name="connsiteX0" fmla="*/ 297754 w 1546452"/>
                <a:gd name="connsiteY0" fmla="*/ 288179 h 664188"/>
                <a:gd name="connsiteX1" fmla="*/ 978793 w 1546452"/>
                <a:gd name="connsiteY1" fmla="*/ 7192 h 664188"/>
                <a:gd name="connsiteX2" fmla="*/ 1345505 w 1546452"/>
                <a:gd name="connsiteY2" fmla="*/ 35767 h 664188"/>
                <a:gd name="connsiteX3" fmla="*/ 1474091 w 1546452"/>
                <a:gd name="connsiteY3" fmla="*/ 173879 h 664188"/>
                <a:gd name="connsiteX4" fmla="*/ 1321693 w 1546452"/>
                <a:gd name="connsiteY4" fmla="*/ 254843 h 664188"/>
                <a:gd name="connsiteX5" fmla="*/ 878780 w 1546452"/>
                <a:gd name="connsiteY5" fmla="*/ 369143 h 664188"/>
                <a:gd name="connsiteX6" fmla="*/ 526354 w 1546452"/>
                <a:gd name="connsiteY6" fmla="*/ 445113 h 664188"/>
                <a:gd name="connsiteX7" fmla="*/ 7241 w 1546452"/>
                <a:gd name="connsiteY7" fmla="*/ 664188 h 664188"/>
                <a:gd name="connsiteX8" fmla="*/ 297754 w 1546452"/>
                <a:gd name="connsiteY8" fmla="*/ 288179 h 664188"/>
                <a:gd name="connsiteX0" fmla="*/ 297754 w 1563792"/>
                <a:gd name="connsiteY0" fmla="*/ 288179 h 664188"/>
                <a:gd name="connsiteX1" fmla="*/ 978793 w 1563792"/>
                <a:gd name="connsiteY1" fmla="*/ 7192 h 664188"/>
                <a:gd name="connsiteX2" fmla="*/ 1345505 w 1563792"/>
                <a:gd name="connsiteY2" fmla="*/ 35767 h 664188"/>
                <a:gd name="connsiteX3" fmla="*/ 1474091 w 1563792"/>
                <a:gd name="connsiteY3" fmla="*/ 173879 h 664188"/>
                <a:gd name="connsiteX4" fmla="*/ 1321693 w 1563792"/>
                <a:gd name="connsiteY4" fmla="*/ 254843 h 664188"/>
                <a:gd name="connsiteX5" fmla="*/ 878780 w 1563792"/>
                <a:gd name="connsiteY5" fmla="*/ 369143 h 664188"/>
                <a:gd name="connsiteX6" fmla="*/ 526354 w 1563792"/>
                <a:gd name="connsiteY6" fmla="*/ 445113 h 664188"/>
                <a:gd name="connsiteX7" fmla="*/ 7241 w 1563792"/>
                <a:gd name="connsiteY7" fmla="*/ 664188 h 664188"/>
                <a:gd name="connsiteX8" fmla="*/ 297754 w 1563792"/>
                <a:gd name="connsiteY8" fmla="*/ 288179 h 664188"/>
                <a:gd name="connsiteX0" fmla="*/ 297754 w 1563792"/>
                <a:gd name="connsiteY0" fmla="*/ 339306 h 715315"/>
                <a:gd name="connsiteX1" fmla="*/ 978793 w 1563792"/>
                <a:gd name="connsiteY1" fmla="*/ 58319 h 715315"/>
                <a:gd name="connsiteX2" fmla="*/ 1345505 w 1563792"/>
                <a:gd name="connsiteY2" fmla="*/ 86894 h 715315"/>
                <a:gd name="connsiteX3" fmla="*/ 1474091 w 1563792"/>
                <a:gd name="connsiteY3" fmla="*/ 225006 h 715315"/>
                <a:gd name="connsiteX4" fmla="*/ 1321693 w 1563792"/>
                <a:gd name="connsiteY4" fmla="*/ 305970 h 715315"/>
                <a:gd name="connsiteX5" fmla="*/ 878780 w 1563792"/>
                <a:gd name="connsiteY5" fmla="*/ 420270 h 715315"/>
                <a:gd name="connsiteX6" fmla="*/ 526354 w 1563792"/>
                <a:gd name="connsiteY6" fmla="*/ 496240 h 715315"/>
                <a:gd name="connsiteX7" fmla="*/ 7241 w 1563792"/>
                <a:gd name="connsiteY7" fmla="*/ 715315 h 715315"/>
                <a:gd name="connsiteX8" fmla="*/ 297754 w 1563792"/>
                <a:gd name="connsiteY8" fmla="*/ 339306 h 715315"/>
                <a:gd name="connsiteX0" fmla="*/ 297754 w 1563792"/>
                <a:gd name="connsiteY0" fmla="*/ 351235 h 727244"/>
                <a:gd name="connsiteX1" fmla="*/ 978793 w 1563792"/>
                <a:gd name="connsiteY1" fmla="*/ 70248 h 727244"/>
                <a:gd name="connsiteX2" fmla="*/ 1345505 w 1563792"/>
                <a:gd name="connsiteY2" fmla="*/ 98823 h 727244"/>
                <a:gd name="connsiteX3" fmla="*/ 1474091 w 1563792"/>
                <a:gd name="connsiteY3" fmla="*/ 236935 h 727244"/>
                <a:gd name="connsiteX4" fmla="*/ 1321693 w 1563792"/>
                <a:gd name="connsiteY4" fmla="*/ 317899 h 727244"/>
                <a:gd name="connsiteX5" fmla="*/ 878780 w 1563792"/>
                <a:gd name="connsiteY5" fmla="*/ 432199 h 727244"/>
                <a:gd name="connsiteX6" fmla="*/ 526354 w 1563792"/>
                <a:gd name="connsiteY6" fmla="*/ 508169 h 727244"/>
                <a:gd name="connsiteX7" fmla="*/ 7241 w 1563792"/>
                <a:gd name="connsiteY7" fmla="*/ 727244 h 727244"/>
                <a:gd name="connsiteX8" fmla="*/ 297754 w 1563792"/>
                <a:gd name="connsiteY8" fmla="*/ 351235 h 727244"/>
                <a:gd name="connsiteX0" fmla="*/ 297754 w 1563792"/>
                <a:gd name="connsiteY0" fmla="*/ 351235 h 727244"/>
                <a:gd name="connsiteX1" fmla="*/ 978793 w 1563792"/>
                <a:gd name="connsiteY1" fmla="*/ 70248 h 727244"/>
                <a:gd name="connsiteX2" fmla="*/ 1345505 w 1563792"/>
                <a:gd name="connsiteY2" fmla="*/ 98823 h 727244"/>
                <a:gd name="connsiteX3" fmla="*/ 1474091 w 1563792"/>
                <a:gd name="connsiteY3" fmla="*/ 236935 h 727244"/>
                <a:gd name="connsiteX4" fmla="*/ 1321693 w 1563792"/>
                <a:gd name="connsiteY4" fmla="*/ 317899 h 727244"/>
                <a:gd name="connsiteX5" fmla="*/ 878780 w 1563792"/>
                <a:gd name="connsiteY5" fmla="*/ 432199 h 727244"/>
                <a:gd name="connsiteX6" fmla="*/ 526354 w 1563792"/>
                <a:gd name="connsiteY6" fmla="*/ 508169 h 727244"/>
                <a:gd name="connsiteX7" fmla="*/ 7241 w 1563792"/>
                <a:gd name="connsiteY7" fmla="*/ 727244 h 727244"/>
                <a:gd name="connsiteX8" fmla="*/ 297754 w 1563792"/>
                <a:gd name="connsiteY8" fmla="*/ 351235 h 727244"/>
                <a:gd name="connsiteX0" fmla="*/ 297754 w 1563792"/>
                <a:gd name="connsiteY0" fmla="*/ 357202 h 733211"/>
                <a:gd name="connsiteX1" fmla="*/ 978793 w 1563792"/>
                <a:gd name="connsiteY1" fmla="*/ 76215 h 733211"/>
                <a:gd name="connsiteX2" fmla="*/ 1345505 w 1563792"/>
                <a:gd name="connsiteY2" fmla="*/ 104790 h 733211"/>
                <a:gd name="connsiteX3" fmla="*/ 1474091 w 1563792"/>
                <a:gd name="connsiteY3" fmla="*/ 242902 h 733211"/>
                <a:gd name="connsiteX4" fmla="*/ 1321693 w 1563792"/>
                <a:gd name="connsiteY4" fmla="*/ 323866 h 733211"/>
                <a:gd name="connsiteX5" fmla="*/ 878780 w 1563792"/>
                <a:gd name="connsiteY5" fmla="*/ 438166 h 733211"/>
                <a:gd name="connsiteX6" fmla="*/ 526354 w 1563792"/>
                <a:gd name="connsiteY6" fmla="*/ 514136 h 733211"/>
                <a:gd name="connsiteX7" fmla="*/ 7241 w 1563792"/>
                <a:gd name="connsiteY7" fmla="*/ 733211 h 733211"/>
                <a:gd name="connsiteX8" fmla="*/ 297754 w 1563792"/>
                <a:gd name="connsiteY8" fmla="*/ 357202 h 733211"/>
                <a:gd name="connsiteX0" fmla="*/ 297754 w 1563792"/>
                <a:gd name="connsiteY0" fmla="*/ 357202 h 733211"/>
                <a:gd name="connsiteX1" fmla="*/ 978793 w 1563792"/>
                <a:gd name="connsiteY1" fmla="*/ 76215 h 733211"/>
                <a:gd name="connsiteX2" fmla="*/ 1345505 w 1563792"/>
                <a:gd name="connsiteY2" fmla="*/ 104790 h 733211"/>
                <a:gd name="connsiteX3" fmla="*/ 1474091 w 1563792"/>
                <a:gd name="connsiteY3" fmla="*/ 242902 h 733211"/>
                <a:gd name="connsiteX4" fmla="*/ 1321693 w 1563792"/>
                <a:gd name="connsiteY4" fmla="*/ 323866 h 733211"/>
                <a:gd name="connsiteX5" fmla="*/ 878780 w 1563792"/>
                <a:gd name="connsiteY5" fmla="*/ 438166 h 733211"/>
                <a:gd name="connsiteX6" fmla="*/ 750192 w 1563792"/>
                <a:gd name="connsiteY6" fmla="*/ 556998 h 733211"/>
                <a:gd name="connsiteX7" fmla="*/ 7241 w 1563792"/>
                <a:gd name="connsiteY7" fmla="*/ 733211 h 733211"/>
                <a:gd name="connsiteX8" fmla="*/ 297754 w 1563792"/>
                <a:gd name="connsiteY8" fmla="*/ 357202 h 733211"/>
                <a:gd name="connsiteX0" fmla="*/ 297754 w 1563792"/>
                <a:gd name="connsiteY0" fmla="*/ 357202 h 733211"/>
                <a:gd name="connsiteX1" fmla="*/ 978793 w 1563792"/>
                <a:gd name="connsiteY1" fmla="*/ 76215 h 733211"/>
                <a:gd name="connsiteX2" fmla="*/ 1345505 w 1563792"/>
                <a:gd name="connsiteY2" fmla="*/ 104790 h 733211"/>
                <a:gd name="connsiteX3" fmla="*/ 1474091 w 1563792"/>
                <a:gd name="connsiteY3" fmla="*/ 242902 h 733211"/>
                <a:gd name="connsiteX4" fmla="*/ 1321693 w 1563792"/>
                <a:gd name="connsiteY4" fmla="*/ 323866 h 733211"/>
                <a:gd name="connsiteX5" fmla="*/ 1183580 w 1563792"/>
                <a:gd name="connsiteY5" fmla="*/ 452454 h 733211"/>
                <a:gd name="connsiteX6" fmla="*/ 750192 w 1563792"/>
                <a:gd name="connsiteY6" fmla="*/ 556998 h 733211"/>
                <a:gd name="connsiteX7" fmla="*/ 7241 w 1563792"/>
                <a:gd name="connsiteY7" fmla="*/ 733211 h 733211"/>
                <a:gd name="connsiteX8" fmla="*/ 297754 w 1563792"/>
                <a:gd name="connsiteY8" fmla="*/ 357202 h 733211"/>
                <a:gd name="connsiteX0" fmla="*/ 297754 w 1563792"/>
                <a:gd name="connsiteY0" fmla="*/ 357202 h 733211"/>
                <a:gd name="connsiteX1" fmla="*/ 978793 w 1563792"/>
                <a:gd name="connsiteY1" fmla="*/ 76215 h 733211"/>
                <a:gd name="connsiteX2" fmla="*/ 1345505 w 1563792"/>
                <a:gd name="connsiteY2" fmla="*/ 104790 h 733211"/>
                <a:gd name="connsiteX3" fmla="*/ 1474091 w 1563792"/>
                <a:gd name="connsiteY3" fmla="*/ 242902 h 733211"/>
                <a:gd name="connsiteX4" fmla="*/ 1469331 w 1563792"/>
                <a:gd name="connsiteY4" fmla="*/ 447691 h 733211"/>
                <a:gd name="connsiteX5" fmla="*/ 1183580 w 1563792"/>
                <a:gd name="connsiteY5" fmla="*/ 452454 h 733211"/>
                <a:gd name="connsiteX6" fmla="*/ 750192 w 1563792"/>
                <a:gd name="connsiteY6" fmla="*/ 556998 h 733211"/>
                <a:gd name="connsiteX7" fmla="*/ 7241 w 1563792"/>
                <a:gd name="connsiteY7" fmla="*/ 733211 h 733211"/>
                <a:gd name="connsiteX8" fmla="*/ 297754 w 1563792"/>
                <a:gd name="connsiteY8" fmla="*/ 357202 h 733211"/>
                <a:gd name="connsiteX0" fmla="*/ 297754 w 1854348"/>
                <a:gd name="connsiteY0" fmla="*/ 357202 h 733211"/>
                <a:gd name="connsiteX1" fmla="*/ 978793 w 1854348"/>
                <a:gd name="connsiteY1" fmla="*/ 76215 h 733211"/>
                <a:gd name="connsiteX2" fmla="*/ 1345505 w 1854348"/>
                <a:gd name="connsiteY2" fmla="*/ 104790 h 733211"/>
                <a:gd name="connsiteX3" fmla="*/ 1807466 w 1854348"/>
                <a:gd name="connsiteY3" fmla="*/ 252427 h 733211"/>
                <a:gd name="connsiteX4" fmla="*/ 1469331 w 1854348"/>
                <a:gd name="connsiteY4" fmla="*/ 447691 h 733211"/>
                <a:gd name="connsiteX5" fmla="*/ 1183580 w 1854348"/>
                <a:gd name="connsiteY5" fmla="*/ 452454 h 733211"/>
                <a:gd name="connsiteX6" fmla="*/ 750192 w 1854348"/>
                <a:gd name="connsiteY6" fmla="*/ 556998 h 733211"/>
                <a:gd name="connsiteX7" fmla="*/ 7241 w 1854348"/>
                <a:gd name="connsiteY7" fmla="*/ 733211 h 733211"/>
                <a:gd name="connsiteX8" fmla="*/ 297754 w 1854348"/>
                <a:gd name="connsiteY8" fmla="*/ 357202 h 733211"/>
                <a:gd name="connsiteX0" fmla="*/ 297754 w 1838610"/>
                <a:gd name="connsiteY0" fmla="*/ 357202 h 733211"/>
                <a:gd name="connsiteX1" fmla="*/ 978793 w 1838610"/>
                <a:gd name="connsiteY1" fmla="*/ 76215 h 733211"/>
                <a:gd name="connsiteX2" fmla="*/ 1002605 w 1838610"/>
                <a:gd name="connsiteY2" fmla="*/ 223852 h 733211"/>
                <a:gd name="connsiteX3" fmla="*/ 1807466 w 1838610"/>
                <a:gd name="connsiteY3" fmla="*/ 252427 h 733211"/>
                <a:gd name="connsiteX4" fmla="*/ 1469331 w 1838610"/>
                <a:gd name="connsiteY4" fmla="*/ 447691 h 733211"/>
                <a:gd name="connsiteX5" fmla="*/ 1183580 w 1838610"/>
                <a:gd name="connsiteY5" fmla="*/ 452454 h 733211"/>
                <a:gd name="connsiteX6" fmla="*/ 750192 w 1838610"/>
                <a:gd name="connsiteY6" fmla="*/ 556998 h 733211"/>
                <a:gd name="connsiteX7" fmla="*/ 7241 w 1838610"/>
                <a:gd name="connsiteY7" fmla="*/ 733211 h 733211"/>
                <a:gd name="connsiteX8" fmla="*/ 297754 w 1838610"/>
                <a:gd name="connsiteY8" fmla="*/ 357202 h 733211"/>
                <a:gd name="connsiteX0" fmla="*/ 297754 w 1838610"/>
                <a:gd name="connsiteY0" fmla="*/ 210187 h 586196"/>
                <a:gd name="connsiteX1" fmla="*/ 669230 w 1838610"/>
                <a:gd name="connsiteY1" fmla="*/ 162563 h 586196"/>
                <a:gd name="connsiteX2" fmla="*/ 1002605 w 1838610"/>
                <a:gd name="connsiteY2" fmla="*/ 76837 h 586196"/>
                <a:gd name="connsiteX3" fmla="*/ 1807466 w 1838610"/>
                <a:gd name="connsiteY3" fmla="*/ 105412 h 586196"/>
                <a:gd name="connsiteX4" fmla="*/ 1469331 w 1838610"/>
                <a:gd name="connsiteY4" fmla="*/ 300676 h 586196"/>
                <a:gd name="connsiteX5" fmla="*/ 1183580 w 1838610"/>
                <a:gd name="connsiteY5" fmla="*/ 305439 h 586196"/>
                <a:gd name="connsiteX6" fmla="*/ 750192 w 1838610"/>
                <a:gd name="connsiteY6" fmla="*/ 409983 h 586196"/>
                <a:gd name="connsiteX7" fmla="*/ 7241 w 1838610"/>
                <a:gd name="connsiteY7" fmla="*/ 586196 h 586196"/>
                <a:gd name="connsiteX8" fmla="*/ 297754 w 1838610"/>
                <a:gd name="connsiteY8" fmla="*/ 210187 h 586196"/>
                <a:gd name="connsiteX0" fmla="*/ 297754 w 1838610"/>
                <a:gd name="connsiteY0" fmla="*/ 190334 h 566343"/>
                <a:gd name="connsiteX1" fmla="*/ 1002605 w 1838610"/>
                <a:gd name="connsiteY1" fmla="*/ 56984 h 566343"/>
                <a:gd name="connsiteX2" fmla="*/ 1807466 w 1838610"/>
                <a:gd name="connsiteY2" fmla="*/ 85559 h 566343"/>
                <a:gd name="connsiteX3" fmla="*/ 1469331 w 1838610"/>
                <a:gd name="connsiteY3" fmla="*/ 280823 h 566343"/>
                <a:gd name="connsiteX4" fmla="*/ 1183580 w 1838610"/>
                <a:gd name="connsiteY4" fmla="*/ 285586 h 566343"/>
                <a:gd name="connsiteX5" fmla="*/ 750192 w 1838610"/>
                <a:gd name="connsiteY5" fmla="*/ 390130 h 566343"/>
                <a:gd name="connsiteX6" fmla="*/ 7241 w 1838610"/>
                <a:gd name="connsiteY6" fmla="*/ 566343 h 566343"/>
                <a:gd name="connsiteX7" fmla="*/ 297754 w 1838610"/>
                <a:gd name="connsiteY7" fmla="*/ 190334 h 566343"/>
                <a:gd name="connsiteX0" fmla="*/ 764316 w 1833685"/>
                <a:gd name="connsiteY0" fmla="*/ 185572 h 566343"/>
                <a:gd name="connsiteX1" fmla="*/ 997680 w 1833685"/>
                <a:gd name="connsiteY1" fmla="*/ 56984 h 566343"/>
                <a:gd name="connsiteX2" fmla="*/ 1802541 w 1833685"/>
                <a:gd name="connsiteY2" fmla="*/ 85559 h 566343"/>
                <a:gd name="connsiteX3" fmla="*/ 1464406 w 1833685"/>
                <a:gd name="connsiteY3" fmla="*/ 280823 h 566343"/>
                <a:gd name="connsiteX4" fmla="*/ 1178655 w 1833685"/>
                <a:gd name="connsiteY4" fmla="*/ 285586 h 566343"/>
                <a:gd name="connsiteX5" fmla="*/ 745267 w 1833685"/>
                <a:gd name="connsiteY5" fmla="*/ 390130 h 566343"/>
                <a:gd name="connsiteX6" fmla="*/ 2316 w 1833685"/>
                <a:gd name="connsiteY6" fmla="*/ 566343 h 566343"/>
                <a:gd name="connsiteX7" fmla="*/ 764316 w 1833685"/>
                <a:gd name="connsiteY7" fmla="*/ 185572 h 566343"/>
                <a:gd name="connsiteX0" fmla="*/ 769540 w 1838909"/>
                <a:gd name="connsiteY0" fmla="*/ 185572 h 566343"/>
                <a:gd name="connsiteX1" fmla="*/ 1002904 w 1838909"/>
                <a:gd name="connsiteY1" fmla="*/ 56984 h 566343"/>
                <a:gd name="connsiteX2" fmla="*/ 1807765 w 1838909"/>
                <a:gd name="connsiteY2" fmla="*/ 85559 h 566343"/>
                <a:gd name="connsiteX3" fmla="*/ 1469630 w 1838909"/>
                <a:gd name="connsiteY3" fmla="*/ 280823 h 566343"/>
                <a:gd name="connsiteX4" fmla="*/ 1183879 w 1838909"/>
                <a:gd name="connsiteY4" fmla="*/ 285586 h 566343"/>
                <a:gd name="connsiteX5" fmla="*/ 750491 w 1838909"/>
                <a:gd name="connsiteY5" fmla="*/ 390130 h 566343"/>
                <a:gd name="connsiteX6" fmla="*/ 7540 w 1838909"/>
                <a:gd name="connsiteY6" fmla="*/ 566343 h 566343"/>
                <a:gd name="connsiteX7" fmla="*/ 769540 w 1838909"/>
                <a:gd name="connsiteY7" fmla="*/ 185572 h 566343"/>
                <a:gd name="connsiteX0" fmla="*/ 769540 w 2293945"/>
                <a:gd name="connsiteY0" fmla="*/ 172607 h 553378"/>
                <a:gd name="connsiteX1" fmla="*/ 1002904 w 2293945"/>
                <a:gd name="connsiteY1" fmla="*/ 44019 h 553378"/>
                <a:gd name="connsiteX2" fmla="*/ 2272585 w 2293945"/>
                <a:gd name="connsiteY2" fmla="*/ 95454 h 553378"/>
                <a:gd name="connsiteX3" fmla="*/ 1469630 w 2293945"/>
                <a:gd name="connsiteY3" fmla="*/ 267858 h 553378"/>
                <a:gd name="connsiteX4" fmla="*/ 1183879 w 2293945"/>
                <a:gd name="connsiteY4" fmla="*/ 272621 h 553378"/>
                <a:gd name="connsiteX5" fmla="*/ 750491 w 2293945"/>
                <a:gd name="connsiteY5" fmla="*/ 377165 h 553378"/>
                <a:gd name="connsiteX6" fmla="*/ 7540 w 2293945"/>
                <a:gd name="connsiteY6" fmla="*/ 553378 h 553378"/>
                <a:gd name="connsiteX7" fmla="*/ 769540 w 2293945"/>
                <a:gd name="connsiteY7" fmla="*/ 172607 h 553378"/>
                <a:gd name="connsiteX0" fmla="*/ 769540 w 2320536"/>
                <a:gd name="connsiteY0" fmla="*/ 162712 h 543483"/>
                <a:gd name="connsiteX1" fmla="*/ 1825864 w 2320536"/>
                <a:gd name="connsiteY1" fmla="*/ 56984 h 543483"/>
                <a:gd name="connsiteX2" fmla="*/ 2272585 w 2320536"/>
                <a:gd name="connsiteY2" fmla="*/ 85559 h 543483"/>
                <a:gd name="connsiteX3" fmla="*/ 1469630 w 2320536"/>
                <a:gd name="connsiteY3" fmla="*/ 257963 h 543483"/>
                <a:gd name="connsiteX4" fmla="*/ 1183879 w 2320536"/>
                <a:gd name="connsiteY4" fmla="*/ 262726 h 543483"/>
                <a:gd name="connsiteX5" fmla="*/ 750491 w 2320536"/>
                <a:gd name="connsiteY5" fmla="*/ 367270 h 543483"/>
                <a:gd name="connsiteX6" fmla="*/ 7540 w 2320536"/>
                <a:gd name="connsiteY6" fmla="*/ 543483 h 543483"/>
                <a:gd name="connsiteX7" fmla="*/ 769540 w 2320536"/>
                <a:gd name="connsiteY7" fmla="*/ 162712 h 543483"/>
                <a:gd name="connsiteX0" fmla="*/ 769540 w 2320536"/>
                <a:gd name="connsiteY0" fmla="*/ 162712 h 543483"/>
                <a:gd name="connsiteX1" fmla="*/ 1825864 w 2320536"/>
                <a:gd name="connsiteY1" fmla="*/ 56984 h 543483"/>
                <a:gd name="connsiteX2" fmla="*/ 2272585 w 2320536"/>
                <a:gd name="connsiteY2" fmla="*/ 85559 h 543483"/>
                <a:gd name="connsiteX3" fmla="*/ 1469630 w 2320536"/>
                <a:gd name="connsiteY3" fmla="*/ 257963 h 543483"/>
                <a:gd name="connsiteX4" fmla="*/ 1183879 w 2320536"/>
                <a:gd name="connsiteY4" fmla="*/ 262726 h 543483"/>
                <a:gd name="connsiteX5" fmla="*/ 750491 w 2320536"/>
                <a:gd name="connsiteY5" fmla="*/ 367270 h 543483"/>
                <a:gd name="connsiteX6" fmla="*/ 7540 w 2320536"/>
                <a:gd name="connsiteY6" fmla="*/ 543483 h 543483"/>
                <a:gd name="connsiteX7" fmla="*/ 769540 w 2320536"/>
                <a:gd name="connsiteY7" fmla="*/ 162712 h 543483"/>
                <a:gd name="connsiteX0" fmla="*/ 769540 w 2272585"/>
                <a:gd name="connsiteY0" fmla="*/ 142125 h 522896"/>
                <a:gd name="connsiteX1" fmla="*/ 1825864 w 2272585"/>
                <a:gd name="connsiteY1" fmla="*/ 36397 h 522896"/>
                <a:gd name="connsiteX2" fmla="*/ 2272585 w 2272585"/>
                <a:gd name="connsiteY2" fmla="*/ 64972 h 522896"/>
                <a:gd name="connsiteX3" fmla="*/ 1469630 w 2272585"/>
                <a:gd name="connsiteY3" fmla="*/ 237376 h 522896"/>
                <a:gd name="connsiteX4" fmla="*/ 1183879 w 2272585"/>
                <a:gd name="connsiteY4" fmla="*/ 242139 h 522896"/>
                <a:gd name="connsiteX5" fmla="*/ 750491 w 2272585"/>
                <a:gd name="connsiteY5" fmla="*/ 346683 h 522896"/>
                <a:gd name="connsiteX6" fmla="*/ 7540 w 2272585"/>
                <a:gd name="connsiteY6" fmla="*/ 522896 h 522896"/>
                <a:gd name="connsiteX7" fmla="*/ 769540 w 2272585"/>
                <a:gd name="connsiteY7" fmla="*/ 142125 h 522896"/>
                <a:gd name="connsiteX0" fmla="*/ 769540 w 2272585"/>
                <a:gd name="connsiteY0" fmla="*/ 142125 h 522896"/>
                <a:gd name="connsiteX1" fmla="*/ 1825864 w 2272585"/>
                <a:gd name="connsiteY1" fmla="*/ 36397 h 522896"/>
                <a:gd name="connsiteX2" fmla="*/ 2272585 w 2272585"/>
                <a:gd name="connsiteY2" fmla="*/ 64972 h 522896"/>
                <a:gd name="connsiteX3" fmla="*/ 1469630 w 2272585"/>
                <a:gd name="connsiteY3" fmla="*/ 237376 h 522896"/>
                <a:gd name="connsiteX4" fmla="*/ 1183879 w 2272585"/>
                <a:gd name="connsiteY4" fmla="*/ 242139 h 522896"/>
                <a:gd name="connsiteX5" fmla="*/ 750491 w 2272585"/>
                <a:gd name="connsiteY5" fmla="*/ 346683 h 522896"/>
                <a:gd name="connsiteX6" fmla="*/ 7540 w 2272585"/>
                <a:gd name="connsiteY6" fmla="*/ 522896 h 522896"/>
                <a:gd name="connsiteX7" fmla="*/ 769540 w 2272585"/>
                <a:gd name="connsiteY7" fmla="*/ 142125 h 522896"/>
                <a:gd name="connsiteX0" fmla="*/ 769540 w 2272585"/>
                <a:gd name="connsiteY0" fmla="*/ 142125 h 522896"/>
                <a:gd name="connsiteX1" fmla="*/ 1825864 w 2272585"/>
                <a:gd name="connsiteY1" fmla="*/ 36397 h 522896"/>
                <a:gd name="connsiteX2" fmla="*/ 2272585 w 2272585"/>
                <a:gd name="connsiteY2" fmla="*/ 64972 h 522896"/>
                <a:gd name="connsiteX3" fmla="*/ 1469630 w 2272585"/>
                <a:gd name="connsiteY3" fmla="*/ 237376 h 522896"/>
                <a:gd name="connsiteX4" fmla="*/ 1183879 w 2272585"/>
                <a:gd name="connsiteY4" fmla="*/ 242139 h 522896"/>
                <a:gd name="connsiteX5" fmla="*/ 750491 w 2272585"/>
                <a:gd name="connsiteY5" fmla="*/ 346683 h 522896"/>
                <a:gd name="connsiteX6" fmla="*/ 7540 w 2272585"/>
                <a:gd name="connsiteY6" fmla="*/ 522896 h 522896"/>
                <a:gd name="connsiteX7" fmla="*/ 769540 w 2272585"/>
                <a:gd name="connsiteY7" fmla="*/ 142125 h 522896"/>
                <a:gd name="connsiteX0" fmla="*/ 769540 w 2272585"/>
                <a:gd name="connsiteY0" fmla="*/ 142125 h 522896"/>
                <a:gd name="connsiteX1" fmla="*/ 1825864 w 2272585"/>
                <a:gd name="connsiteY1" fmla="*/ 36397 h 522896"/>
                <a:gd name="connsiteX2" fmla="*/ 2272585 w 2272585"/>
                <a:gd name="connsiteY2" fmla="*/ 64972 h 522896"/>
                <a:gd name="connsiteX3" fmla="*/ 1469630 w 2272585"/>
                <a:gd name="connsiteY3" fmla="*/ 237376 h 522896"/>
                <a:gd name="connsiteX4" fmla="*/ 1183879 w 2272585"/>
                <a:gd name="connsiteY4" fmla="*/ 242139 h 522896"/>
                <a:gd name="connsiteX5" fmla="*/ 750491 w 2272585"/>
                <a:gd name="connsiteY5" fmla="*/ 346683 h 522896"/>
                <a:gd name="connsiteX6" fmla="*/ 7540 w 2272585"/>
                <a:gd name="connsiteY6" fmla="*/ 522896 h 522896"/>
                <a:gd name="connsiteX7" fmla="*/ 769540 w 2272585"/>
                <a:gd name="connsiteY7" fmla="*/ 142125 h 522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72585" h="522896">
                  <a:moveTo>
                    <a:pt x="769540" y="142125"/>
                  </a:moveTo>
                  <a:cubicBezTo>
                    <a:pt x="935434" y="57232"/>
                    <a:pt x="1368505" y="-60440"/>
                    <a:pt x="1825864" y="36397"/>
                  </a:cubicBezTo>
                  <a:cubicBezTo>
                    <a:pt x="1968739" y="1472"/>
                    <a:pt x="2157333" y="28460"/>
                    <a:pt x="2272585" y="64972"/>
                  </a:cubicBezTo>
                  <a:cubicBezTo>
                    <a:pt x="2221786" y="98310"/>
                    <a:pt x="1771889" y="249758"/>
                    <a:pt x="1469630" y="237376"/>
                  </a:cubicBezTo>
                  <a:cubicBezTo>
                    <a:pt x="1386762" y="258648"/>
                    <a:pt x="1288654" y="242775"/>
                    <a:pt x="1183879" y="242139"/>
                  </a:cubicBezTo>
                  <a:cubicBezTo>
                    <a:pt x="1088629" y="308737"/>
                    <a:pt x="936228" y="413435"/>
                    <a:pt x="750491" y="346683"/>
                  </a:cubicBezTo>
                  <a:cubicBezTo>
                    <a:pt x="474265" y="578458"/>
                    <a:pt x="174228" y="453046"/>
                    <a:pt x="7540" y="522896"/>
                  </a:cubicBezTo>
                  <a:cubicBezTo>
                    <a:pt x="-38497" y="249922"/>
                    <a:pt x="115490" y="124586"/>
                    <a:pt x="769540" y="142125"/>
                  </a:cubicBezTo>
                  <a:close/>
                </a:path>
              </a:pathLst>
            </a:custGeom>
            <a:solidFill>
              <a:schemeClr val="bg2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944C56-BB46-9717-E27F-346197A5657A}"/>
                </a:ext>
              </a:extLst>
            </p:cNvPr>
            <p:cNvSpPr/>
            <p:nvPr/>
          </p:nvSpPr>
          <p:spPr>
            <a:xfrm>
              <a:off x="4896739" y="2812983"/>
              <a:ext cx="381000" cy="384810"/>
            </a:xfrm>
            <a:prstGeom prst="roundRect">
              <a:avLst>
                <a:gd name="adj" fmla="val 6667"/>
              </a:avLst>
            </a:prstGeom>
            <a:solidFill>
              <a:schemeClr val="bg2">
                <a:lumMod val="7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29550091-B710-DC59-C7A1-8F4197EF8D06}"/>
                </a:ext>
              </a:extLst>
            </p:cNvPr>
            <p:cNvSpPr/>
            <p:nvPr/>
          </p:nvSpPr>
          <p:spPr>
            <a:xfrm>
              <a:off x="5749290" y="2967152"/>
              <a:ext cx="323850" cy="384810"/>
            </a:xfrm>
            <a:prstGeom prst="roundRect">
              <a:avLst>
                <a:gd name="adj" fmla="val 6667"/>
              </a:avLst>
            </a:prstGeom>
            <a:solidFill>
              <a:schemeClr val="bg2">
                <a:lumMod val="7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061CB8B5-4F94-5E48-9A26-C46C4774597B}"/>
                </a:ext>
              </a:extLst>
            </p:cNvPr>
            <p:cNvSpPr/>
            <p:nvPr/>
          </p:nvSpPr>
          <p:spPr>
            <a:xfrm>
              <a:off x="4290060" y="3133496"/>
              <a:ext cx="2179320" cy="914400"/>
            </a:xfrm>
            <a:prstGeom prst="roundRect">
              <a:avLst>
                <a:gd name="adj" fmla="val 6667"/>
              </a:avLst>
            </a:prstGeom>
            <a:solidFill>
              <a:srgbClr val="42B44F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97F064C8-A366-A5D2-B738-3068C42DC5AE}"/>
                </a:ext>
              </a:extLst>
            </p:cNvPr>
            <p:cNvSpPr/>
            <p:nvPr/>
          </p:nvSpPr>
          <p:spPr>
            <a:xfrm>
              <a:off x="3524250" y="3829050"/>
              <a:ext cx="3308350" cy="914400"/>
            </a:xfrm>
            <a:prstGeom prst="roundRect">
              <a:avLst>
                <a:gd name="adj" fmla="val 6667"/>
              </a:avLst>
            </a:prstGeom>
            <a:solidFill>
              <a:srgbClr val="F7F032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2">
              <a:extLst>
                <a:ext uri="{FF2B5EF4-FFF2-40B4-BE49-F238E27FC236}">
                  <a16:creationId xmlns:a16="http://schemas.microsoft.com/office/drawing/2014/main" id="{20AE5625-CC36-67A6-E95D-0B5207FD1D2E}"/>
                </a:ext>
              </a:extLst>
            </p:cNvPr>
            <p:cNvSpPr/>
            <p:nvPr/>
          </p:nvSpPr>
          <p:spPr>
            <a:xfrm>
              <a:off x="2419350" y="4558436"/>
              <a:ext cx="5543550" cy="1213714"/>
            </a:xfrm>
            <a:custGeom>
              <a:avLst/>
              <a:gdLst>
                <a:gd name="connsiteX0" fmla="*/ 0 w 5448300"/>
                <a:gd name="connsiteY0" fmla="*/ 0 h 381000"/>
                <a:gd name="connsiteX1" fmla="*/ 5448300 w 5448300"/>
                <a:gd name="connsiteY1" fmla="*/ 0 h 381000"/>
                <a:gd name="connsiteX2" fmla="*/ 5448300 w 5448300"/>
                <a:gd name="connsiteY2" fmla="*/ 381000 h 381000"/>
                <a:gd name="connsiteX3" fmla="*/ 0 w 5448300"/>
                <a:gd name="connsiteY3" fmla="*/ 381000 h 381000"/>
                <a:gd name="connsiteX4" fmla="*/ 0 w 5448300"/>
                <a:gd name="connsiteY4" fmla="*/ 0 h 381000"/>
                <a:gd name="connsiteX0" fmla="*/ 0 w 5448300"/>
                <a:gd name="connsiteY0" fmla="*/ 0 h 1066800"/>
                <a:gd name="connsiteX1" fmla="*/ 5448300 w 5448300"/>
                <a:gd name="connsiteY1" fmla="*/ 0 h 1066800"/>
                <a:gd name="connsiteX2" fmla="*/ 5448300 w 5448300"/>
                <a:gd name="connsiteY2" fmla="*/ 381000 h 1066800"/>
                <a:gd name="connsiteX3" fmla="*/ 647700 w 5448300"/>
                <a:gd name="connsiteY3" fmla="*/ 1066800 h 1066800"/>
                <a:gd name="connsiteX4" fmla="*/ 0 w 5448300"/>
                <a:gd name="connsiteY4" fmla="*/ 0 h 1066800"/>
                <a:gd name="connsiteX0" fmla="*/ 0 w 5448300"/>
                <a:gd name="connsiteY0" fmla="*/ 0 h 1066800"/>
                <a:gd name="connsiteX1" fmla="*/ 5448300 w 5448300"/>
                <a:gd name="connsiteY1" fmla="*/ 0 h 1066800"/>
                <a:gd name="connsiteX2" fmla="*/ 4648200 w 5448300"/>
                <a:gd name="connsiteY2" fmla="*/ 1028700 h 1066800"/>
                <a:gd name="connsiteX3" fmla="*/ 647700 w 5448300"/>
                <a:gd name="connsiteY3" fmla="*/ 1066800 h 1066800"/>
                <a:gd name="connsiteX4" fmla="*/ 0 w 5448300"/>
                <a:gd name="connsiteY4" fmla="*/ 0 h 1066800"/>
                <a:gd name="connsiteX0" fmla="*/ 0 w 5543550"/>
                <a:gd name="connsiteY0" fmla="*/ 133350 h 1200150"/>
                <a:gd name="connsiteX1" fmla="*/ 5543550 w 5543550"/>
                <a:gd name="connsiteY1" fmla="*/ 0 h 1200150"/>
                <a:gd name="connsiteX2" fmla="*/ 4648200 w 5543550"/>
                <a:gd name="connsiteY2" fmla="*/ 1162050 h 1200150"/>
                <a:gd name="connsiteX3" fmla="*/ 647700 w 5543550"/>
                <a:gd name="connsiteY3" fmla="*/ 1200150 h 1200150"/>
                <a:gd name="connsiteX4" fmla="*/ 0 w 5543550"/>
                <a:gd name="connsiteY4" fmla="*/ 133350 h 1200150"/>
                <a:gd name="connsiteX0" fmla="*/ 0 w 5543550"/>
                <a:gd name="connsiteY0" fmla="*/ 143092 h 1209892"/>
                <a:gd name="connsiteX1" fmla="*/ 5543550 w 5543550"/>
                <a:gd name="connsiteY1" fmla="*/ 9742 h 1209892"/>
                <a:gd name="connsiteX2" fmla="*/ 4648200 w 5543550"/>
                <a:gd name="connsiteY2" fmla="*/ 1171792 h 1209892"/>
                <a:gd name="connsiteX3" fmla="*/ 647700 w 5543550"/>
                <a:gd name="connsiteY3" fmla="*/ 1209892 h 1209892"/>
                <a:gd name="connsiteX4" fmla="*/ 0 w 5543550"/>
                <a:gd name="connsiteY4" fmla="*/ 143092 h 1209892"/>
                <a:gd name="connsiteX0" fmla="*/ 0 w 5543550"/>
                <a:gd name="connsiteY0" fmla="*/ 146914 h 1213714"/>
                <a:gd name="connsiteX1" fmla="*/ 5543550 w 5543550"/>
                <a:gd name="connsiteY1" fmla="*/ 13564 h 1213714"/>
                <a:gd name="connsiteX2" fmla="*/ 4648200 w 5543550"/>
                <a:gd name="connsiteY2" fmla="*/ 1175614 h 1213714"/>
                <a:gd name="connsiteX3" fmla="*/ 647700 w 5543550"/>
                <a:gd name="connsiteY3" fmla="*/ 1213714 h 1213714"/>
                <a:gd name="connsiteX4" fmla="*/ 0 w 5543550"/>
                <a:gd name="connsiteY4" fmla="*/ 146914 h 1213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43550" h="1213714">
                  <a:moveTo>
                    <a:pt x="0" y="146914"/>
                  </a:moveTo>
                  <a:cubicBezTo>
                    <a:pt x="1817370" y="49124"/>
                    <a:pt x="3299460" y="-33426"/>
                    <a:pt x="5543550" y="13564"/>
                  </a:cubicBezTo>
                  <a:lnTo>
                    <a:pt x="4648200" y="1175614"/>
                  </a:lnTo>
                  <a:lnTo>
                    <a:pt x="647700" y="1213714"/>
                  </a:lnTo>
                  <a:lnTo>
                    <a:pt x="0" y="146914"/>
                  </a:lnTo>
                  <a:close/>
                </a:path>
              </a:pathLst>
            </a:custGeom>
            <a:grp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3CBA63C-638E-2C05-1436-3ADE6CEF4B50}"/>
                </a:ext>
              </a:extLst>
            </p:cNvPr>
            <p:cNvSpPr/>
            <p:nvPr/>
          </p:nvSpPr>
          <p:spPr>
            <a:xfrm>
              <a:off x="4580949" y="3386138"/>
              <a:ext cx="412531" cy="188117"/>
            </a:xfrm>
            <a:prstGeom prst="roundRect">
              <a:avLst>
                <a:gd name="adj" fmla="val 6667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41907558-E481-22BC-5C40-A90EA53DD694}"/>
                </a:ext>
              </a:extLst>
            </p:cNvPr>
            <p:cNvSpPr/>
            <p:nvPr/>
          </p:nvSpPr>
          <p:spPr>
            <a:xfrm>
              <a:off x="5629653" y="3391415"/>
              <a:ext cx="412531" cy="188117"/>
            </a:xfrm>
            <a:prstGeom prst="roundRect">
              <a:avLst>
                <a:gd name="adj" fmla="val 6667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AC26A9A-DF13-FE81-A599-7AF51A101C82}"/>
                </a:ext>
              </a:extLst>
            </p:cNvPr>
            <p:cNvSpPr/>
            <p:nvPr/>
          </p:nvSpPr>
          <p:spPr>
            <a:xfrm>
              <a:off x="3524250" y="4859897"/>
              <a:ext cx="409568" cy="409568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871240A-1A7B-96D6-AB7E-65F830478A9C}"/>
                </a:ext>
              </a:extLst>
            </p:cNvPr>
            <p:cNvSpPr/>
            <p:nvPr/>
          </p:nvSpPr>
          <p:spPr>
            <a:xfrm>
              <a:off x="4921945" y="4859897"/>
              <a:ext cx="409568" cy="409568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1D768EB-2B6D-8769-634A-E914F73D4CEB}"/>
                </a:ext>
              </a:extLst>
            </p:cNvPr>
            <p:cNvSpPr/>
            <p:nvPr/>
          </p:nvSpPr>
          <p:spPr>
            <a:xfrm>
              <a:off x="6319640" y="4859897"/>
              <a:ext cx="409568" cy="409568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23886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E087077D-B55B-A439-E0E5-F32CF506DAC1}"/>
              </a:ext>
            </a:extLst>
          </p:cNvPr>
          <p:cNvGrpSpPr/>
          <p:nvPr/>
        </p:nvGrpSpPr>
        <p:grpSpPr>
          <a:xfrm>
            <a:off x="3063930" y="412955"/>
            <a:ext cx="4638164" cy="6795780"/>
            <a:chOff x="6410622" y="3738257"/>
            <a:chExt cx="1913783" cy="2804051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BF7564-A9CB-A76D-C90B-2BF056532DCE}"/>
                </a:ext>
              </a:extLst>
            </p:cNvPr>
            <p:cNvCxnSpPr>
              <a:cxnSpLocks/>
            </p:cNvCxnSpPr>
            <p:nvPr/>
          </p:nvCxnSpPr>
          <p:spPr>
            <a:xfrm>
              <a:off x="7132386" y="5920480"/>
              <a:ext cx="0" cy="30172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A1FBC82-3FCE-9DA1-9462-DA26301B2C62}"/>
                </a:ext>
              </a:extLst>
            </p:cNvPr>
            <p:cNvCxnSpPr>
              <a:cxnSpLocks/>
            </p:cNvCxnSpPr>
            <p:nvPr/>
          </p:nvCxnSpPr>
          <p:spPr>
            <a:xfrm>
              <a:off x="7565774" y="5920480"/>
              <a:ext cx="0" cy="30172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00DCDAC-BAFA-BC78-6256-99861D081EAE}"/>
                </a:ext>
              </a:extLst>
            </p:cNvPr>
            <p:cNvSpPr/>
            <p:nvPr/>
          </p:nvSpPr>
          <p:spPr>
            <a:xfrm>
              <a:off x="6410622" y="3738257"/>
              <a:ext cx="1913783" cy="2211692"/>
            </a:xfrm>
            <a:custGeom>
              <a:avLst/>
              <a:gdLst>
                <a:gd name="connsiteX0" fmla="*/ 0 w 676275"/>
                <a:gd name="connsiteY0" fmla="*/ 0 h 2076450"/>
                <a:gd name="connsiteX1" fmla="*/ 676275 w 676275"/>
                <a:gd name="connsiteY1" fmla="*/ 0 h 2076450"/>
                <a:gd name="connsiteX2" fmla="*/ 676275 w 676275"/>
                <a:gd name="connsiteY2" fmla="*/ 2076450 h 2076450"/>
                <a:gd name="connsiteX3" fmla="*/ 0 w 676275"/>
                <a:gd name="connsiteY3" fmla="*/ 2076450 h 2076450"/>
                <a:gd name="connsiteX4" fmla="*/ 0 w 676275"/>
                <a:gd name="connsiteY4" fmla="*/ 0 h 2076450"/>
                <a:gd name="connsiteX0" fmla="*/ 342900 w 676275"/>
                <a:gd name="connsiteY0" fmla="*/ 0 h 2209800"/>
                <a:gd name="connsiteX1" fmla="*/ 676275 w 676275"/>
                <a:gd name="connsiteY1" fmla="*/ 133350 h 2209800"/>
                <a:gd name="connsiteX2" fmla="*/ 676275 w 676275"/>
                <a:gd name="connsiteY2" fmla="*/ 2209800 h 2209800"/>
                <a:gd name="connsiteX3" fmla="*/ 0 w 676275"/>
                <a:gd name="connsiteY3" fmla="*/ 2209800 h 2209800"/>
                <a:gd name="connsiteX4" fmla="*/ 342900 w 676275"/>
                <a:gd name="connsiteY4" fmla="*/ 0 h 2209800"/>
                <a:gd name="connsiteX0" fmla="*/ 342900 w 676275"/>
                <a:gd name="connsiteY0" fmla="*/ 0 h 2209800"/>
                <a:gd name="connsiteX1" fmla="*/ 676275 w 676275"/>
                <a:gd name="connsiteY1" fmla="*/ 2209800 h 2209800"/>
                <a:gd name="connsiteX2" fmla="*/ 0 w 676275"/>
                <a:gd name="connsiteY2" fmla="*/ 2209800 h 2209800"/>
                <a:gd name="connsiteX3" fmla="*/ 342900 w 676275"/>
                <a:gd name="connsiteY3" fmla="*/ 0 h 2209800"/>
                <a:gd name="connsiteX0" fmla="*/ 273050 w 606425"/>
                <a:gd name="connsiteY0" fmla="*/ 0 h 2209800"/>
                <a:gd name="connsiteX1" fmla="*/ 606425 w 606425"/>
                <a:gd name="connsiteY1" fmla="*/ 2209800 h 2209800"/>
                <a:gd name="connsiteX2" fmla="*/ 0 w 606425"/>
                <a:gd name="connsiteY2" fmla="*/ 2209800 h 2209800"/>
                <a:gd name="connsiteX3" fmla="*/ 273050 w 606425"/>
                <a:gd name="connsiteY3" fmla="*/ 0 h 2209800"/>
                <a:gd name="connsiteX0" fmla="*/ 273050 w 549275"/>
                <a:gd name="connsiteY0" fmla="*/ 0 h 2209800"/>
                <a:gd name="connsiteX1" fmla="*/ 549275 w 549275"/>
                <a:gd name="connsiteY1" fmla="*/ 2209800 h 2209800"/>
                <a:gd name="connsiteX2" fmla="*/ 0 w 549275"/>
                <a:gd name="connsiteY2" fmla="*/ 2209800 h 2209800"/>
                <a:gd name="connsiteX3" fmla="*/ 273050 w 549275"/>
                <a:gd name="connsiteY3" fmla="*/ 0 h 2209800"/>
                <a:gd name="connsiteX0" fmla="*/ 273050 w 1088837"/>
                <a:gd name="connsiteY0" fmla="*/ 0 h 2209800"/>
                <a:gd name="connsiteX1" fmla="*/ 549275 w 1088837"/>
                <a:gd name="connsiteY1" fmla="*/ 2209800 h 2209800"/>
                <a:gd name="connsiteX2" fmla="*/ 0 w 1088837"/>
                <a:gd name="connsiteY2" fmla="*/ 2209800 h 2209800"/>
                <a:gd name="connsiteX3" fmla="*/ 273050 w 1088837"/>
                <a:gd name="connsiteY3" fmla="*/ 0 h 2209800"/>
                <a:gd name="connsiteX0" fmla="*/ 800606 w 1616393"/>
                <a:gd name="connsiteY0" fmla="*/ 0 h 2209800"/>
                <a:gd name="connsiteX1" fmla="*/ 1076831 w 1616393"/>
                <a:gd name="connsiteY1" fmla="*/ 2209800 h 2209800"/>
                <a:gd name="connsiteX2" fmla="*/ 527556 w 1616393"/>
                <a:gd name="connsiteY2" fmla="*/ 2209800 h 2209800"/>
                <a:gd name="connsiteX3" fmla="*/ 800606 w 1616393"/>
                <a:gd name="connsiteY3" fmla="*/ 0 h 2209800"/>
                <a:gd name="connsiteX0" fmla="*/ 933743 w 1749530"/>
                <a:gd name="connsiteY0" fmla="*/ 0 h 2209800"/>
                <a:gd name="connsiteX1" fmla="*/ 1209968 w 1749530"/>
                <a:gd name="connsiteY1" fmla="*/ 2209800 h 2209800"/>
                <a:gd name="connsiteX2" fmla="*/ 660693 w 1749530"/>
                <a:gd name="connsiteY2" fmla="*/ 2209800 h 2209800"/>
                <a:gd name="connsiteX3" fmla="*/ 933743 w 1749530"/>
                <a:gd name="connsiteY3" fmla="*/ 0 h 2209800"/>
                <a:gd name="connsiteX0" fmla="*/ 931053 w 1746840"/>
                <a:gd name="connsiteY0" fmla="*/ 0 h 2209800"/>
                <a:gd name="connsiteX1" fmla="*/ 1207278 w 1746840"/>
                <a:gd name="connsiteY1" fmla="*/ 2209800 h 2209800"/>
                <a:gd name="connsiteX2" fmla="*/ 658003 w 1746840"/>
                <a:gd name="connsiteY2" fmla="*/ 2209800 h 2209800"/>
                <a:gd name="connsiteX3" fmla="*/ 931053 w 1746840"/>
                <a:gd name="connsiteY3" fmla="*/ 0 h 2209800"/>
                <a:gd name="connsiteX0" fmla="*/ 931053 w 1893284"/>
                <a:gd name="connsiteY0" fmla="*/ 0 h 2209800"/>
                <a:gd name="connsiteX1" fmla="*/ 1207278 w 1893284"/>
                <a:gd name="connsiteY1" fmla="*/ 2209800 h 2209800"/>
                <a:gd name="connsiteX2" fmla="*/ 658003 w 1893284"/>
                <a:gd name="connsiteY2" fmla="*/ 2209800 h 2209800"/>
                <a:gd name="connsiteX3" fmla="*/ 931053 w 1893284"/>
                <a:gd name="connsiteY3" fmla="*/ 0 h 2209800"/>
                <a:gd name="connsiteX0" fmla="*/ 931053 w 1543540"/>
                <a:gd name="connsiteY0" fmla="*/ 2513 h 2212313"/>
                <a:gd name="connsiteX1" fmla="*/ 1537478 w 1543540"/>
                <a:gd name="connsiteY1" fmla="*/ 1793213 h 2212313"/>
                <a:gd name="connsiteX2" fmla="*/ 1207278 w 1543540"/>
                <a:gd name="connsiteY2" fmla="*/ 2212313 h 2212313"/>
                <a:gd name="connsiteX3" fmla="*/ 658003 w 1543540"/>
                <a:gd name="connsiteY3" fmla="*/ 2212313 h 2212313"/>
                <a:gd name="connsiteX4" fmla="*/ 931053 w 1543540"/>
                <a:gd name="connsiteY4" fmla="*/ 2513 h 2212313"/>
                <a:gd name="connsiteX0" fmla="*/ 612202 w 1224689"/>
                <a:gd name="connsiteY0" fmla="*/ 2513 h 2212313"/>
                <a:gd name="connsiteX1" fmla="*/ 1218627 w 1224689"/>
                <a:gd name="connsiteY1" fmla="*/ 1793213 h 2212313"/>
                <a:gd name="connsiteX2" fmla="*/ 888427 w 1224689"/>
                <a:gd name="connsiteY2" fmla="*/ 2212313 h 2212313"/>
                <a:gd name="connsiteX3" fmla="*/ 339152 w 1224689"/>
                <a:gd name="connsiteY3" fmla="*/ 2212313 h 2212313"/>
                <a:gd name="connsiteX4" fmla="*/ 5777 w 1224689"/>
                <a:gd name="connsiteY4" fmla="*/ 1793214 h 2212313"/>
                <a:gd name="connsiteX5" fmla="*/ 612202 w 1224689"/>
                <a:gd name="connsiteY5" fmla="*/ 2513 h 2212313"/>
                <a:gd name="connsiteX0" fmla="*/ 606425 w 1218912"/>
                <a:gd name="connsiteY0" fmla="*/ 2513 h 2212313"/>
                <a:gd name="connsiteX1" fmla="*/ 1212850 w 1218912"/>
                <a:gd name="connsiteY1" fmla="*/ 1793213 h 2212313"/>
                <a:gd name="connsiteX2" fmla="*/ 882650 w 1218912"/>
                <a:gd name="connsiteY2" fmla="*/ 2212313 h 2212313"/>
                <a:gd name="connsiteX3" fmla="*/ 333375 w 1218912"/>
                <a:gd name="connsiteY3" fmla="*/ 2212313 h 2212313"/>
                <a:gd name="connsiteX4" fmla="*/ 0 w 1218912"/>
                <a:gd name="connsiteY4" fmla="*/ 1793214 h 2212313"/>
                <a:gd name="connsiteX5" fmla="*/ 606425 w 1218912"/>
                <a:gd name="connsiteY5" fmla="*/ 2513 h 2212313"/>
                <a:gd name="connsiteX0" fmla="*/ 606425 w 1218912"/>
                <a:gd name="connsiteY0" fmla="*/ 2513 h 2212313"/>
                <a:gd name="connsiteX1" fmla="*/ 1212850 w 1218912"/>
                <a:gd name="connsiteY1" fmla="*/ 1793213 h 2212313"/>
                <a:gd name="connsiteX2" fmla="*/ 882650 w 1218912"/>
                <a:gd name="connsiteY2" fmla="*/ 2212313 h 2212313"/>
                <a:gd name="connsiteX3" fmla="*/ 333375 w 1218912"/>
                <a:gd name="connsiteY3" fmla="*/ 2212313 h 2212313"/>
                <a:gd name="connsiteX4" fmla="*/ 0 w 1218912"/>
                <a:gd name="connsiteY4" fmla="*/ 1793214 h 2212313"/>
                <a:gd name="connsiteX5" fmla="*/ 606425 w 1218912"/>
                <a:gd name="connsiteY5" fmla="*/ 2513 h 2212313"/>
                <a:gd name="connsiteX0" fmla="*/ 606425 w 1212850"/>
                <a:gd name="connsiteY0" fmla="*/ 2513 h 2212313"/>
                <a:gd name="connsiteX1" fmla="*/ 1212850 w 1212850"/>
                <a:gd name="connsiteY1" fmla="*/ 1793213 h 2212313"/>
                <a:gd name="connsiteX2" fmla="*/ 882650 w 1212850"/>
                <a:gd name="connsiteY2" fmla="*/ 2212313 h 2212313"/>
                <a:gd name="connsiteX3" fmla="*/ 333375 w 1212850"/>
                <a:gd name="connsiteY3" fmla="*/ 2212313 h 2212313"/>
                <a:gd name="connsiteX4" fmla="*/ 0 w 1212850"/>
                <a:gd name="connsiteY4" fmla="*/ 1793214 h 2212313"/>
                <a:gd name="connsiteX5" fmla="*/ 606425 w 1212850"/>
                <a:gd name="connsiteY5" fmla="*/ 2513 h 2212313"/>
                <a:gd name="connsiteX0" fmla="*/ 606425 w 1212850"/>
                <a:gd name="connsiteY0" fmla="*/ 2513 h 2212313"/>
                <a:gd name="connsiteX1" fmla="*/ 1212850 w 1212850"/>
                <a:gd name="connsiteY1" fmla="*/ 1793213 h 2212313"/>
                <a:gd name="connsiteX2" fmla="*/ 882650 w 1212850"/>
                <a:gd name="connsiteY2" fmla="*/ 2212313 h 2212313"/>
                <a:gd name="connsiteX3" fmla="*/ 333375 w 1212850"/>
                <a:gd name="connsiteY3" fmla="*/ 2212313 h 2212313"/>
                <a:gd name="connsiteX4" fmla="*/ 0 w 1212850"/>
                <a:gd name="connsiteY4" fmla="*/ 1793214 h 2212313"/>
                <a:gd name="connsiteX5" fmla="*/ 606425 w 1212850"/>
                <a:gd name="connsiteY5" fmla="*/ 2513 h 2212313"/>
                <a:gd name="connsiteX0" fmla="*/ 606425 w 1471328"/>
                <a:gd name="connsiteY0" fmla="*/ 3394 h 2213194"/>
                <a:gd name="connsiteX1" fmla="*/ 1212850 w 1471328"/>
                <a:gd name="connsiteY1" fmla="*/ 1794094 h 2213194"/>
                <a:gd name="connsiteX2" fmla="*/ 882650 w 1471328"/>
                <a:gd name="connsiteY2" fmla="*/ 2213194 h 2213194"/>
                <a:gd name="connsiteX3" fmla="*/ 333375 w 1471328"/>
                <a:gd name="connsiteY3" fmla="*/ 2213194 h 2213194"/>
                <a:gd name="connsiteX4" fmla="*/ 0 w 1471328"/>
                <a:gd name="connsiteY4" fmla="*/ 1794095 h 2213194"/>
                <a:gd name="connsiteX5" fmla="*/ 606425 w 1471328"/>
                <a:gd name="connsiteY5" fmla="*/ 3394 h 2213194"/>
                <a:gd name="connsiteX0" fmla="*/ 806148 w 1671051"/>
                <a:gd name="connsiteY0" fmla="*/ 3394 h 2213194"/>
                <a:gd name="connsiteX1" fmla="*/ 1412573 w 1671051"/>
                <a:gd name="connsiteY1" fmla="*/ 1794094 h 2213194"/>
                <a:gd name="connsiteX2" fmla="*/ 1082373 w 1671051"/>
                <a:gd name="connsiteY2" fmla="*/ 2213194 h 2213194"/>
                <a:gd name="connsiteX3" fmla="*/ 533098 w 1671051"/>
                <a:gd name="connsiteY3" fmla="*/ 2213194 h 2213194"/>
                <a:gd name="connsiteX4" fmla="*/ 199723 w 1671051"/>
                <a:gd name="connsiteY4" fmla="*/ 1794095 h 2213194"/>
                <a:gd name="connsiteX5" fmla="*/ 806148 w 1671051"/>
                <a:gd name="connsiteY5" fmla="*/ 3394 h 2213194"/>
                <a:gd name="connsiteX0" fmla="*/ 939503 w 1804406"/>
                <a:gd name="connsiteY0" fmla="*/ 3394 h 2213194"/>
                <a:gd name="connsiteX1" fmla="*/ 1545928 w 1804406"/>
                <a:gd name="connsiteY1" fmla="*/ 1794094 h 2213194"/>
                <a:gd name="connsiteX2" fmla="*/ 1215728 w 1804406"/>
                <a:gd name="connsiteY2" fmla="*/ 2213194 h 2213194"/>
                <a:gd name="connsiteX3" fmla="*/ 666453 w 1804406"/>
                <a:gd name="connsiteY3" fmla="*/ 2213194 h 2213194"/>
                <a:gd name="connsiteX4" fmla="*/ 333078 w 1804406"/>
                <a:gd name="connsiteY4" fmla="*/ 1794095 h 2213194"/>
                <a:gd name="connsiteX5" fmla="*/ 939503 w 1804406"/>
                <a:gd name="connsiteY5" fmla="*/ 3394 h 2213194"/>
                <a:gd name="connsiteX0" fmla="*/ 939503 w 1913783"/>
                <a:gd name="connsiteY0" fmla="*/ 1892 h 2211692"/>
                <a:gd name="connsiteX1" fmla="*/ 1545928 w 1913783"/>
                <a:gd name="connsiteY1" fmla="*/ 1792592 h 2211692"/>
                <a:gd name="connsiteX2" fmla="*/ 1215728 w 1913783"/>
                <a:gd name="connsiteY2" fmla="*/ 2211692 h 2211692"/>
                <a:gd name="connsiteX3" fmla="*/ 666453 w 1913783"/>
                <a:gd name="connsiteY3" fmla="*/ 2211692 h 2211692"/>
                <a:gd name="connsiteX4" fmla="*/ 333078 w 1913783"/>
                <a:gd name="connsiteY4" fmla="*/ 1792593 h 2211692"/>
                <a:gd name="connsiteX5" fmla="*/ 939503 w 1913783"/>
                <a:gd name="connsiteY5" fmla="*/ 1892 h 2211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13783" h="2211692">
                  <a:moveTo>
                    <a:pt x="939503" y="1892"/>
                  </a:moveTo>
                  <a:cubicBezTo>
                    <a:pt x="1730607" y="-51025"/>
                    <a:pt x="2331741" y="1017892"/>
                    <a:pt x="1545928" y="1792592"/>
                  </a:cubicBezTo>
                  <a:cubicBezTo>
                    <a:pt x="1344316" y="2033892"/>
                    <a:pt x="1263882" y="2158775"/>
                    <a:pt x="1215728" y="2211692"/>
                  </a:cubicBezTo>
                  <a:lnTo>
                    <a:pt x="666453" y="2211692"/>
                  </a:lnTo>
                  <a:cubicBezTo>
                    <a:pt x="604011" y="2154542"/>
                    <a:pt x="586020" y="2065643"/>
                    <a:pt x="333078" y="1792593"/>
                  </a:cubicBezTo>
                  <a:cubicBezTo>
                    <a:pt x="-294514" y="1182993"/>
                    <a:pt x="-3472" y="-4458"/>
                    <a:pt x="939503" y="1892"/>
                  </a:cubicBezTo>
                  <a:close/>
                </a:path>
              </a:pathLst>
            </a:custGeom>
            <a:solidFill>
              <a:srgbClr val="FFFF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0EC295E-590C-8444-BC82-578A5B7BB8E3}"/>
                </a:ext>
              </a:extLst>
            </p:cNvPr>
            <p:cNvSpPr/>
            <p:nvPr/>
          </p:nvSpPr>
          <p:spPr>
            <a:xfrm>
              <a:off x="7098456" y="3741125"/>
              <a:ext cx="546736" cy="2208823"/>
            </a:xfrm>
            <a:custGeom>
              <a:avLst/>
              <a:gdLst>
                <a:gd name="connsiteX0" fmla="*/ 267119 w 546736"/>
                <a:gd name="connsiteY0" fmla="*/ 0 h 2209800"/>
                <a:gd name="connsiteX1" fmla="*/ 406288 w 546736"/>
                <a:gd name="connsiteY1" fmla="*/ 2748 h 2209800"/>
                <a:gd name="connsiteX2" fmla="*/ 437389 w 546736"/>
                <a:gd name="connsiteY2" fmla="*/ 77875 h 2209800"/>
                <a:gd name="connsiteX3" fmla="*/ 311508 w 546736"/>
                <a:gd name="connsiteY3" fmla="*/ 2207669 h 2209800"/>
                <a:gd name="connsiteX4" fmla="*/ 310295 w 546736"/>
                <a:gd name="connsiteY4" fmla="*/ 2209800 h 2209800"/>
                <a:gd name="connsiteX5" fmla="*/ 244809 w 546736"/>
                <a:gd name="connsiteY5" fmla="*/ 2209800 h 2209800"/>
                <a:gd name="connsiteX6" fmla="*/ 243919 w 546736"/>
                <a:gd name="connsiteY6" fmla="*/ 2208378 h 2209800"/>
                <a:gd name="connsiteX7" fmla="*/ 133718 w 546736"/>
                <a:gd name="connsiteY7" fmla="*/ 125885 h 2209800"/>
                <a:gd name="connsiteX8" fmla="*/ 190319 w 546736"/>
                <a:gd name="connsiteY8" fmla="*/ 5617 h 2209800"/>
                <a:gd name="connsiteX9" fmla="*/ 267119 w 546736"/>
                <a:gd name="connsiteY9" fmla="*/ 0 h 220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6736" h="2209800">
                  <a:moveTo>
                    <a:pt x="267119" y="0"/>
                  </a:moveTo>
                  <a:lnTo>
                    <a:pt x="406288" y="2748"/>
                  </a:lnTo>
                  <a:lnTo>
                    <a:pt x="437389" y="77875"/>
                  </a:lnTo>
                  <a:cubicBezTo>
                    <a:pt x="630704" y="637157"/>
                    <a:pt x="554684" y="1711530"/>
                    <a:pt x="311508" y="2207669"/>
                  </a:cubicBezTo>
                  <a:lnTo>
                    <a:pt x="310295" y="2209800"/>
                  </a:lnTo>
                  <a:lnTo>
                    <a:pt x="244809" y="2209800"/>
                  </a:lnTo>
                  <a:lnTo>
                    <a:pt x="243919" y="2208378"/>
                  </a:lnTo>
                  <a:cubicBezTo>
                    <a:pt x="-20579" y="1718224"/>
                    <a:pt x="-89102" y="685731"/>
                    <a:pt x="133718" y="125885"/>
                  </a:cubicBezTo>
                  <a:lnTo>
                    <a:pt x="190319" y="5617"/>
                  </a:lnTo>
                  <a:lnTo>
                    <a:pt x="267119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Rectangle: Top Corners Rounded 19">
              <a:extLst>
                <a:ext uri="{FF2B5EF4-FFF2-40B4-BE49-F238E27FC236}">
                  <a16:creationId xmlns:a16="http://schemas.microsoft.com/office/drawing/2014/main" id="{5A12EA5C-569A-D3F1-06BF-D0BF20D57195}"/>
                </a:ext>
              </a:extLst>
            </p:cNvPr>
            <p:cNvSpPr/>
            <p:nvPr/>
          </p:nvSpPr>
          <p:spPr>
            <a:xfrm rot="10800000">
              <a:off x="7098456" y="6163940"/>
              <a:ext cx="503541" cy="378368"/>
            </a:xfrm>
            <a:prstGeom prst="round2SameRect">
              <a:avLst/>
            </a:prstGeom>
            <a:solidFill>
              <a:srgbClr val="42B44F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3CF04A2-2919-3308-D93E-C24521EE99CD}"/>
                </a:ext>
              </a:extLst>
            </p:cNvPr>
            <p:cNvSpPr/>
            <p:nvPr/>
          </p:nvSpPr>
          <p:spPr>
            <a:xfrm>
              <a:off x="7367513" y="3738257"/>
              <a:ext cx="653329" cy="2207052"/>
            </a:xfrm>
            <a:custGeom>
              <a:avLst/>
              <a:gdLst>
                <a:gd name="connsiteX0" fmla="*/ 95993 w 653329"/>
                <a:gd name="connsiteY0" fmla="*/ 0 h 2207052"/>
                <a:gd name="connsiteX1" fmla="*/ 102638 w 653329"/>
                <a:gd name="connsiteY1" fmla="*/ 131 h 2207052"/>
                <a:gd name="connsiteX2" fmla="*/ 373894 w 653329"/>
                <a:gd name="connsiteY2" fmla="*/ 76470 h 2207052"/>
                <a:gd name="connsiteX3" fmla="*/ 445494 w 653329"/>
                <a:gd name="connsiteY3" fmla="*/ 117170 h 2207052"/>
                <a:gd name="connsiteX4" fmla="*/ 474925 w 653329"/>
                <a:gd name="connsiteY4" fmla="*/ 168875 h 2207052"/>
                <a:gd name="connsiteX5" fmla="*/ 153064 w 653329"/>
                <a:gd name="connsiteY5" fmla="*/ 2195147 h 2207052"/>
                <a:gd name="connsiteX6" fmla="*/ 145744 w 653329"/>
                <a:gd name="connsiteY6" fmla="*/ 2207052 h 2207052"/>
                <a:gd name="connsiteX7" fmla="*/ 0 w 653329"/>
                <a:gd name="connsiteY7" fmla="*/ 2207052 h 2207052"/>
                <a:gd name="connsiteX8" fmla="*/ 1213 w 653329"/>
                <a:gd name="connsiteY8" fmla="*/ 2204921 h 2207052"/>
                <a:gd name="connsiteX9" fmla="*/ 127094 w 653329"/>
                <a:gd name="connsiteY9" fmla="*/ 75127 h 2207052"/>
                <a:gd name="connsiteX10" fmla="*/ 95993 w 653329"/>
                <a:gd name="connsiteY10" fmla="*/ 0 h 2207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3329" h="2207052">
                  <a:moveTo>
                    <a:pt x="95993" y="0"/>
                  </a:moveTo>
                  <a:lnTo>
                    <a:pt x="102638" y="131"/>
                  </a:lnTo>
                  <a:cubicBezTo>
                    <a:pt x="197973" y="10354"/>
                    <a:pt x="289171" y="36722"/>
                    <a:pt x="373894" y="76470"/>
                  </a:cubicBezTo>
                  <a:lnTo>
                    <a:pt x="445494" y="117170"/>
                  </a:lnTo>
                  <a:lnTo>
                    <a:pt x="474925" y="168875"/>
                  </a:lnTo>
                  <a:cubicBezTo>
                    <a:pt x="941569" y="1059402"/>
                    <a:pt x="370002" y="1855943"/>
                    <a:pt x="153064" y="2195147"/>
                  </a:cubicBezTo>
                  <a:lnTo>
                    <a:pt x="145744" y="2207052"/>
                  </a:lnTo>
                  <a:lnTo>
                    <a:pt x="0" y="2207052"/>
                  </a:lnTo>
                  <a:lnTo>
                    <a:pt x="1213" y="2204921"/>
                  </a:lnTo>
                  <a:cubicBezTo>
                    <a:pt x="244389" y="1708782"/>
                    <a:pt x="320409" y="634409"/>
                    <a:pt x="127094" y="75127"/>
                  </a:cubicBezTo>
                  <a:lnTo>
                    <a:pt x="95993" y="0"/>
                  </a:lnTo>
                  <a:close/>
                </a:path>
              </a:pathLst>
            </a:custGeom>
            <a:solidFill>
              <a:srgbClr val="80D8F6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BF5249B-EB49-2D5B-AF77-5B4B06AA80BA}"/>
                </a:ext>
              </a:extLst>
            </p:cNvPr>
            <p:cNvSpPr/>
            <p:nvPr/>
          </p:nvSpPr>
          <p:spPr>
            <a:xfrm>
              <a:off x="6663518" y="3741126"/>
              <a:ext cx="686868" cy="2204183"/>
            </a:xfrm>
            <a:custGeom>
              <a:avLst/>
              <a:gdLst>
                <a:gd name="connsiteX0" fmla="*/ 632378 w 686868"/>
                <a:gd name="connsiteY0" fmla="*/ 0 h 2204183"/>
                <a:gd name="connsiteX1" fmla="*/ 575777 w 686868"/>
                <a:gd name="connsiteY1" fmla="*/ 120268 h 2204183"/>
                <a:gd name="connsiteX2" fmla="*/ 685978 w 686868"/>
                <a:gd name="connsiteY2" fmla="*/ 2202761 h 2204183"/>
                <a:gd name="connsiteX3" fmla="*/ 686868 w 686868"/>
                <a:gd name="connsiteY3" fmla="*/ 2204183 h 2204183"/>
                <a:gd name="connsiteX4" fmla="*/ 547761 w 686868"/>
                <a:gd name="connsiteY4" fmla="*/ 2204183 h 2204183"/>
                <a:gd name="connsiteX5" fmla="*/ 542229 w 686868"/>
                <a:gd name="connsiteY5" fmla="*/ 2196023 h 2204183"/>
                <a:gd name="connsiteX6" fmla="*/ 254775 w 686868"/>
                <a:gd name="connsiteY6" fmla="*/ 115223 h 2204183"/>
                <a:gd name="connsiteX7" fmla="*/ 267392 w 686868"/>
                <a:gd name="connsiteY7" fmla="*/ 97055 h 2204183"/>
                <a:gd name="connsiteX8" fmla="*/ 386643 w 686868"/>
                <a:gd name="connsiteY8" fmla="*/ 44501 h 2204183"/>
                <a:gd name="connsiteX9" fmla="*/ 540075 w 686868"/>
                <a:gd name="connsiteY9" fmla="*/ 6750 h 2204183"/>
                <a:gd name="connsiteX10" fmla="*/ 632378 w 686868"/>
                <a:gd name="connsiteY10" fmla="*/ 0 h 220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6868" h="2204183">
                  <a:moveTo>
                    <a:pt x="632378" y="0"/>
                  </a:moveTo>
                  <a:lnTo>
                    <a:pt x="575777" y="120268"/>
                  </a:lnTo>
                  <a:cubicBezTo>
                    <a:pt x="352957" y="680114"/>
                    <a:pt x="421480" y="1712607"/>
                    <a:pt x="685978" y="2202761"/>
                  </a:cubicBezTo>
                  <a:lnTo>
                    <a:pt x="686868" y="2204183"/>
                  </a:lnTo>
                  <a:lnTo>
                    <a:pt x="547761" y="2204183"/>
                  </a:lnTo>
                  <a:lnTo>
                    <a:pt x="542229" y="2196023"/>
                  </a:lnTo>
                  <a:cubicBezTo>
                    <a:pt x="301700" y="1858568"/>
                    <a:pt x="-360649" y="1067330"/>
                    <a:pt x="254775" y="115223"/>
                  </a:cubicBezTo>
                  <a:lnTo>
                    <a:pt x="267392" y="97055"/>
                  </a:lnTo>
                  <a:lnTo>
                    <a:pt x="386643" y="44501"/>
                  </a:lnTo>
                  <a:cubicBezTo>
                    <a:pt x="435132" y="27975"/>
                    <a:pt x="486298" y="15247"/>
                    <a:pt x="540075" y="6750"/>
                  </a:cubicBezTo>
                  <a:lnTo>
                    <a:pt x="632378" y="0"/>
                  </a:lnTo>
                  <a:close/>
                </a:path>
              </a:pathLst>
            </a:custGeom>
            <a:solidFill>
              <a:srgbClr val="80D8F6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35CC2C3-2BC4-76D4-3DB5-465EC57CDDBE}"/>
              </a:ext>
            </a:extLst>
          </p:cNvPr>
          <p:cNvGrpSpPr/>
          <p:nvPr/>
        </p:nvGrpSpPr>
        <p:grpSpPr>
          <a:xfrm>
            <a:off x="-326970" y="679655"/>
            <a:ext cx="4638164" cy="6795780"/>
            <a:chOff x="6410622" y="3738257"/>
            <a:chExt cx="1913783" cy="2804051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FB71866-EDFB-56BE-1591-676E72854FE4}"/>
                </a:ext>
              </a:extLst>
            </p:cNvPr>
            <p:cNvCxnSpPr>
              <a:cxnSpLocks/>
            </p:cNvCxnSpPr>
            <p:nvPr/>
          </p:nvCxnSpPr>
          <p:spPr>
            <a:xfrm>
              <a:off x="7132386" y="5920480"/>
              <a:ext cx="0" cy="30172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7815221-1123-F944-00BE-9D35DF5E0DAC}"/>
                </a:ext>
              </a:extLst>
            </p:cNvPr>
            <p:cNvCxnSpPr>
              <a:cxnSpLocks/>
            </p:cNvCxnSpPr>
            <p:nvPr/>
          </p:nvCxnSpPr>
          <p:spPr>
            <a:xfrm>
              <a:off x="7565774" y="5920480"/>
              <a:ext cx="0" cy="30172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80E38C34-DDC5-59C4-8207-3F2D5932014F}"/>
                </a:ext>
              </a:extLst>
            </p:cNvPr>
            <p:cNvSpPr/>
            <p:nvPr/>
          </p:nvSpPr>
          <p:spPr>
            <a:xfrm>
              <a:off x="6410622" y="3738257"/>
              <a:ext cx="1913783" cy="2211692"/>
            </a:xfrm>
            <a:custGeom>
              <a:avLst/>
              <a:gdLst>
                <a:gd name="connsiteX0" fmla="*/ 0 w 676275"/>
                <a:gd name="connsiteY0" fmla="*/ 0 h 2076450"/>
                <a:gd name="connsiteX1" fmla="*/ 676275 w 676275"/>
                <a:gd name="connsiteY1" fmla="*/ 0 h 2076450"/>
                <a:gd name="connsiteX2" fmla="*/ 676275 w 676275"/>
                <a:gd name="connsiteY2" fmla="*/ 2076450 h 2076450"/>
                <a:gd name="connsiteX3" fmla="*/ 0 w 676275"/>
                <a:gd name="connsiteY3" fmla="*/ 2076450 h 2076450"/>
                <a:gd name="connsiteX4" fmla="*/ 0 w 676275"/>
                <a:gd name="connsiteY4" fmla="*/ 0 h 2076450"/>
                <a:gd name="connsiteX0" fmla="*/ 342900 w 676275"/>
                <a:gd name="connsiteY0" fmla="*/ 0 h 2209800"/>
                <a:gd name="connsiteX1" fmla="*/ 676275 w 676275"/>
                <a:gd name="connsiteY1" fmla="*/ 133350 h 2209800"/>
                <a:gd name="connsiteX2" fmla="*/ 676275 w 676275"/>
                <a:gd name="connsiteY2" fmla="*/ 2209800 h 2209800"/>
                <a:gd name="connsiteX3" fmla="*/ 0 w 676275"/>
                <a:gd name="connsiteY3" fmla="*/ 2209800 h 2209800"/>
                <a:gd name="connsiteX4" fmla="*/ 342900 w 676275"/>
                <a:gd name="connsiteY4" fmla="*/ 0 h 2209800"/>
                <a:gd name="connsiteX0" fmla="*/ 342900 w 676275"/>
                <a:gd name="connsiteY0" fmla="*/ 0 h 2209800"/>
                <a:gd name="connsiteX1" fmla="*/ 676275 w 676275"/>
                <a:gd name="connsiteY1" fmla="*/ 2209800 h 2209800"/>
                <a:gd name="connsiteX2" fmla="*/ 0 w 676275"/>
                <a:gd name="connsiteY2" fmla="*/ 2209800 h 2209800"/>
                <a:gd name="connsiteX3" fmla="*/ 342900 w 676275"/>
                <a:gd name="connsiteY3" fmla="*/ 0 h 2209800"/>
                <a:gd name="connsiteX0" fmla="*/ 273050 w 606425"/>
                <a:gd name="connsiteY0" fmla="*/ 0 h 2209800"/>
                <a:gd name="connsiteX1" fmla="*/ 606425 w 606425"/>
                <a:gd name="connsiteY1" fmla="*/ 2209800 h 2209800"/>
                <a:gd name="connsiteX2" fmla="*/ 0 w 606425"/>
                <a:gd name="connsiteY2" fmla="*/ 2209800 h 2209800"/>
                <a:gd name="connsiteX3" fmla="*/ 273050 w 606425"/>
                <a:gd name="connsiteY3" fmla="*/ 0 h 2209800"/>
                <a:gd name="connsiteX0" fmla="*/ 273050 w 549275"/>
                <a:gd name="connsiteY0" fmla="*/ 0 h 2209800"/>
                <a:gd name="connsiteX1" fmla="*/ 549275 w 549275"/>
                <a:gd name="connsiteY1" fmla="*/ 2209800 h 2209800"/>
                <a:gd name="connsiteX2" fmla="*/ 0 w 549275"/>
                <a:gd name="connsiteY2" fmla="*/ 2209800 h 2209800"/>
                <a:gd name="connsiteX3" fmla="*/ 273050 w 549275"/>
                <a:gd name="connsiteY3" fmla="*/ 0 h 2209800"/>
                <a:gd name="connsiteX0" fmla="*/ 273050 w 1088837"/>
                <a:gd name="connsiteY0" fmla="*/ 0 h 2209800"/>
                <a:gd name="connsiteX1" fmla="*/ 549275 w 1088837"/>
                <a:gd name="connsiteY1" fmla="*/ 2209800 h 2209800"/>
                <a:gd name="connsiteX2" fmla="*/ 0 w 1088837"/>
                <a:gd name="connsiteY2" fmla="*/ 2209800 h 2209800"/>
                <a:gd name="connsiteX3" fmla="*/ 273050 w 1088837"/>
                <a:gd name="connsiteY3" fmla="*/ 0 h 2209800"/>
                <a:gd name="connsiteX0" fmla="*/ 800606 w 1616393"/>
                <a:gd name="connsiteY0" fmla="*/ 0 h 2209800"/>
                <a:gd name="connsiteX1" fmla="*/ 1076831 w 1616393"/>
                <a:gd name="connsiteY1" fmla="*/ 2209800 h 2209800"/>
                <a:gd name="connsiteX2" fmla="*/ 527556 w 1616393"/>
                <a:gd name="connsiteY2" fmla="*/ 2209800 h 2209800"/>
                <a:gd name="connsiteX3" fmla="*/ 800606 w 1616393"/>
                <a:gd name="connsiteY3" fmla="*/ 0 h 2209800"/>
                <a:gd name="connsiteX0" fmla="*/ 933743 w 1749530"/>
                <a:gd name="connsiteY0" fmla="*/ 0 h 2209800"/>
                <a:gd name="connsiteX1" fmla="*/ 1209968 w 1749530"/>
                <a:gd name="connsiteY1" fmla="*/ 2209800 h 2209800"/>
                <a:gd name="connsiteX2" fmla="*/ 660693 w 1749530"/>
                <a:gd name="connsiteY2" fmla="*/ 2209800 h 2209800"/>
                <a:gd name="connsiteX3" fmla="*/ 933743 w 1749530"/>
                <a:gd name="connsiteY3" fmla="*/ 0 h 2209800"/>
                <a:gd name="connsiteX0" fmla="*/ 931053 w 1746840"/>
                <a:gd name="connsiteY0" fmla="*/ 0 h 2209800"/>
                <a:gd name="connsiteX1" fmla="*/ 1207278 w 1746840"/>
                <a:gd name="connsiteY1" fmla="*/ 2209800 h 2209800"/>
                <a:gd name="connsiteX2" fmla="*/ 658003 w 1746840"/>
                <a:gd name="connsiteY2" fmla="*/ 2209800 h 2209800"/>
                <a:gd name="connsiteX3" fmla="*/ 931053 w 1746840"/>
                <a:gd name="connsiteY3" fmla="*/ 0 h 2209800"/>
                <a:gd name="connsiteX0" fmla="*/ 931053 w 1893284"/>
                <a:gd name="connsiteY0" fmla="*/ 0 h 2209800"/>
                <a:gd name="connsiteX1" fmla="*/ 1207278 w 1893284"/>
                <a:gd name="connsiteY1" fmla="*/ 2209800 h 2209800"/>
                <a:gd name="connsiteX2" fmla="*/ 658003 w 1893284"/>
                <a:gd name="connsiteY2" fmla="*/ 2209800 h 2209800"/>
                <a:gd name="connsiteX3" fmla="*/ 931053 w 1893284"/>
                <a:gd name="connsiteY3" fmla="*/ 0 h 2209800"/>
                <a:gd name="connsiteX0" fmla="*/ 931053 w 1543540"/>
                <a:gd name="connsiteY0" fmla="*/ 2513 h 2212313"/>
                <a:gd name="connsiteX1" fmla="*/ 1537478 w 1543540"/>
                <a:gd name="connsiteY1" fmla="*/ 1793213 h 2212313"/>
                <a:gd name="connsiteX2" fmla="*/ 1207278 w 1543540"/>
                <a:gd name="connsiteY2" fmla="*/ 2212313 h 2212313"/>
                <a:gd name="connsiteX3" fmla="*/ 658003 w 1543540"/>
                <a:gd name="connsiteY3" fmla="*/ 2212313 h 2212313"/>
                <a:gd name="connsiteX4" fmla="*/ 931053 w 1543540"/>
                <a:gd name="connsiteY4" fmla="*/ 2513 h 2212313"/>
                <a:gd name="connsiteX0" fmla="*/ 612202 w 1224689"/>
                <a:gd name="connsiteY0" fmla="*/ 2513 h 2212313"/>
                <a:gd name="connsiteX1" fmla="*/ 1218627 w 1224689"/>
                <a:gd name="connsiteY1" fmla="*/ 1793213 h 2212313"/>
                <a:gd name="connsiteX2" fmla="*/ 888427 w 1224689"/>
                <a:gd name="connsiteY2" fmla="*/ 2212313 h 2212313"/>
                <a:gd name="connsiteX3" fmla="*/ 339152 w 1224689"/>
                <a:gd name="connsiteY3" fmla="*/ 2212313 h 2212313"/>
                <a:gd name="connsiteX4" fmla="*/ 5777 w 1224689"/>
                <a:gd name="connsiteY4" fmla="*/ 1793214 h 2212313"/>
                <a:gd name="connsiteX5" fmla="*/ 612202 w 1224689"/>
                <a:gd name="connsiteY5" fmla="*/ 2513 h 2212313"/>
                <a:gd name="connsiteX0" fmla="*/ 606425 w 1218912"/>
                <a:gd name="connsiteY0" fmla="*/ 2513 h 2212313"/>
                <a:gd name="connsiteX1" fmla="*/ 1212850 w 1218912"/>
                <a:gd name="connsiteY1" fmla="*/ 1793213 h 2212313"/>
                <a:gd name="connsiteX2" fmla="*/ 882650 w 1218912"/>
                <a:gd name="connsiteY2" fmla="*/ 2212313 h 2212313"/>
                <a:gd name="connsiteX3" fmla="*/ 333375 w 1218912"/>
                <a:gd name="connsiteY3" fmla="*/ 2212313 h 2212313"/>
                <a:gd name="connsiteX4" fmla="*/ 0 w 1218912"/>
                <a:gd name="connsiteY4" fmla="*/ 1793214 h 2212313"/>
                <a:gd name="connsiteX5" fmla="*/ 606425 w 1218912"/>
                <a:gd name="connsiteY5" fmla="*/ 2513 h 2212313"/>
                <a:gd name="connsiteX0" fmla="*/ 606425 w 1218912"/>
                <a:gd name="connsiteY0" fmla="*/ 2513 h 2212313"/>
                <a:gd name="connsiteX1" fmla="*/ 1212850 w 1218912"/>
                <a:gd name="connsiteY1" fmla="*/ 1793213 h 2212313"/>
                <a:gd name="connsiteX2" fmla="*/ 882650 w 1218912"/>
                <a:gd name="connsiteY2" fmla="*/ 2212313 h 2212313"/>
                <a:gd name="connsiteX3" fmla="*/ 333375 w 1218912"/>
                <a:gd name="connsiteY3" fmla="*/ 2212313 h 2212313"/>
                <a:gd name="connsiteX4" fmla="*/ 0 w 1218912"/>
                <a:gd name="connsiteY4" fmla="*/ 1793214 h 2212313"/>
                <a:gd name="connsiteX5" fmla="*/ 606425 w 1218912"/>
                <a:gd name="connsiteY5" fmla="*/ 2513 h 2212313"/>
                <a:gd name="connsiteX0" fmla="*/ 606425 w 1212850"/>
                <a:gd name="connsiteY0" fmla="*/ 2513 h 2212313"/>
                <a:gd name="connsiteX1" fmla="*/ 1212850 w 1212850"/>
                <a:gd name="connsiteY1" fmla="*/ 1793213 h 2212313"/>
                <a:gd name="connsiteX2" fmla="*/ 882650 w 1212850"/>
                <a:gd name="connsiteY2" fmla="*/ 2212313 h 2212313"/>
                <a:gd name="connsiteX3" fmla="*/ 333375 w 1212850"/>
                <a:gd name="connsiteY3" fmla="*/ 2212313 h 2212313"/>
                <a:gd name="connsiteX4" fmla="*/ 0 w 1212850"/>
                <a:gd name="connsiteY4" fmla="*/ 1793214 h 2212313"/>
                <a:gd name="connsiteX5" fmla="*/ 606425 w 1212850"/>
                <a:gd name="connsiteY5" fmla="*/ 2513 h 2212313"/>
                <a:gd name="connsiteX0" fmla="*/ 606425 w 1212850"/>
                <a:gd name="connsiteY0" fmla="*/ 2513 h 2212313"/>
                <a:gd name="connsiteX1" fmla="*/ 1212850 w 1212850"/>
                <a:gd name="connsiteY1" fmla="*/ 1793213 h 2212313"/>
                <a:gd name="connsiteX2" fmla="*/ 882650 w 1212850"/>
                <a:gd name="connsiteY2" fmla="*/ 2212313 h 2212313"/>
                <a:gd name="connsiteX3" fmla="*/ 333375 w 1212850"/>
                <a:gd name="connsiteY3" fmla="*/ 2212313 h 2212313"/>
                <a:gd name="connsiteX4" fmla="*/ 0 w 1212850"/>
                <a:gd name="connsiteY4" fmla="*/ 1793214 h 2212313"/>
                <a:gd name="connsiteX5" fmla="*/ 606425 w 1212850"/>
                <a:gd name="connsiteY5" fmla="*/ 2513 h 2212313"/>
                <a:gd name="connsiteX0" fmla="*/ 606425 w 1471328"/>
                <a:gd name="connsiteY0" fmla="*/ 3394 h 2213194"/>
                <a:gd name="connsiteX1" fmla="*/ 1212850 w 1471328"/>
                <a:gd name="connsiteY1" fmla="*/ 1794094 h 2213194"/>
                <a:gd name="connsiteX2" fmla="*/ 882650 w 1471328"/>
                <a:gd name="connsiteY2" fmla="*/ 2213194 h 2213194"/>
                <a:gd name="connsiteX3" fmla="*/ 333375 w 1471328"/>
                <a:gd name="connsiteY3" fmla="*/ 2213194 h 2213194"/>
                <a:gd name="connsiteX4" fmla="*/ 0 w 1471328"/>
                <a:gd name="connsiteY4" fmla="*/ 1794095 h 2213194"/>
                <a:gd name="connsiteX5" fmla="*/ 606425 w 1471328"/>
                <a:gd name="connsiteY5" fmla="*/ 3394 h 2213194"/>
                <a:gd name="connsiteX0" fmla="*/ 806148 w 1671051"/>
                <a:gd name="connsiteY0" fmla="*/ 3394 h 2213194"/>
                <a:gd name="connsiteX1" fmla="*/ 1412573 w 1671051"/>
                <a:gd name="connsiteY1" fmla="*/ 1794094 h 2213194"/>
                <a:gd name="connsiteX2" fmla="*/ 1082373 w 1671051"/>
                <a:gd name="connsiteY2" fmla="*/ 2213194 h 2213194"/>
                <a:gd name="connsiteX3" fmla="*/ 533098 w 1671051"/>
                <a:gd name="connsiteY3" fmla="*/ 2213194 h 2213194"/>
                <a:gd name="connsiteX4" fmla="*/ 199723 w 1671051"/>
                <a:gd name="connsiteY4" fmla="*/ 1794095 h 2213194"/>
                <a:gd name="connsiteX5" fmla="*/ 806148 w 1671051"/>
                <a:gd name="connsiteY5" fmla="*/ 3394 h 2213194"/>
                <a:gd name="connsiteX0" fmla="*/ 939503 w 1804406"/>
                <a:gd name="connsiteY0" fmla="*/ 3394 h 2213194"/>
                <a:gd name="connsiteX1" fmla="*/ 1545928 w 1804406"/>
                <a:gd name="connsiteY1" fmla="*/ 1794094 h 2213194"/>
                <a:gd name="connsiteX2" fmla="*/ 1215728 w 1804406"/>
                <a:gd name="connsiteY2" fmla="*/ 2213194 h 2213194"/>
                <a:gd name="connsiteX3" fmla="*/ 666453 w 1804406"/>
                <a:gd name="connsiteY3" fmla="*/ 2213194 h 2213194"/>
                <a:gd name="connsiteX4" fmla="*/ 333078 w 1804406"/>
                <a:gd name="connsiteY4" fmla="*/ 1794095 h 2213194"/>
                <a:gd name="connsiteX5" fmla="*/ 939503 w 1804406"/>
                <a:gd name="connsiteY5" fmla="*/ 3394 h 2213194"/>
                <a:gd name="connsiteX0" fmla="*/ 939503 w 1913783"/>
                <a:gd name="connsiteY0" fmla="*/ 1892 h 2211692"/>
                <a:gd name="connsiteX1" fmla="*/ 1545928 w 1913783"/>
                <a:gd name="connsiteY1" fmla="*/ 1792592 h 2211692"/>
                <a:gd name="connsiteX2" fmla="*/ 1215728 w 1913783"/>
                <a:gd name="connsiteY2" fmla="*/ 2211692 h 2211692"/>
                <a:gd name="connsiteX3" fmla="*/ 666453 w 1913783"/>
                <a:gd name="connsiteY3" fmla="*/ 2211692 h 2211692"/>
                <a:gd name="connsiteX4" fmla="*/ 333078 w 1913783"/>
                <a:gd name="connsiteY4" fmla="*/ 1792593 h 2211692"/>
                <a:gd name="connsiteX5" fmla="*/ 939503 w 1913783"/>
                <a:gd name="connsiteY5" fmla="*/ 1892 h 2211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13783" h="2211692">
                  <a:moveTo>
                    <a:pt x="939503" y="1892"/>
                  </a:moveTo>
                  <a:cubicBezTo>
                    <a:pt x="1730607" y="-51025"/>
                    <a:pt x="2331741" y="1017892"/>
                    <a:pt x="1545928" y="1792592"/>
                  </a:cubicBezTo>
                  <a:cubicBezTo>
                    <a:pt x="1344316" y="2033892"/>
                    <a:pt x="1263882" y="2158775"/>
                    <a:pt x="1215728" y="2211692"/>
                  </a:cubicBezTo>
                  <a:lnTo>
                    <a:pt x="666453" y="2211692"/>
                  </a:lnTo>
                  <a:cubicBezTo>
                    <a:pt x="604011" y="2154542"/>
                    <a:pt x="586020" y="2065643"/>
                    <a:pt x="333078" y="1792593"/>
                  </a:cubicBezTo>
                  <a:cubicBezTo>
                    <a:pt x="-294514" y="1182993"/>
                    <a:pt x="-3472" y="-4458"/>
                    <a:pt x="939503" y="1892"/>
                  </a:cubicBezTo>
                  <a:close/>
                </a:path>
              </a:pathLst>
            </a:custGeom>
            <a:solidFill>
              <a:srgbClr val="FFFF00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618F217-3249-539A-1B07-76DC3D0600EC}"/>
                </a:ext>
              </a:extLst>
            </p:cNvPr>
            <p:cNvSpPr/>
            <p:nvPr/>
          </p:nvSpPr>
          <p:spPr>
            <a:xfrm>
              <a:off x="7086708" y="3741125"/>
              <a:ext cx="546736" cy="2204184"/>
            </a:xfrm>
            <a:custGeom>
              <a:avLst/>
              <a:gdLst>
                <a:gd name="connsiteX0" fmla="*/ 267119 w 546736"/>
                <a:gd name="connsiteY0" fmla="*/ 0 h 2209800"/>
                <a:gd name="connsiteX1" fmla="*/ 406288 w 546736"/>
                <a:gd name="connsiteY1" fmla="*/ 2748 h 2209800"/>
                <a:gd name="connsiteX2" fmla="*/ 437389 w 546736"/>
                <a:gd name="connsiteY2" fmla="*/ 77875 h 2209800"/>
                <a:gd name="connsiteX3" fmla="*/ 311508 w 546736"/>
                <a:gd name="connsiteY3" fmla="*/ 2207669 h 2209800"/>
                <a:gd name="connsiteX4" fmla="*/ 310295 w 546736"/>
                <a:gd name="connsiteY4" fmla="*/ 2209800 h 2209800"/>
                <a:gd name="connsiteX5" fmla="*/ 244809 w 546736"/>
                <a:gd name="connsiteY5" fmla="*/ 2209800 h 2209800"/>
                <a:gd name="connsiteX6" fmla="*/ 243919 w 546736"/>
                <a:gd name="connsiteY6" fmla="*/ 2208378 h 2209800"/>
                <a:gd name="connsiteX7" fmla="*/ 133718 w 546736"/>
                <a:gd name="connsiteY7" fmla="*/ 125885 h 2209800"/>
                <a:gd name="connsiteX8" fmla="*/ 190319 w 546736"/>
                <a:gd name="connsiteY8" fmla="*/ 5617 h 2209800"/>
                <a:gd name="connsiteX9" fmla="*/ 267119 w 546736"/>
                <a:gd name="connsiteY9" fmla="*/ 0 h 220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6736" h="2209800">
                  <a:moveTo>
                    <a:pt x="267119" y="0"/>
                  </a:moveTo>
                  <a:lnTo>
                    <a:pt x="406288" y="2748"/>
                  </a:lnTo>
                  <a:lnTo>
                    <a:pt x="437389" y="77875"/>
                  </a:lnTo>
                  <a:cubicBezTo>
                    <a:pt x="630704" y="637157"/>
                    <a:pt x="554684" y="1711530"/>
                    <a:pt x="311508" y="2207669"/>
                  </a:cubicBezTo>
                  <a:lnTo>
                    <a:pt x="310295" y="2209800"/>
                  </a:lnTo>
                  <a:lnTo>
                    <a:pt x="244809" y="2209800"/>
                  </a:lnTo>
                  <a:lnTo>
                    <a:pt x="243919" y="2208378"/>
                  </a:lnTo>
                  <a:cubicBezTo>
                    <a:pt x="-20579" y="1718224"/>
                    <a:pt x="-89102" y="685731"/>
                    <a:pt x="133718" y="125885"/>
                  </a:cubicBezTo>
                  <a:lnTo>
                    <a:pt x="190319" y="5617"/>
                  </a:lnTo>
                  <a:lnTo>
                    <a:pt x="267119" y="0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5924421A-0ED1-4515-DC09-AA03F7D85DC4}"/>
                </a:ext>
              </a:extLst>
            </p:cNvPr>
            <p:cNvSpPr/>
            <p:nvPr/>
          </p:nvSpPr>
          <p:spPr>
            <a:xfrm rot="10800000">
              <a:off x="7098456" y="6163940"/>
              <a:ext cx="503541" cy="378368"/>
            </a:xfrm>
            <a:prstGeom prst="round2SameRect">
              <a:avLst/>
            </a:prstGeom>
            <a:solidFill>
              <a:srgbClr val="42B44F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6E7D1CB-81C6-E1A1-1595-2A3BDD466677}"/>
                </a:ext>
              </a:extLst>
            </p:cNvPr>
            <p:cNvSpPr/>
            <p:nvPr/>
          </p:nvSpPr>
          <p:spPr>
            <a:xfrm>
              <a:off x="7367513" y="3738257"/>
              <a:ext cx="653329" cy="2207052"/>
            </a:xfrm>
            <a:custGeom>
              <a:avLst/>
              <a:gdLst>
                <a:gd name="connsiteX0" fmla="*/ 95993 w 653329"/>
                <a:gd name="connsiteY0" fmla="*/ 0 h 2207052"/>
                <a:gd name="connsiteX1" fmla="*/ 102638 w 653329"/>
                <a:gd name="connsiteY1" fmla="*/ 131 h 2207052"/>
                <a:gd name="connsiteX2" fmla="*/ 373894 w 653329"/>
                <a:gd name="connsiteY2" fmla="*/ 76470 h 2207052"/>
                <a:gd name="connsiteX3" fmla="*/ 445494 w 653329"/>
                <a:gd name="connsiteY3" fmla="*/ 117170 h 2207052"/>
                <a:gd name="connsiteX4" fmla="*/ 474925 w 653329"/>
                <a:gd name="connsiteY4" fmla="*/ 168875 h 2207052"/>
                <a:gd name="connsiteX5" fmla="*/ 153064 w 653329"/>
                <a:gd name="connsiteY5" fmla="*/ 2195147 h 2207052"/>
                <a:gd name="connsiteX6" fmla="*/ 145744 w 653329"/>
                <a:gd name="connsiteY6" fmla="*/ 2207052 h 2207052"/>
                <a:gd name="connsiteX7" fmla="*/ 0 w 653329"/>
                <a:gd name="connsiteY7" fmla="*/ 2207052 h 2207052"/>
                <a:gd name="connsiteX8" fmla="*/ 1213 w 653329"/>
                <a:gd name="connsiteY8" fmla="*/ 2204921 h 2207052"/>
                <a:gd name="connsiteX9" fmla="*/ 127094 w 653329"/>
                <a:gd name="connsiteY9" fmla="*/ 75127 h 2207052"/>
                <a:gd name="connsiteX10" fmla="*/ 95993 w 653329"/>
                <a:gd name="connsiteY10" fmla="*/ 0 h 2207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3329" h="2207052">
                  <a:moveTo>
                    <a:pt x="95993" y="0"/>
                  </a:moveTo>
                  <a:lnTo>
                    <a:pt x="102638" y="131"/>
                  </a:lnTo>
                  <a:cubicBezTo>
                    <a:pt x="197973" y="10354"/>
                    <a:pt x="289171" y="36722"/>
                    <a:pt x="373894" y="76470"/>
                  </a:cubicBezTo>
                  <a:lnTo>
                    <a:pt x="445494" y="117170"/>
                  </a:lnTo>
                  <a:lnTo>
                    <a:pt x="474925" y="168875"/>
                  </a:lnTo>
                  <a:cubicBezTo>
                    <a:pt x="941569" y="1059402"/>
                    <a:pt x="370002" y="1855943"/>
                    <a:pt x="153064" y="2195147"/>
                  </a:cubicBezTo>
                  <a:lnTo>
                    <a:pt x="145744" y="2207052"/>
                  </a:lnTo>
                  <a:lnTo>
                    <a:pt x="0" y="2207052"/>
                  </a:lnTo>
                  <a:lnTo>
                    <a:pt x="1213" y="2204921"/>
                  </a:lnTo>
                  <a:cubicBezTo>
                    <a:pt x="244389" y="1708782"/>
                    <a:pt x="320409" y="634409"/>
                    <a:pt x="127094" y="75127"/>
                  </a:cubicBezTo>
                  <a:lnTo>
                    <a:pt x="95993" y="0"/>
                  </a:lnTo>
                  <a:close/>
                </a:path>
              </a:pathLst>
            </a:custGeom>
            <a:solidFill>
              <a:srgbClr val="80D8F6"/>
            </a:solidFill>
            <a:ln w="38100">
              <a:solidFill>
                <a:srgbClr val="80D8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395F565-CC0A-300D-D210-0DDD43C486C8}"/>
                </a:ext>
              </a:extLst>
            </p:cNvPr>
            <p:cNvSpPr/>
            <p:nvPr/>
          </p:nvSpPr>
          <p:spPr>
            <a:xfrm>
              <a:off x="6663518" y="3741126"/>
              <a:ext cx="686868" cy="2204183"/>
            </a:xfrm>
            <a:custGeom>
              <a:avLst/>
              <a:gdLst>
                <a:gd name="connsiteX0" fmla="*/ 632378 w 686868"/>
                <a:gd name="connsiteY0" fmla="*/ 0 h 2204183"/>
                <a:gd name="connsiteX1" fmla="*/ 575777 w 686868"/>
                <a:gd name="connsiteY1" fmla="*/ 120268 h 2204183"/>
                <a:gd name="connsiteX2" fmla="*/ 685978 w 686868"/>
                <a:gd name="connsiteY2" fmla="*/ 2202761 h 2204183"/>
                <a:gd name="connsiteX3" fmla="*/ 686868 w 686868"/>
                <a:gd name="connsiteY3" fmla="*/ 2204183 h 2204183"/>
                <a:gd name="connsiteX4" fmla="*/ 547761 w 686868"/>
                <a:gd name="connsiteY4" fmla="*/ 2204183 h 2204183"/>
                <a:gd name="connsiteX5" fmla="*/ 542229 w 686868"/>
                <a:gd name="connsiteY5" fmla="*/ 2196023 h 2204183"/>
                <a:gd name="connsiteX6" fmla="*/ 254775 w 686868"/>
                <a:gd name="connsiteY6" fmla="*/ 115223 h 2204183"/>
                <a:gd name="connsiteX7" fmla="*/ 267392 w 686868"/>
                <a:gd name="connsiteY7" fmla="*/ 97055 h 2204183"/>
                <a:gd name="connsiteX8" fmla="*/ 386643 w 686868"/>
                <a:gd name="connsiteY8" fmla="*/ 44501 h 2204183"/>
                <a:gd name="connsiteX9" fmla="*/ 540075 w 686868"/>
                <a:gd name="connsiteY9" fmla="*/ 6750 h 2204183"/>
                <a:gd name="connsiteX10" fmla="*/ 632378 w 686868"/>
                <a:gd name="connsiteY10" fmla="*/ 0 h 220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6868" h="2204183">
                  <a:moveTo>
                    <a:pt x="632378" y="0"/>
                  </a:moveTo>
                  <a:lnTo>
                    <a:pt x="575777" y="120268"/>
                  </a:lnTo>
                  <a:cubicBezTo>
                    <a:pt x="352957" y="680114"/>
                    <a:pt x="421480" y="1712607"/>
                    <a:pt x="685978" y="2202761"/>
                  </a:cubicBezTo>
                  <a:lnTo>
                    <a:pt x="686868" y="2204183"/>
                  </a:lnTo>
                  <a:lnTo>
                    <a:pt x="547761" y="2204183"/>
                  </a:lnTo>
                  <a:lnTo>
                    <a:pt x="542229" y="2196023"/>
                  </a:lnTo>
                  <a:cubicBezTo>
                    <a:pt x="301700" y="1858568"/>
                    <a:pt x="-360649" y="1067330"/>
                    <a:pt x="254775" y="115223"/>
                  </a:cubicBezTo>
                  <a:lnTo>
                    <a:pt x="267392" y="97055"/>
                  </a:lnTo>
                  <a:lnTo>
                    <a:pt x="386643" y="44501"/>
                  </a:lnTo>
                  <a:cubicBezTo>
                    <a:pt x="435132" y="27975"/>
                    <a:pt x="486298" y="15247"/>
                    <a:pt x="540075" y="6750"/>
                  </a:cubicBezTo>
                  <a:lnTo>
                    <a:pt x="632378" y="0"/>
                  </a:lnTo>
                  <a:close/>
                </a:path>
              </a:pathLst>
            </a:custGeom>
            <a:solidFill>
              <a:srgbClr val="80D8F6"/>
            </a:solidFill>
            <a:ln w="38100">
              <a:solidFill>
                <a:srgbClr val="80D8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E29A9C5-96D6-3050-D774-068E70C45033}"/>
              </a:ext>
            </a:extLst>
          </p:cNvPr>
          <p:cNvGrpSpPr/>
          <p:nvPr/>
        </p:nvGrpSpPr>
        <p:grpSpPr>
          <a:xfrm>
            <a:off x="-4854199" y="296965"/>
            <a:ext cx="4638164" cy="6795780"/>
            <a:chOff x="6410622" y="3738257"/>
            <a:chExt cx="1913783" cy="2804051"/>
          </a:xfrm>
          <a:solidFill>
            <a:schemeClr val="bg1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746FB3-1BE6-5532-D9A7-A401FAFEA1EA}"/>
                </a:ext>
              </a:extLst>
            </p:cNvPr>
            <p:cNvCxnSpPr>
              <a:cxnSpLocks/>
            </p:cNvCxnSpPr>
            <p:nvPr/>
          </p:nvCxnSpPr>
          <p:spPr>
            <a:xfrm>
              <a:off x="7132386" y="5920480"/>
              <a:ext cx="0" cy="301726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BB42868-DAFA-0455-C9AE-A9B6DE622BDA}"/>
                </a:ext>
              </a:extLst>
            </p:cNvPr>
            <p:cNvCxnSpPr>
              <a:cxnSpLocks/>
            </p:cNvCxnSpPr>
            <p:nvPr/>
          </p:nvCxnSpPr>
          <p:spPr>
            <a:xfrm>
              <a:off x="7565774" y="5920480"/>
              <a:ext cx="0" cy="301726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">
              <a:extLst>
                <a:ext uri="{FF2B5EF4-FFF2-40B4-BE49-F238E27FC236}">
                  <a16:creationId xmlns:a16="http://schemas.microsoft.com/office/drawing/2014/main" id="{FDDFD725-78A4-3216-6D8F-18756F16AD2D}"/>
                </a:ext>
              </a:extLst>
            </p:cNvPr>
            <p:cNvSpPr/>
            <p:nvPr/>
          </p:nvSpPr>
          <p:spPr>
            <a:xfrm>
              <a:off x="6410622" y="3738257"/>
              <a:ext cx="1913783" cy="2211692"/>
            </a:xfrm>
            <a:custGeom>
              <a:avLst/>
              <a:gdLst>
                <a:gd name="connsiteX0" fmla="*/ 0 w 676275"/>
                <a:gd name="connsiteY0" fmla="*/ 0 h 2076450"/>
                <a:gd name="connsiteX1" fmla="*/ 676275 w 676275"/>
                <a:gd name="connsiteY1" fmla="*/ 0 h 2076450"/>
                <a:gd name="connsiteX2" fmla="*/ 676275 w 676275"/>
                <a:gd name="connsiteY2" fmla="*/ 2076450 h 2076450"/>
                <a:gd name="connsiteX3" fmla="*/ 0 w 676275"/>
                <a:gd name="connsiteY3" fmla="*/ 2076450 h 2076450"/>
                <a:gd name="connsiteX4" fmla="*/ 0 w 676275"/>
                <a:gd name="connsiteY4" fmla="*/ 0 h 2076450"/>
                <a:gd name="connsiteX0" fmla="*/ 342900 w 676275"/>
                <a:gd name="connsiteY0" fmla="*/ 0 h 2209800"/>
                <a:gd name="connsiteX1" fmla="*/ 676275 w 676275"/>
                <a:gd name="connsiteY1" fmla="*/ 133350 h 2209800"/>
                <a:gd name="connsiteX2" fmla="*/ 676275 w 676275"/>
                <a:gd name="connsiteY2" fmla="*/ 2209800 h 2209800"/>
                <a:gd name="connsiteX3" fmla="*/ 0 w 676275"/>
                <a:gd name="connsiteY3" fmla="*/ 2209800 h 2209800"/>
                <a:gd name="connsiteX4" fmla="*/ 342900 w 676275"/>
                <a:gd name="connsiteY4" fmla="*/ 0 h 2209800"/>
                <a:gd name="connsiteX0" fmla="*/ 342900 w 676275"/>
                <a:gd name="connsiteY0" fmla="*/ 0 h 2209800"/>
                <a:gd name="connsiteX1" fmla="*/ 676275 w 676275"/>
                <a:gd name="connsiteY1" fmla="*/ 2209800 h 2209800"/>
                <a:gd name="connsiteX2" fmla="*/ 0 w 676275"/>
                <a:gd name="connsiteY2" fmla="*/ 2209800 h 2209800"/>
                <a:gd name="connsiteX3" fmla="*/ 342900 w 676275"/>
                <a:gd name="connsiteY3" fmla="*/ 0 h 2209800"/>
                <a:gd name="connsiteX0" fmla="*/ 273050 w 606425"/>
                <a:gd name="connsiteY0" fmla="*/ 0 h 2209800"/>
                <a:gd name="connsiteX1" fmla="*/ 606425 w 606425"/>
                <a:gd name="connsiteY1" fmla="*/ 2209800 h 2209800"/>
                <a:gd name="connsiteX2" fmla="*/ 0 w 606425"/>
                <a:gd name="connsiteY2" fmla="*/ 2209800 h 2209800"/>
                <a:gd name="connsiteX3" fmla="*/ 273050 w 606425"/>
                <a:gd name="connsiteY3" fmla="*/ 0 h 2209800"/>
                <a:gd name="connsiteX0" fmla="*/ 273050 w 549275"/>
                <a:gd name="connsiteY0" fmla="*/ 0 h 2209800"/>
                <a:gd name="connsiteX1" fmla="*/ 549275 w 549275"/>
                <a:gd name="connsiteY1" fmla="*/ 2209800 h 2209800"/>
                <a:gd name="connsiteX2" fmla="*/ 0 w 549275"/>
                <a:gd name="connsiteY2" fmla="*/ 2209800 h 2209800"/>
                <a:gd name="connsiteX3" fmla="*/ 273050 w 549275"/>
                <a:gd name="connsiteY3" fmla="*/ 0 h 2209800"/>
                <a:gd name="connsiteX0" fmla="*/ 273050 w 1088837"/>
                <a:gd name="connsiteY0" fmla="*/ 0 h 2209800"/>
                <a:gd name="connsiteX1" fmla="*/ 549275 w 1088837"/>
                <a:gd name="connsiteY1" fmla="*/ 2209800 h 2209800"/>
                <a:gd name="connsiteX2" fmla="*/ 0 w 1088837"/>
                <a:gd name="connsiteY2" fmla="*/ 2209800 h 2209800"/>
                <a:gd name="connsiteX3" fmla="*/ 273050 w 1088837"/>
                <a:gd name="connsiteY3" fmla="*/ 0 h 2209800"/>
                <a:gd name="connsiteX0" fmla="*/ 800606 w 1616393"/>
                <a:gd name="connsiteY0" fmla="*/ 0 h 2209800"/>
                <a:gd name="connsiteX1" fmla="*/ 1076831 w 1616393"/>
                <a:gd name="connsiteY1" fmla="*/ 2209800 h 2209800"/>
                <a:gd name="connsiteX2" fmla="*/ 527556 w 1616393"/>
                <a:gd name="connsiteY2" fmla="*/ 2209800 h 2209800"/>
                <a:gd name="connsiteX3" fmla="*/ 800606 w 1616393"/>
                <a:gd name="connsiteY3" fmla="*/ 0 h 2209800"/>
                <a:gd name="connsiteX0" fmla="*/ 933743 w 1749530"/>
                <a:gd name="connsiteY0" fmla="*/ 0 h 2209800"/>
                <a:gd name="connsiteX1" fmla="*/ 1209968 w 1749530"/>
                <a:gd name="connsiteY1" fmla="*/ 2209800 h 2209800"/>
                <a:gd name="connsiteX2" fmla="*/ 660693 w 1749530"/>
                <a:gd name="connsiteY2" fmla="*/ 2209800 h 2209800"/>
                <a:gd name="connsiteX3" fmla="*/ 933743 w 1749530"/>
                <a:gd name="connsiteY3" fmla="*/ 0 h 2209800"/>
                <a:gd name="connsiteX0" fmla="*/ 931053 w 1746840"/>
                <a:gd name="connsiteY0" fmla="*/ 0 h 2209800"/>
                <a:gd name="connsiteX1" fmla="*/ 1207278 w 1746840"/>
                <a:gd name="connsiteY1" fmla="*/ 2209800 h 2209800"/>
                <a:gd name="connsiteX2" fmla="*/ 658003 w 1746840"/>
                <a:gd name="connsiteY2" fmla="*/ 2209800 h 2209800"/>
                <a:gd name="connsiteX3" fmla="*/ 931053 w 1746840"/>
                <a:gd name="connsiteY3" fmla="*/ 0 h 2209800"/>
                <a:gd name="connsiteX0" fmla="*/ 931053 w 1893284"/>
                <a:gd name="connsiteY0" fmla="*/ 0 h 2209800"/>
                <a:gd name="connsiteX1" fmla="*/ 1207278 w 1893284"/>
                <a:gd name="connsiteY1" fmla="*/ 2209800 h 2209800"/>
                <a:gd name="connsiteX2" fmla="*/ 658003 w 1893284"/>
                <a:gd name="connsiteY2" fmla="*/ 2209800 h 2209800"/>
                <a:gd name="connsiteX3" fmla="*/ 931053 w 1893284"/>
                <a:gd name="connsiteY3" fmla="*/ 0 h 2209800"/>
                <a:gd name="connsiteX0" fmla="*/ 931053 w 1543540"/>
                <a:gd name="connsiteY0" fmla="*/ 2513 h 2212313"/>
                <a:gd name="connsiteX1" fmla="*/ 1537478 w 1543540"/>
                <a:gd name="connsiteY1" fmla="*/ 1793213 h 2212313"/>
                <a:gd name="connsiteX2" fmla="*/ 1207278 w 1543540"/>
                <a:gd name="connsiteY2" fmla="*/ 2212313 h 2212313"/>
                <a:gd name="connsiteX3" fmla="*/ 658003 w 1543540"/>
                <a:gd name="connsiteY3" fmla="*/ 2212313 h 2212313"/>
                <a:gd name="connsiteX4" fmla="*/ 931053 w 1543540"/>
                <a:gd name="connsiteY4" fmla="*/ 2513 h 2212313"/>
                <a:gd name="connsiteX0" fmla="*/ 612202 w 1224689"/>
                <a:gd name="connsiteY0" fmla="*/ 2513 h 2212313"/>
                <a:gd name="connsiteX1" fmla="*/ 1218627 w 1224689"/>
                <a:gd name="connsiteY1" fmla="*/ 1793213 h 2212313"/>
                <a:gd name="connsiteX2" fmla="*/ 888427 w 1224689"/>
                <a:gd name="connsiteY2" fmla="*/ 2212313 h 2212313"/>
                <a:gd name="connsiteX3" fmla="*/ 339152 w 1224689"/>
                <a:gd name="connsiteY3" fmla="*/ 2212313 h 2212313"/>
                <a:gd name="connsiteX4" fmla="*/ 5777 w 1224689"/>
                <a:gd name="connsiteY4" fmla="*/ 1793214 h 2212313"/>
                <a:gd name="connsiteX5" fmla="*/ 612202 w 1224689"/>
                <a:gd name="connsiteY5" fmla="*/ 2513 h 2212313"/>
                <a:gd name="connsiteX0" fmla="*/ 606425 w 1218912"/>
                <a:gd name="connsiteY0" fmla="*/ 2513 h 2212313"/>
                <a:gd name="connsiteX1" fmla="*/ 1212850 w 1218912"/>
                <a:gd name="connsiteY1" fmla="*/ 1793213 h 2212313"/>
                <a:gd name="connsiteX2" fmla="*/ 882650 w 1218912"/>
                <a:gd name="connsiteY2" fmla="*/ 2212313 h 2212313"/>
                <a:gd name="connsiteX3" fmla="*/ 333375 w 1218912"/>
                <a:gd name="connsiteY3" fmla="*/ 2212313 h 2212313"/>
                <a:gd name="connsiteX4" fmla="*/ 0 w 1218912"/>
                <a:gd name="connsiteY4" fmla="*/ 1793214 h 2212313"/>
                <a:gd name="connsiteX5" fmla="*/ 606425 w 1218912"/>
                <a:gd name="connsiteY5" fmla="*/ 2513 h 2212313"/>
                <a:gd name="connsiteX0" fmla="*/ 606425 w 1218912"/>
                <a:gd name="connsiteY0" fmla="*/ 2513 h 2212313"/>
                <a:gd name="connsiteX1" fmla="*/ 1212850 w 1218912"/>
                <a:gd name="connsiteY1" fmla="*/ 1793213 h 2212313"/>
                <a:gd name="connsiteX2" fmla="*/ 882650 w 1218912"/>
                <a:gd name="connsiteY2" fmla="*/ 2212313 h 2212313"/>
                <a:gd name="connsiteX3" fmla="*/ 333375 w 1218912"/>
                <a:gd name="connsiteY3" fmla="*/ 2212313 h 2212313"/>
                <a:gd name="connsiteX4" fmla="*/ 0 w 1218912"/>
                <a:gd name="connsiteY4" fmla="*/ 1793214 h 2212313"/>
                <a:gd name="connsiteX5" fmla="*/ 606425 w 1218912"/>
                <a:gd name="connsiteY5" fmla="*/ 2513 h 2212313"/>
                <a:gd name="connsiteX0" fmla="*/ 606425 w 1212850"/>
                <a:gd name="connsiteY0" fmla="*/ 2513 h 2212313"/>
                <a:gd name="connsiteX1" fmla="*/ 1212850 w 1212850"/>
                <a:gd name="connsiteY1" fmla="*/ 1793213 h 2212313"/>
                <a:gd name="connsiteX2" fmla="*/ 882650 w 1212850"/>
                <a:gd name="connsiteY2" fmla="*/ 2212313 h 2212313"/>
                <a:gd name="connsiteX3" fmla="*/ 333375 w 1212850"/>
                <a:gd name="connsiteY3" fmla="*/ 2212313 h 2212313"/>
                <a:gd name="connsiteX4" fmla="*/ 0 w 1212850"/>
                <a:gd name="connsiteY4" fmla="*/ 1793214 h 2212313"/>
                <a:gd name="connsiteX5" fmla="*/ 606425 w 1212850"/>
                <a:gd name="connsiteY5" fmla="*/ 2513 h 2212313"/>
                <a:gd name="connsiteX0" fmla="*/ 606425 w 1212850"/>
                <a:gd name="connsiteY0" fmla="*/ 2513 h 2212313"/>
                <a:gd name="connsiteX1" fmla="*/ 1212850 w 1212850"/>
                <a:gd name="connsiteY1" fmla="*/ 1793213 h 2212313"/>
                <a:gd name="connsiteX2" fmla="*/ 882650 w 1212850"/>
                <a:gd name="connsiteY2" fmla="*/ 2212313 h 2212313"/>
                <a:gd name="connsiteX3" fmla="*/ 333375 w 1212850"/>
                <a:gd name="connsiteY3" fmla="*/ 2212313 h 2212313"/>
                <a:gd name="connsiteX4" fmla="*/ 0 w 1212850"/>
                <a:gd name="connsiteY4" fmla="*/ 1793214 h 2212313"/>
                <a:gd name="connsiteX5" fmla="*/ 606425 w 1212850"/>
                <a:gd name="connsiteY5" fmla="*/ 2513 h 2212313"/>
                <a:gd name="connsiteX0" fmla="*/ 606425 w 1471328"/>
                <a:gd name="connsiteY0" fmla="*/ 3394 h 2213194"/>
                <a:gd name="connsiteX1" fmla="*/ 1212850 w 1471328"/>
                <a:gd name="connsiteY1" fmla="*/ 1794094 h 2213194"/>
                <a:gd name="connsiteX2" fmla="*/ 882650 w 1471328"/>
                <a:gd name="connsiteY2" fmla="*/ 2213194 h 2213194"/>
                <a:gd name="connsiteX3" fmla="*/ 333375 w 1471328"/>
                <a:gd name="connsiteY3" fmla="*/ 2213194 h 2213194"/>
                <a:gd name="connsiteX4" fmla="*/ 0 w 1471328"/>
                <a:gd name="connsiteY4" fmla="*/ 1794095 h 2213194"/>
                <a:gd name="connsiteX5" fmla="*/ 606425 w 1471328"/>
                <a:gd name="connsiteY5" fmla="*/ 3394 h 2213194"/>
                <a:gd name="connsiteX0" fmla="*/ 806148 w 1671051"/>
                <a:gd name="connsiteY0" fmla="*/ 3394 h 2213194"/>
                <a:gd name="connsiteX1" fmla="*/ 1412573 w 1671051"/>
                <a:gd name="connsiteY1" fmla="*/ 1794094 h 2213194"/>
                <a:gd name="connsiteX2" fmla="*/ 1082373 w 1671051"/>
                <a:gd name="connsiteY2" fmla="*/ 2213194 h 2213194"/>
                <a:gd name="connsiteX3" fmla="*/ 533098 w 1671051"/>
                <a:gd name="connsiteY3" fmla="*/ 2213194 h 2213194"/>
                <a:gd name="connsiteX4" fmla="*/ 199723 w 1671051"/>
                <a:gd name="connsiteY4" fmla="*/ 1794095 h 2213194"/>
                <a:gd name="connsiteX5" fmla="*/ 806148 w 1671051"/>
                <a:gd name="connsiteY5" fmla="*/ 3394 h 2213194"/>
                <a:gd name="connsiteX0" fmla="*/ 939503 w 1804406"/>
                <a:gd name="connsiteY0" fmla="*/ 3394 h 2213194"/>
                <a:gd name="connsiteX1" fmla="*/ 1545928 w 1804406"/>
                <a:gd name="connsiteY1" fmla="*/ 1794094 h 2213194"/>
                <a:gd name="connsiteX2" fmla="*/ 1215728 w 1804406"/>
                <a:gd name="connsiteY2" fmla="*/ 2213194 h 2213194"/>
                <a:gd name="connsiteX3" fmla="*/ 666453 w 1804406"/>
                <a:gd name="connsiteY3" fmla="*/ 2213194 h 2213194"/>
                <a:gd name="connsiteX4" fmla="*/ 333078 w 1804406"/>
                <a:gd name="connsiteY4" fmla="*/ 1794095 h 2213194"/>
                <a:gd name="connsiteX5" fmla="*/ 939503 w 1804406"/>
                <a:gd name="connsiteY5" fmla="*/ 3394 h 2213194"/>
                <a:gd name="connsiteX0" fmla="*/ 939503 w 1913783"/>
                <a:gd name="connsiteY0" fmla="*/ 1892 h 2211692"/>
                <a:gd name="connsiteX1" fmla="*/ 1545928 w 1913783"/>
                <a:gd name="connsiteY1" fmla="*/ 1792592 h 2211692"/>
                <a:gd name="connsiteX2" fmla="*/ 1215728 w 1913783"/>
                <a:gd name="connsiteY2" fmla="*/ 2211692 h 2211692"/>
                <a:gd name="connsiteX3" fmla="*/ 666453 w 1913783"/>
                <a:gd name="connsiteY3" fmla="*/ 2211692 h 2211692"/>
                <a:gd name="connsiteX4" fmla="*/ 333078 w 1913783"/>
                <a:gd name="connsiteY4" fmla="*/ 1792593 h 2211692"/>
                <a:gd name="connsiteX5" fmla="*/ 939503 w 1913783"/>
                <a:gd name="connsiteY5" fmla="*/ 1892 h 2211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13783" h="2211692">
                  <a:moveTo>
                    <a:pt x="939503" y="1892"/>
                  </a:moveTo>
                  <a:cubicBezTo>
                    <a:pt x="1730607" y="-51025"/>
                    <a:pt x="2331741" y="1017892"/>
                    <a:pt x="1545928" y="1792592"/>
                  </a:cubicBezTo>
                  <a:cubicBezTo>
                    <a:pt x="1344316" y="2033892"/>
                    <a:pt x="1263882" y="2158775"/>
                    <a:pt x="1215728" y="2211692"/>
                  </a:cubicBezTo>
                  <a:lnTo>
                    <a:pt x="666453" y="2211692"/>
                  </a:lnTo>
                  <a:cubicBezTo>
                    <a:pt x="604011" y="2154542"/>
                    <a:pt x="586020" y="2065643"/>
                    <a:pt x="333078" y="1792593"/>
                  </a:cubicBezTo>
                  <a:cubicBezTo>
                    <a:pt x="-294514" y="1182993"/>
                    <a:pt x="-3472" y="-4458"/>
                    <a:pt x="939503" y="1892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907D00F-A3DD-E97C-AF31-6E3038C0455F}"/>
                </a:ext>
              </a:extLst>
            </p:cNvPr>
            <p:cNvSpPr/>
            <p:nvPr/>
          </p:nvSpPr>
          <p:spPr>
            <a:xfrm>
              <a:off x="7098456" y="3741125"/>
              <a:ext cx="546736" cy="2208823"/>
            </a:xfrm>
            <a:custGeom>
              <a:avLst/>
              <a:gdLst>
                <a:gd name="connsiteX0" fmla="*/ 267119 w 546736"/>
                <a:gd name="connsiteY0" fmla="*/ 0 h 2209800"/>
                <a:gd name="connsiteX1" fmla="*/ 406288 w 546736"/>
                <a:gd name="connsiteY1" fmla="*/ 2748 h 2209800"/>
                <a:gd name="connsiteX2" fmla="*/ 437389 w 546736"/>
                <a:gd name="connsiteY2" fmla="*/ 77875 h 2209800"/>
                <a:gd name="connsiteX3" fmla="*/ 311508 w 546736"/>
                <a:gd name="connsiteY3" fmla="*/ 2207669 h 2209800"/>
                <a:gd name="connsiteX4" fmla="*/ 310295 w 546736"/>
                <a:gd name="connsiteY4" fmla="*/ 2209800 h 2209800"/>
                <a:gd name="connsiteX5" fmla="*/ 244809 w 546736"/>
                <a:gd name="connsiteY5" fmla="*/ 2209800 h 2209800"/>
                <a:gd name="connsiteX6" fmla="*/ 243919 w 546736"/>
                <a:gd name="connsiteY6" fmla="*/ 2208378 h 2209800"/>
                <a:gd name="connsiteX7" fmla="*/ 133718 w 546736"/>
                <a:gd name="connsiteY7" fmla="*/ 125885 h 2209800"/>
                <a:gd name="connsiteX8" fmla="*/ 190319 w 546736"/>
                <a:gd name="connsiteY8" fmla="*/ 5617 h 2209800"/>
                <a:gd name="connsiteX9" fmla="*/ 267119 w 546736"/>
                <a:gd name="connsiteY9" fmla="*/ 0 h 220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6736" h="2209800">
                  <a:moveTo>
                    <a:pt x="267119" y="0"/>
                  </a:moveTo>
                  <a:lnTo>
                    <a:pt x="406288" y="2748"/>
                  </a:lnTo>
                  <a:lnTo>
                    <a:pt x="437389" y="77875"/>
                  </a:lnTo>
                  <a:cubicBezTo>
                    <a:pt x="630704" y="637157"/>
                    <a:pt x="554684" y="1711530"/>
                    <a:pt x="311508" y="2207669"/>
                  </a:cubicBezTo>
                  <a:lnTo>
                    <a:pt x="310295" y="2209800"/>
                  </a:lnTo>
                  <a:lnTo>
                    <a:pt x="244809" y="2209800"/>
                  </a:lnTo>
                  <a:lnTo>
                    <a:pt x="243919" y="2208378"/>
                  </a:lnTo>
                  <a:cubicBezTo>
                    <a:pt x="-20579" y="1718224"/>
                    <a:pt x="-89102" y="685731"/>
                    <a:pt x="133718" y="125885"/>
                  </a:cubicBezTo>
                  <a:lnTo>
                    <a:pt x="190319" y="5617"/>
                  </a:lnTo>
                  <a:lnTo>
                    <a:pt x="267119" y="0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Rectangle: Top Corners Rounded 16">
              <a:extLst>
                <a:ext uri="{FF2B5EF4-FFF2-40B4-BE49-F238E27FC236}">
                  <a16:creationId xmlns:a16="http://schemas.microsoft.com/office/drawing/2014/main" id="{32376BA4-002C-E2E9-634E-810A48644A23}"/>
                </a:ext>
              </a:extLst>
            </p:cNvPr>
            <p:cNvSpPr/>
            <p:nvPr/>
          </p:nvSpPr>
          <p:spPr>
            <a:xfrm rot="10800000">
              <a:off x="7098456" y="6163940"/>
              <a:ext cx="503541" cy="378368"/>
            </a:xfrm>
            <a:prstGeom prst="round2Same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0D32EB6-3F17-22C9-A663-6D0390654F63}"/>
                </a:ext>
              </a:extLst>
            </p:cNvPr>
            <p:cNvSpPr/>
            <p:nvPr/>
          </p:nvSpPr>
          <p:spPr>
            <a:xfrm>
              <a:off x="7367513" y="3738257"/>
              <a:ext cx="653329" cy="2207052"/>
            </a:xfrm>
            <a:custGeom>
              <a:avLst/>
              <a:gdLst>
                <a:gd name="connsiteX0" fmla="*/ 95993 w 653329"/>
                <a:gd name="connsiteY0" fmla="*/ 0 h 2207052"/>
                <a:gd name="connsiteX1" fmla="*/ 102638 w 653329"/>
                <a:gd name="connsiteY1" fmla="*/ 131 h 2207052"/>
                <a:gd name="connsiteX2" fmla="*/ 373894 w 653329"/>
                <a:gd name="connsiteY2" fmla="*/ 76470 h 2207052"/>
                <a:gd name="connsiteX3" fmla="*/ 445494 w 653329"/>
                <a:gd name="connsiteY3" fmla="*/ 117170 h 2207052"/>
                <a:gd name="connsiteX4" fmla="*/ 474925 w 653329"/>
                <a:gd name="connsiteY4" fmla="*/ 168875 h 2207052"/>
                <a:gd name="connsiteX5" fmla="*/ 153064 w 653329"/>
                <a:gd name="connsiteY5" fmla="*/ 2195147 h 2207052"/>
                <a:gd name="connsiteX6" fmla="*/ 145744 w 653329"/>
                <a:gd name="connsiteY6" fmla="*/ 2207052 h 2207052"/>
                <a:gd name="connsiteX7" fmla="*/ 0 w 653329"/>
                <a:gd name="connsiteY7" fmla="*/ 2207052 h 2207052"/>
                <a:gd name="connsiteX8" fmla="*/ 1213 w 653329"/>
                <a:gd name="connsiteY8" fmla="*/ 2204921 h 2207052"/>
                <a:gd name="connsiteX9" fmla="*/ 127094 w 653329"/>
                <a:gd name="connsiteY9" fmla="*/ 75127 h 2207052"/>
                <a:gd name="connsiteX10" fmla="*/ 95993 w 653329"/>
                <a:gd name="connsiteY10" fmla="*/ 0 h 2207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3329" h="2207052">
                  <a:moveTo>
                    <a:pt x="95993" y="0"/>
                  </a:moveTo>
                  <a:lnTo>
                    <a:pt x="102638" y="131"/>
                  </a:lnTo>
                  <a:cubicBezTo>
                    <a:pt x="197973" y="10354"/>
                    <a:pt x="289171" y="36722"/>
                    <a:pt x="373894" y="76470"/>
                  </a:cubicBezTo>
                  <a:lnTo>
                    <a:pt x="445494" y="117170"/>
                  </a:lnTo>
                  <a:lnTo>
                    <a:pt x="474925" y="168875"/>
                  </a:lnTo>
                  <a:cubicBezTo>
                    <a:pt x="941569" y="1059402"/>
                    <a:pt x="370002" y="1855943"/>
                    <a:pt x="153064" y="2195147"/>
                  </a:cubicBezTo>
                  <a:lnTo>
                    <a:pt x="145744" y="2207052"/>
                  </a:lnTo>
                  <a:lnTo>
                    <a:pt x="0" y="2207052"/>
                  </a:lnTo>
                  <a:lnTo>
                    <a:pt x="1213" y="2204921"/>
                  </a:lnTo>
                  <a:cubicBezTo>
                    <a:pt x="244389" y="1708782"/>
                    <a:pt x="320409" y="634409"/>
                    <a:pt x="127094" y="75127"/>
                  </a:cubicBezTo>
                  <a:lnTo>
                    <a:pt x="95993" y="0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42C9C4B-519A-E874-E3D6-15024590A031}"/>
                </a:ext>
              </a:extLst>
            </p:cNvPr>
            <p:cNvSpPr/>
            <p:nvPr/>
          </p:nvSpPr>
          <p:spPr>
            <a:xfrm>
              <a:off x="6663518" y="3741126"/>
              <a:ext cx="686868" cy="2204183"/>
            </a:xfrm>
            <a:custGeom>
              <a:avLst/>
              <a:gdLst>
                <a:gd name="connsiteX0" fmla="*/ 632378 w 686868"/>
                <a:gd name="connsiteY0" fmla="*/ 0 h 2204183"/>
                <a:gd name="connsiteX1" fmla="*/ 575777 w 686868"/>
                <a:gd name="connsiteY1" fmla="*/ 120268 h 2204183"/>
                <a:gd name="connsiteX2" fmla="*/ 685978 w 686868"/>
                <a:gd name="connsiteY2" fmla="*/ 2202761 h 2204183"/>
                <a:gd name="connsiteX3" fmla="*/ 686868 w 686868"/>
                <a:gd name="connsiteY3" fmla="*/ 2204183 h 2204183"/>
                <a:gd name="connsiteX4" fmla="*/ 547761 w 686868"/>
                <a:gd name="connsiteY4" fmla="*/ 2204183 h 2204183"/>
                <a:gd name="connsiteX5" fmla="*/ 542229 w 686868"/>
                <a:gd name="connsiteY5" fmla="*/ 2196023 h 2204183"/>
                <a:gd name="connsiteX6" fmla="*/ 254775 w 686868"/>
                <a:gd name="connsiteY6" fmla="*/ 115223 h 2204183"/>
                <a:gd name="connsiteX7" fmla="*/ 267392 w 686868"/>
                <a:gd name="connsiteY7" fmla="*/ 97055 h 2204183"/>
                <a:gd name="connsiteX8" fmla="*/ 386643 w 686868"/>
                <a:gd name="connsiteY8" fmla="*/ 44501 h 2204183"/>
                <a:gd name="connsiteX9" fmla="*/ 540075 w 686868"/>
                <a:gd name="connsiteY9" fmla="*/ 6750 h 2204183"/>
                <a:gd name="connsiteX10" fmla="*/ 632378 w 686868"/>
                <a:gd name="connsiteY10" fmla="*/ 0 h 220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6868" h="2204183">
                  <a:moveTo>
                    <a:pt x="632378" y="0"/>
                  </a:moveTo>
                  <a:lnTo>
                    <a:pt x="575777" y="120268"/>
                  </a:lnTo>
                  <a:cubicBezTo>
                    <a:pt x="352957" y="680114"/>
                    <a:pt x="421480" y="1712607"/>
                    <a:pt x="685978" y="2202761"/>
                  </a:cubicBezTo>
                  <a:lnTo>
                    <a:pt x="686868" y="2204183"/>
                  </a:lnTo>
                  <a:lnTo>
                    <a:pt x="547761" y="2204183"/>
                  </a:lnTo>
                  <a:lnTo>
                    <a:pt x="542229" y="2196023"/>
                  </a:lnTo>
                  <a:cubicBezTo>
                    <a:pt x="301700" y="1858568"/>
                    <a:pt x="-360649" y="1067330"/>
                    <a:pt x="254775" y="115223"/>
                  </a:cubicBezTo>
                  <a:lnTo>
                    <a:pt x="267392" y="97055"/>
                  </a:lnTo>
                  <a:lnTo>
                    <a:pt x="386643" y="44501"/>
                  </a:lnTo>
                  <a:cubicBezTo>
                    <a:pt x="435132" y="27975"/>
                    <a:pt x="486298" y="15247"/>
                    <a:pt x="540075" y="6750"/>
                  </a:cubicBezTo>
                  <a:lnTo>
                    <a:pt x="632378" y="0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09698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F6E374C-741B-0E33-C398-4B8C857FE48E}"/>
              </a:ext>
            </a:extLst>
          </p:cNvPr>
          <p:cNvGrpSpPr/>
          <p:nvPr/>
        </p:nvGrpSpPr>
        <p:grpSpPr>
          <a:xfrm>
            <a:off x="1565350" y="-309966"/>
            <a:ext cx="8389357" cy="7434665"/>
            <a:chOff x="2365829" y="1450957"/>
            <a:chExt cx="5601834" cy="496435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B0750FA-79A7-9879-791F-07C0051443EA}"/>
                </a:ext>
              </a:extLst>
            </p:cNvPr>
            <p:cNvSpPr/>
            <p:nvPr/>
          </p:nvSpPr>
          <p:spPr>
            <a:xfrm>
              <a:off x="7748588" y="4150519"/>
              <a:ext cx="219075" cy="791424"/>
            </a:xfrm>
            <a:prstGeom prst="ellipse">
              <a:avLst/>
            </a:prstGeom>
            <a:solidFill>
              <a:srgbClr val="F91F4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A6A1D56-0CC2-300E-7637-E64EE186EE71}"/>
                </a:ext>
              </a:extLst>
            </p:cNvPr>
            <p:cNvSpPr/>
            <p:nvPr/>
          </p:nvSpPr>
          <p:spPr>
            <a:xfrm>
              <a:off x="7745413" y="5172268"/>
              <a:ext cx="219075" cy="791424"/>
            </a:xfrm>
            <a:prstGeom prst="ellipse">
              <a:avLst/>
            </a:prstGeom>
            <a:solidFill>
              <a:srgbClr val="F91F4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C16E9D1-A82C-D843-5748-4F3E91D2ECA8}"/>
                </a:ext>
              </a:extLst>
            </p:cNvPr>
            <p:cNvSpPr/>
            <p:nvPr/>
          </p:nvSpPr>
          <p:spPr>
            <a:xfrm>
              <a:off x="7453775" y="4818310"/>
              <a:ext cx="477591" cy="477591"/>
            </a:xfrm>
            <a:prstGeom prst="ellipse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DE9F3E8-0164-7766-8ABC-53CB3E11B356}"/>
                </a:ext>
              </a:extLst>
            </p:cNvPr>
            <p:cNvSpPr/>
            <p:nvPr/>
          </p:nvSpPr>
          <p:spPr>
            <a:xfrm rot="16200000">
              <a:off x="6809939" y="4699523"/>
              <a:ext cx="985077" cy="710209"/>
            </a:xfrm>
            <a:custGeom>
              <a:avLst/>
              <a:gdLst>
                <a:gd name="connsiteX0" fmla="*/ 0 w 1078813"/>
                <a:gd name="connsiteY0" fmla="*/ 621593 h 1243185"/>
                <a:gd name="connsiteX1" fmla="*/ 539407 w 1078813"/>
                <a:gd name="connsiteY1" fmla="*/ 0 h 1243185"/>
                <a:gd name="connsiteX2" fmla="*/ 1078814 w 1078813"/>
                <a:gd name="connsiteY2" fmla="*/ 621593 h 1243185"/>
                <a:gd name="connsiteX3" fmla="*/ 539407 w 1078813"/>
                <a:gd name="connsiteY3" fmla="*/ 1243186 h 1243185"/>
                <a:gd name="connsiteX4" fmla="*/ 0 w 1078813"/>
                <a:gd name="connsiteY4" fmla="*/ 621593 h 1243185"/>
                <a:gd name="connsiteX0" fmla="*/ 0 w 1078814"/>
                <a:gd name="connsiteY0" fmla="*/ 621593 h 699292"/>
                <a:gd name="connsiteX1" fmla="*/ 539407 w 1078814"/>
                <a:gd name="connsiteY1" fmla="*/ 0 h 699292"/>
                <a:gd name="connsiteX2" fmla="*/ 1078814 w 1078814"/>
                <a:gd name="connsiteY2" fmla="*/ 621593 h 699292"/>
                <a:gd name="connsiteX3" fmla="*/ 0 w 1078814"/>
                <a:gd name="connsiteY3" fmla="*/ 621593 h 699292"/>
                <a:gd name="connsiteX0" fmla="*/ 11 w 584977"/>
                <a:gd name="connsiteY0" fmla="*/ 621882 h 757631"/>
                <a:gd name="connsiteX1" fmla="*/ 539418 w 584977"/>
                <a:gd name="connsiteY1" fmla="*/ 289 h 757631"/>
                <a:gd name="connsiteX2" fmla="*/ 554950 w 584977"/>
                <a:gd name="connsiteY2" fmla="*/ 707607 h 757631"/>
                <a:gd name="connsiteX3" fmla="*/ 11 w 584977"/>
                <a:gd name="connsiteY3" fmla="*/ 621882 h 757631"/>
                <a:gd name="connsiteX0" fmla="*/ 11 w 972006"/>
                <a:gd name="connsiteY0" fmla="*/ 621882 h 757631"/>
                <a:gd name="connsiteX1" fmla="*/ 539418 w 972006"/>
                <a:gd name="connsiteY1" fmla="*/ 289 h 757631"/>
                <a:gd name="connsiteX2" fmla="*/ 554950 w 972006"/>
                <a:gd name="connsiteY2" fmla="*/ 707607 h 757631"/>
                <a:gd name="connsiteX3" fmla="*/ 11 w 972006"/>
                <a:gd name="connsiteY3" fmla="*/ 621882 h 757631"/>
                <a:gd name="connsiteX0" fmla="*/ 15532 w 432588"/>
                <a:gd name="connsiteY0" fmla="*/ 707318 h 707318"/>
                <a:gd name="connsiteX1" fmla="*/ 0 w 432588"/>
                <a:gd name="connsiteY1" fmla="*/ 0 h 707318"/>
                <a:gd name="connsiteX2" fmla="*/ 15532 w 432588"/>
                <a:gd name="connsiteY2" fmla="*/ 707318 h 707318"/>
                <a:gd name="connsiteX0" fmla="*/ 15532 w 474876"/>
                <a:gd name="connsiteY0" fmla="*/ 707318 h 707318"/>
                <a:gd name="connsiteX1" fmla="*/ 0 w 474876"/>
                <a:gd name="connsiteY1" fmla="*/ 0 h 707318"/>
                <a:gd name="connsiteX2" fmla="*/ 15532 w 474876"/>
                <a:gd name="connsiteY2" fmla="*/ 707318 h 707318"/>
                <a:gd name="connsiteX0" fmla="*/ 449697 w 909041"/>
                <a:gd name="connsiteY0" fmla="*/ 707318 h 707318"/>
                <a:gd name="connsiteX1" fmla="*/ 434165 w 909041"/>
                <a:gd name="connsiteY1" fmla="*/ 0 h 707318"/>
                <a:gd name="connsiteX2" fmla="*/ 449697 w 909041"/>
                <a:gd name="connsiteY2" fmla="*/ 707318 h 707318"/>
                <a:gd name="connsiteX0" fmla="*/ 523664 w 983008"/>
                <a:gd name="connsiteY0" fmla="*/ 710434 h 710434"/>
                <a:gd name="connsiteX1" fmla="*/ 508132 w 983008"/>
                <a:gd name="connsiteY1" fmla="*/ 3116 h 710434"/>
                <a:gd name="connsiteX2" fmla="*/ 523664 w 983008"/>
                <a:gd name="connsiteY2" fmla="*/ 710434 h 710434"/>
                <a:gd name="connsiteX0" fmla="*/ 523664 w 995523"/>
                <a:gd name="connsiteY0" fmla="*/ 710434 h 710434"/>
                <a:gd name="connsiteX1" fmla="*/ 508132 w 995523"/>
                <a:gd name="connsiteY1" fmla="*/ 3116 h 710434"/>
                <a:gd name="connsiteX2" fmla="*/ 523664 w 995523"/>
                <a:gd name="connsiteY2" fmla="*/ 710434 h 710434"/>
                <a:gd name="connsiteX0" fmla="*/ 523664 w 991302"/>
                <a:gd name="connsiteY0" fmla="*/ 710434 h 710434"/>
                <a:gd name="connsiteX1" fmla="*/ 508132 w 991302"/>
                <a:gd name="connsiteY1" fmla="*/ 3116 h 710434"/>
                <a:gd name="connsiteX2" fmla="*/ 523664 w 991302"/>
                <a:gd name="connsiteY2" fmla="*/ 710434 h 710434"/>
                <a:gd name="connsiteX0" fmla="*/ 517439 w 985077"/>
                <a:gd name="connsiteY0" fmla="*/ 710209 h 710209"/>
                <a:gd name="connsiteX1" fmla="*/ 501907 w 985077"/>
                <a:gd name="connsiteY1" fmla="*/ 2891 h 710209"/>
                <a:gd name="connsiteX2" fmla="*/ 517439 w 985077"/>
                <a:gd name="connsiteY2" fmla="*/ 710209 h 710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5077" h="710209">
                  <a:moveTo>
                    <a:pt x="517439" y="710209"/>
                  </a:moveTo>
                  <a:cubicBezTo>
                    <a:pt x="-473576" y="688749"/>
                    <a:pt x="211809" y="-51847"/>
                    <a:pt x="501907" y="2891"/>
                  </a:cubicBezTo>
                  <a:cubicBezTo>
                    <a:pt x="646785" y="-6634"/>
                    <a:pt x="1503276" y="605041"/>
                    <a:pt x="517439" y="710209"/>
                  </a:cubicBezTo>
                  <a:close/>
                </a:path>
              </a:pathLst>
            </a:custGeom>
            <a:solidFill>
              <a:srgbClr val="F91F4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3">
              <a:extLst>
                <a:ext uri="{FF2B5EF4-FFF2-40B4-BE49-F238E27FC236}">
                  <a16:creationId xmlns:a16="http://schemas.microsoft.com/office/drawing/2014/main" id="{BB3510A4-8EC3-0861-FDBE-6E5FEAD8BB10}"/>
                </a:ext>
              </a:extLst>
            </p:cNvPr>
            <p:cNvSpPr/>
            <p:nvPr/>
          </p:nvSpPr>
          <p:spPr>
            <a:xfrm rot="1935941">
              <a:off x="6583567" y="3578618"/>
              <a:ext cx="865214" cy="1234368"/>
            </a:xfrm>
            <a:custGeom>
              <a:avLst/>
              <a:gdLst>
                <a:gd name="connsiteX0" fmla="*/ 0 w 1078813"/>
                <a:gd name="connsiteY0" fmla="*/ 621593 h 1243185"/>
                <a:gd name="connsiteX1" fmla="*/ 539407 w 1078813"/>
                <a:gd name="connsiteY1" fmla="*/ 0 h 1243185"/>
                <a:gd name="connsiteX2" fmla="*/ 1078814 w 1078813"/>
                <a:gd name="connsiteY2" fmla="*/ 621593 h 1243185"/>
                <a:gd name="connsiteX3" fmla="*/ 539407 w 1078813"/>
                <a:gd name="connsiteY3" fmla="*/ 1243186 h 1243185"/>
                <a:gd name="connsiteX4" fmla="*/ 0 w 1078813"/>
                <a:gd name="connsiteY4" fmla="*/ 621593 h 1243185"/>
                <a:gd name="connsiteX0" fmla="*/ 0 w 1078814"/>
                <a:gd name="connsiteY0" fmla="*/ 621593 h 699292"/>
                <a:gd name="connsiteX1" fmla="*/ 539407 w 1078814"/>
                <a:gd name="connsiteY1" fmla="*/ 0 h 699292"/>
                <a:gd name="connsiteX2" fmla="*/ 1078814 w 1078814"/>
                <a:gd name="connsiteY2" fmla="*/ 621593 h 699292"/>
                <a:gd name="connsiteX3" fmla="*/ 0 w 1078814"/>
                <a:gd name="connsiteY3" fmla="*/ 621593 h 699292"/>
                <a:gd name="connsiteX0" fmla="*/ 11 w 584977"/>
                <a:gd name="connsiteY0" fmla="*/ 621882 h 757631"/>
                <a:gd name="connsiteX1" fmla="*/ 539418 w 584977"/>
                <a:gd name="connsiteY1" fmla="*/ 289 h 757631"/>
                <a:gd name="connsiteX2" fmla="*/ 554950 w 584977"/>
                <a:gd name="connsiteY2" fmla="*/ 707607 h 757631"/>
                <a:gd name="connsiteX3" fmla="*/ 11 w 584977"/>
                <a:gd name="connsiteY3" fmla="*/ 621882 h 757631"/>
                <a:gd name="connsiteX0" fmla="*/ 11 w 972006"/>
                <a:gd name="connsiteY0" fmla="*/ 621882 h 757631"/>
                <a:gd name="connsiteX1" fmla="*/ 539418 w 972006"/>
                <a:gd name="connsiteY1" fmla="*/ 289 h 757631"/>
                <a:gd name="connsiteX2" fmla="*/ 554950 w 972006"/>
                <a:gd name="connsiteY2" fmla="*/ 707607 h 757631"/>
                <a:gd name="connsiteX3" fmla="*/ 11 w 972006"/>
                <a:gd name="connsiteY3" fmla="*/ 621882 h 757631"/>
                <a:gd name="connsiteX0" fmla="*/ 15532 w 432588"/>
                <a:gd name="connsiteY0" fmla="*/ 707318 h 707318"/>
                <a:gd name="connsiteX1" fmla="*/ 0 w 432588"/>
                <a:gd name="connsiteY1" fmla="*/ 0 h 707318"/>
                <a:gd name="connsiteX2" fmla="*/ 15532 w 432588"/>
                <a:gd name="connsiteY2" fmla="*/ 707318 h 707318"/>
                <a:gd name="connsiteX0" fmla="*/ 15532 w 474876"/>
                <a:gd name="connsiteY0" fmla="*/ 707318 h 707318"/>
                <a:gd name="connsiteX1" fmla="*/ 0 w 474876"/>
                <a:gd name="connsiteY1" fmla="*/ 0 h 707318"/>
                <a:gd name="connsiteX2" fmla="*/ 15532 w 474876"/>
                <a:gd name="connsiteY2" fmla="*/ 707318 h 707318"/>
                <a:gd name="connsiteX0" fmla="*/ 449697 w 909041"/>
                <a:gd name="connsiteY0" fmla="*/ 707318 h 707318"/>
                <a:gd name="connsiteX1" fmla="*/ 434165 w 909041"/>
                <a:gd name="connsiteY1" fmla="*/ 0 h 707318"/>
                <a:gd name="connsiteX2" fmla="*/ 449697 w 909041"/>
                <a:gd name="connsiteY2" fmla="*/ 707318 h 707318"/>
                <a:gd name="connsiteX0" fmla="*/ 523664 w 983008"/>
                <a:gd name="connsiteY0" fmla="*/ 710434 h 710434"/>
                <a:gd name="connsiteX1" fmla="*/ 508132 w 983008"/>
                <a:gd name="connsiteY1" fmla="*/ 3116 h 710434"/>
                <a:gd name="connsiteX2" fmla="*/ 523664 w 983008"/>
                <a:gd name="connsiteY2" fmla="*/ 710434 h 710434"/>
                <a:gd name="connsiteX0" fmla="*/ 523664 w 995523"/>
                <a:gd name="connsiteY0" fmla="*/ 710434 h 710434"/>
                <a:gd name="connsiteX1" fmla="*/ 508132 w 995523"/>
                <a:gd name="connsiteY1" fmla="*/ 3116 h 710434"/>
                <a:gd name="connsiteX2" fmla="*/ 523664 w 995523"/>
                <a:gd name="connsiteY2" fmla="*/ 710434 h 710434"/>
                <a:gd name="connsiteX0" fmla="*/ 523664 w 991302"/>
                <a:gd name="connsiteY0" fmla="*/ 710434 h 710434"/>
                <a:gd name="connsiteX1" fmla="*/ 508132 w 991302"/>
                <a:gd name="connsiteY1" fmla="*/ 3116 h 710434"/>
                <a:gd name="connsiteX2" fmla="*/ 523664 w 991302"/>
                <a:gd name="connsiteY2" fmla="*/ 710434 h 710434"/>
                <a:gd name="connsiteX0" fmla="*/ 517439 w 985077"/>
                <a:gd name="connsiteY0" fmla="*/ 710209 h 710209"/>
                <a:gd name="connsiteX1" fmla="*/ 501907 w 985077"/>
                <a:gd name="connsiteY1" fmla="*/ 2891 h 710209"/>
                <a:gd name="connsiteX2" fmla="*/ 517439 w 985077"/>
                <a:gd name="connsiteY2" fmla="*/ 710209 h 710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5077" h="710209">
                  <a:moveTo>
                    <a:pt x="517439" y="710209"/>
                  </a:moveTo>
                  <a:cubicBezTo>
                    <a:pt x="-473576" y="688749"/>
                    <a:pt x="211809" y="-51847"/>
                    <a:pt x="501907" y="2891"/>
                  </a:cubicBezTo>
                  <a:cubicBezTo>
                    <a:pt x="646785" y="-6634"/>
                    <a:pt x="1503276" y="605041"/>
                    <a:pt x="517439" y="710209"/>
                  </a:cubicBezTo>
                  <a:close/>
                </a:path>
              </a:pathLst>
            </a:custGeom>
            <a:solidFill>
              <a:srgbClr val="F91F4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3">
              <a:extLst>
                <a:ext uri="{FF2B5EF4-FFF2-40B4-BE49-F238E27FC236}">
                  <a16:creationId xmlns:a16="http://schemas.microsoft.com/office/drawing/2014/main" id="{A551EFF3-9F10-97A4-4109-DDACB0A9526D}"/>
                </a:ext>
              </a:extLst>
            </p:cNvPr>
            <p:cNvSpPr/>
            <p:nvPr/>
          </p:nvSpPr>
          <p:spPr>
            <a:xfrm rot="9210052">
              <a:off x="6589342" y="5096073"/>
              <a:ext cx="766635" cy="1234368"/>
            </a:xfrm>
            <a:custGeom>
              <a:avLst/>
              <a:gdLst>
                <a:gd name="connsiteX0" fmla="*/ 0 w 1078813"/>
                <a:gd name="connsiteY0" fmla="*/ 621593 h 1243185"/>
                <a:gd name="connsiteX1" fmla="*/ 539407 w 1078813"/>
                <a:gd name="connsiteY1" fmla="*/ 0 h 1243185"/>
                <a:gd name="connsiteX2" fmla="*/ 1078814 w 1078813"/>
                <a:gd name="connsiteY2" fmla="*/ 621593 h 1243185"/>
                <a:gd name="connsiteX3" fmla="*/ 539407 w 1078813"/>
                <a:gd name="connsiteY3" fmla="*/ 1243186 h 1243185"/>
                <a:gd name="connsiteX4" fmla="*/ 0 w 1078813"/>
                <a:gd name="connsiteY4" fmla="*/ 621593 h 1243185"/>
                <a:gd name="connsiteX0" fmla="*/ 0 w 1078814"/>
                <a:gd name="connsiteY0" fmla="*/ 621593 h 699292"/>
                <a:gd name="connsiteX1" fmla="*/ 539407 w 1078814"/>
                <a:gd name="connsiteY1" fmla="*/ 0 h 699292"/>
                <a:gd name="connsiteX2" fmla="*/ 1078814 w 1078814"/>
                <a:gd name="connsiteY2" fmla="*/ 621593 h 699292"/>
                <a:gd name="connsiteX3" fmla="*/ 0 w 1078814"/>
                <a:gd name="connsiteY3" fmla="*/ 621593 h 699292"/>
                <a:gd name="connsiteX0" fmla="*/ 11 w 584977"/>
                <a:gd name="connsiteY0" fmla="*/ 621882 h 757631"/>
                <a:gd name="connsiteX1" fmla="*/ 539418 w 584977"/>
                <a:gd name="connsiteY1" fmla="*/ 289 h 757631"/>
                <a:gd name="connsiteX2" fmla="*/ 554950 w 584977"/>
                <a:gd name="connsiteY2" fmla="*/ 707607 h 757631"/>
                <a:gd name="connsiteX3" fmla="*/ 11 w 584977"/>
                <a:gd name="connsiteY3" fmla="*/ 621882 h 757631"/>
                <a:gd name="connsiteX0" fmla="*/ 11 w 972006"/>
                <a:gd name="connsiteY0" fmla="*/ 621882 h 757631"/>
                <a:gd name="connsiteX1" fmla="*/ 539418 w 972006"/>
                <a:gd name="connsiteY1" fmla="*/ 289 h 757631"/>
                <a:gd name="connsiteX2" fmla="*/ 554950 w 972006"/>
                <a:gd name="connsiteY2" fmla="*/ 707607 h 757631"/>
                <a:gd name="connsiteX3" fmla="*/ 11 w 972006"/>
                <a:gd name="connsiteY3" fmla="*/ 621882 h 757631"/>
                <a:gd name="connsiteX0" fmla="*/ 15532 w 432588"/>
                <a:gd name="connsiteY0" fmla="*/ 707318 h 707318"/>
                <a:gd name="connsiteX1" fmla="*/ 0 w 432588"/>
                <a:gd name="connsiteY1" fmla="*/ 0 h 707318"/>
                <a:gd name="connsiteX2" fmla="*/ 15532 w 432588"/>
                <a:gd name="connsiteY2" fmla="*/ 707318 h 707318"/>
                <a:gd name="connsiteX0" fmla="*/ 15532 w 474876"/>
                <a:gd name="connsiteY0" fmla="*/ 707318 h 707318"/>
                <a:gd name="connsiteX1" fmla="*/ 0 w 474876"/>
                <a:gd name="connsiteY1" fmla="*/ 0 h 707318"/>
                <a:gd name="connsiteX2" fmla="*/ 15532 w 474876"/>
                <a:gd name="connsiteY2" fmla="*/ 707318 h 707318"/>
                <a:gd name="connsiteX0" fmla="*/ 449697 w 909041"/>
                <a:gd name="connsiteY0" fmla="*/ 707318 h 707318"/>
                <a:gd name="connsiteX1" fmla="*/ 434165 w 909041"/>
                <a:gd name="connsiteY1" fmla="*/ 0 h 707318"/>
                <a:gd name="connsiteX2" fmla="*/ 449697 w 909041"/>
                <a:gd name="connsiteY2" fmla="*/ 707318 h 707318"/>
                <a:gd name="connsiteX0" fmla="*/ 523664 w 983008"/>
                <a:gd name="connsiteY0" fmla="*/ 710434 h 710434"/>
                <a:gd name="connsiteX1" fmla="*/ 508132 w 983008"/>
                <a:gd name="connsiteY1" fmla="*/ 3116 h 710434"/>
                <a:gd name="connsiteX2" fmla="*/ 523664 w 983008"/>
                <a:gd name="connsiteY2" fmla="*/ 710434 h 710434"/>
                <a:gd name="connsiteX0" fmla="*/ 523664 w 995523"/>
                <a:gd name="connsiteY0" fmla="*/ 710434 h 710434"/>
                <a:gd name="connsiteX1" fmla="*/ 508132 w 995523"/>
                <a:gd name="connsiteY1" fmla="*/ 3116 h 710434"/>
                <a:gd name="connsiteX2" fmla="*/ 523664 w 995523"/>
                <a:gd name="connsiteY2" fmla="*/ 710434 h 710434"/>
                <a:gd name="connsiteX0" fmla="*/ 523664 w 991302"/>
                <a:gd name="connsiteY0" fmla="*/ 710434 h 710434"/>
                <a:gd name="connsiteX1" fmla="*/ 508132 w 991302"/>
                <a:gd name="connsiteY1" fmla="*/ 3116 h 710434"/>
                <a:gd name="connsiteX2" fmla="*/ 523664 w 991302"/>
                <a:gd name="connsiteY2" fmla="*/ 710434 h 710434"/>
                <a:gd name="connsiteX0" fmla="*/ 517439 w 985077"/>
                <a:gd name="connsiteY0" fmla="*/ 710209 h 710209"/>
                <a:gd name="connsiteX1" fmla="*/ 501907 w 985077"/>
                <a:gd name="connsiteY1" fmla="*/ 2891 h 710209"/>
                <a:gd name="connsiteX2" fmla="*/ 517439 w 985077"/>
                <a:gd name="connsiteY2" fmla="*/ 710209 h 710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5077" h="710209">
                  <a:moveTo>
                    <a:pt x="517439" y="710209"/>
                  </a:moveTo>
                  <a:cubicBezTo>
                    <a:pt x="-473576" y="688749"/>
                    <a:pt x="211809" y="-51847"/>
                    <a:pt x="501907" y="2891"/>
                  </a:cubicBezTo>
                  <a:cubicBezTo>
                    <a:pt x="646785" y="-6634"/>
                    <a:pt x="1503276" y="605041"/>
                    <a:pt x="517439" y="710209"/>
                  </a:cubicBezTo>
                  <a:close/>
                </a:path>
              </a:pathLst>
            </a:custGeom>
            <a:solidFill>
              <a:srgbClr val="F91F4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B0ADA5F-5A2B-FCF0-0CB6-3E7864D5D653}"/>
                </a:ext>
              </a:extLst>
            </p:cNvPr>
            <p:cNvSpPr/>
            <p:nvPr/>
          </p:nvSpPr>
          <p:spPr>
            <a:xfrm>
              <a:off x="3931251" y="1450957"/>
              <a:ext cx="1168400" cy="2070895"/>
            </a:xfrm>
            <a:custGeom>
              <a:avLst/>
              <a:gdLst>
                <a:gd name="connsiteX0" fmla="*/ 0 w 643255"/>
                <a:gd name="connsiteY0" fmla="*/ 0 h 826295"/>
                <a:gd name="connsiteX1" fmla="*/ 643255 w 643255"/>
                <a:gd name="connsiteY1" fmla="*/ 0 h 826295"/>
                <a:gd name="connsiteX2" fmla="*/ 643255 w 643255"/>
                <a:gd name="connsiteY2" fmla="*/ 826295 h 826295"/>
                <a:gd name="connsiteX3" fmla="*/ 0 w 643255"/>
                <a:gd name="connsiteY3" fmla="*/ 826295 h 826295"/>
                <a:gd name="connsiteX4" fmla="*/ 0 w 643255"/>
                <a:gd name="connsiteY4" fmla="*/ 0 h 826295"/>
                <a:gd name="connsiteX0" fmla="*/ 0 w 833755"/>
                <a:gd name="connsiteY0" fmla="*/ 0 h 1689895"/>
                <a:gd name="connsiteX1" fmla="*/ 643255 w 833755"/>
                <a:gd name="connsiteY1" fmla="*/ 0 h 1689895"/>
                <a:gd name="connsiteX2" fmla="*/ 833755 w 833755"/>
                <a:gd name="connsiteY2" fmla="*/ 1689895 h 1689895"/>
                <a:gd name="connsiteX3" fmla="*/ 0 w 833755"/>
                <a:gd name="connsiteY3" fmla="*/ 826295 h 1689895"/>
                <a:gd name="connsiteX4" fmla="*/ 0 w 833755"/>
                <a:gd name="connsiteY4" fmla="*/ 0 h 1689895"/>
                <a:gd name="connsiteX0" fmla="*/ 0 w 833755"/>
                <a:gd name="connsiteY0" fmla="*/ 0 h 1689895"/>
                <a:gd name="connsiteX1" fmla="*/ 643255 w 833755"/>
                <a:gd name="connsiteY1" fmla="*/ 0 h 1689895"/>
                <a:gd name="connsiteX2" fmla="*/ 833755 w 833755"/>
                <a:gd name="connsiteY2" fmla="*/ 1689895 h 1689895"/>
                <a:gd name="connsiteX3" fmla="*/ 444500 w 833755"/>
                <a:gd name="connsiteY3" fmla="*/ 1397795 h 1689895"/>
                <a:gd name="connsiteX4" fmla="*/ 0 w 833755"/>
                <a:gd name="connsiteY4" fmla="*/ 0 h 1689895"/>
                <a:gd name="connsiteX0" fmla="*/ 0 w 1138555"/>
                <a:gd name="connsiteY0" fmla="*/ 520700 h 1689895"/>
                <a:gd name="connsiteX1" fmla="*/ 948055 w 1138555"/>
                <a:gd name="connsiteY1" fmla="*/ 0 h 1689895"/>
                <a:gd name="connsiteX2" fmla="*/ 1138555 w 1138555"/>
                <a:gd name="connsiteY2" fmla="*/ 1689895 h 1689895"/>
                <a:gd name="connsiteX3" fmla="*/ 749300 w 1138555"/>
                <a:gd name="connsiteY3" fmla="*/ 1397795 h 1689895"/>
                <a:gd name="connsiteX4" fmla="*/ 0 w 1138555"/>
                <a:gd name="connsiteY4" fmla="*/ 520700 h 1689895"/>
                <a:gd name="connsiteX0" fmla="*/ 17145 w 1155700"/>
                <a:gd name="connsiteY0" fmla="*/ 825500 h 1994695"/>
                <a:gd name="connsiteX1" fmla="*/ 0 w 1155700"/>
                <a:gd name="connsiteY1" fmla="*/ 0 h 1994695"/>
                <a:gd name="connsiteX2" fmla="*/ 1155700 w 1155700"/>
                <a:gd name="connsiteY2" fmla="*/ 1994695 h 1994695"/>
                <a:gd name="connsiteX3" fmla="*/ 766445 w 1155700"/>
                <a:gd name="connsiteY3" fmla="*/ 1702595 h 1994695"/>
                <a:gd name="connsiteX4" fmla="*/ 17145 w 1155700"/>
                <a:gd name="connsiteY4" fmla="*/ 825500 h 1994695"/>
                <a:gd name="connsiteX0" fmla="*/ 17145 w 1155700"/>
                <a:gd name="connsiteY0" fmla="*/ 825500 h 1994695"/>
                <a:gd name="connsiteX1" fmla="*/ 0 w 1155700"/>
                <a:gd name="connsiteY1" fmla="*/ 0 h 1994695"/>
                <a:gd name="connsiteX2" fmla="*/ 1155700 w 1155700"/>
                <a:gd name="connsiteY2" fmla="*/ 1994695 h 1994695"/>
                <a:gd name="connsiteX3" fmla="*/ 766445 w 1155700"/>
                <a:gd name="connsiteY3" fmla="*/ 1702595 h 1994695"/>
                <a:gd name="connsiteX4" fmla="*/ 17145 w 1155700"/>
                <a:gd name="connsiteY4" fmla="*/ 825500 h 1994695"/>
                <a:gd name="connsiteX0" fmla="*/ 17145 w 1168400"/>
                <a:gd name="connsiteY0" fmla="*/ 825500 h 2070895"/>
                <a:gd name="connsiteX1" fmla="*/ 0 w 1168400"/>
                <a:gd name="connsiteY1" fmla="*/ 0 h 2070895"/>
                <a:gd name="connsiteX2" fmla="*/ 1168400 w 1168400"/>
                <a:gd name="connsiteY2" fmla="*/ 2070895 h 2070895"/>
                <a:gd name="connsiteX3" fmla="*/ 766445 w 1168400"/>
                <a:gd name="connsiteY3" fmla="*/ 1702595 h 2070895"/>
                <a:gd name="connsiteX4" fmla="*/ 17145 w 1168400"/>
                <a:gd name="connsiteY4" fmla="*/ 825500 h 2070895"/>
                <a:gd name="connsiteX0" fmla="*/ 17145 w 1168400"/>
                <a:gd name="connsiteY0" fmla="*/ 825500 h 2070895"/>
                <a:gd name="connsiteX1" fmla="*/ 0 w 1168400"/>
                <a:gd name="connsiteY1" fmla="*/ 0 h 2070895"/>
                <a:gd name="connsiteX2" fmla="*/ 1168400 w 1168400"/>
                <a:gd name="connsiteY2" fmla="*/ 2070895 h 2070895"/>
                <a:gd name="connsiteX3" fmla="*/ 766445 w 1168400"/>
                <a:gd name="connsiteY3" fmla="*/ 1702595 h 2070895"/>
                <a:gd name="connsiteX4" fmla="*/ 17145 w 1168400"/>
                <a:gd name="connsiteY4" fmla="*/ 825500 h 2070895"/>
                <a:gd name="connsiteX0" fmla="*/ 4445 w 1168400"/>
                <a:gd name="connsiteY0" fmla="*/ 901700 h 2070895"/>
                <a:gd name="connsiteX1" fmla="*/ 0 w 1168400"/>
                <a:gd name="connsiteY1" fmla="*/ 0 h 2070895"/>
                <a:gd name="connsiteX2" fmla="*/ 1168400 w 1168400"/>
                <a:gd name="connsiteY2" fmla="*/ 2070895 h 2070895"/>
                <a:gd name="connsiteX3" fmla="*/ 766445 w 1168400"/>
                <a:gd name="connsiteY3" fmla="*/ 1702595 h 2070895"/>
                <a:gd name="connsiteX4" fmla="*/ 4445 w 1168400"/>
                <a:gd name="connsiteY4" fmla="*/ 901700 h 2070895"/>
                <a:gd name="connsiteX0" fmla="*/ 4445 w 1168400"/>
                <a:gd name="connsiteY0" fmla="*/ 901700 h 2070895"/>
                <a:gd name="connsiteX1" fmla="*/ 0 w 1168400"/>
                <a:gd name="connsiteY1" fmla="*/ 0 h 2070895"/>
                <a:gd name="connsiteX2" fmla="*/ 1168400 w 1168400"/>
                <a:gd name="connsiteY2" fmla="*/ 2070895 h 2070895"/>
                <a:gd name="connsiteX3" fmla="*/ 766445 w 1168400"/>
                <a:gd name="connsiteY3" fmla="*/ 1702595 h 2070895"/>
                <a:gd name="connsiteX4" fmla="*/ 4445 w 1168400"/>
                <a:gd name="connsiteY4" fmla="*/ 901700 h 2070895"/>
                <a:gd name="connsiteX0" fmla="*/ 4445 w 1168400"/>
                <a:gd name="connsiteY0" fmla="*/ 901700 h 2070895"/>
                <a:gd name="connsiteX1" fmla="*/ 0 w 1168400"/>
                <a:gd name="connsiteY1" fmla="*/ 0 h 2070895"/>
                <a:gd name="connsiteX2" fmla="*/ 1168400 w 1168400"/>
                <a:gd name="connsiteY2" fmla="*/ 2070895 h 2070895"/>
                <a:gd name="connsiteX3" fmla="*/ 766445 w 1168400"/>
                <a:gd name="connsiteY3" fmla="*/ 1702595 h 2070895"/>
                <a:gd name="connsiteX4" fmla="*/ 4445 w 1168400"/>
                <a:gd name="connsiteY4" fmla="*/ 901700 h 207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070895">
                  <a:moveTo>
                    <a:pt x="4445" y="901700"/>
                  </a:moveTo>
                  <a:cubicBezTo>
                    <a:pt x="2963" y="601133"/>
                    <a:pt x="1482" y="300567"/>
                    <a:pt x="0" y="0"/>
                  </a:cubicBezTo>
                  <a:cubicBezTo>
                    <a:pt x="1731433" y="258498"/>
                    <a:pt x="872067" y="1621897"/>
                    <a:pt x="1168400" y="2070895"/>
                  </a:cubicBezTo>
                  <a:lnTo>
                    <a:pt x="766445" y="1702595"/>
                  </a:lnTo>
                  <a:cubicBezTo>
                    <a:pt x="842645" y="838730"/>
                    <a:pt x="321945" y="876565"/>
                    <a:pt x="4445" y="901700"/>
                  </a:cubicBezTo>
                  <a:close/>
                </a:path>
              </a:pathLst>
            </a:custGeom>
            <a:solidFill>
              <a:srgbClr val="FFC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707FF3B-9B34-F8F9-77FE-B963D848F619}"/>
                </a:ext>
              </a:extLst>
            </p:cNvPr>
            <p:cNvSpPr/>
            <p:nvPr/>
          </p:nvSpPr>
          <p:spPr>
            <a:xfrm>
              <a:off x="4185876" y="2956360"/>
              <a:ext cx="1345047" cy="826294"/>
            </a:xfrm>
            <a:prstGeom prst="roundRect">
              <a:avLst>
                <a:gd name="adj" fmla="val 50000"/>
              </a:avLst>
            </a:prstGeom>
            <a:solidFill>
              <a:srgbClr val="F91F4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37E7A13-0FEF-EE08-0EC2-8FD67FA6130F}"/>
                </a:ext>
              </a:extLst>
            </p:cNvPr>
            <p:cNvSpPr/>
            <p:nvPr/>
          </p:nvSpPr>
          <p:spPr>
            <a:xfrm>
              <a:off x="3879981" y="3369507"/>
              <a:ext cx="1950095" cy="826295"/>
            </a:xfrm>
            <a:prstGeom prst="ellipse">
              <a:avLst/>
            </a:prstGeom>
            <a:solidFill>
              <a:srgbClr val="F91F4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6A7B597-067D-69AC-3D9D-D48008C5420D}"/>
                </a:ext>
              </a:extLst>
            </p:cNvPr>
            <p:cNvSpPr/>
            <p:nvPr/>
          </p:nvSpPr>
          <p:spPr>
            <a:xfrm>
              <a:off x="2365829" y="3715657"/>
              <a:ext cx="4978400" cy="2699657"/>
            </a:xfrm>
            <a:prstGeom prst="ellipse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E0B791D-629A-FD2B-E513-2F6FBD427802}"/>
                </a:ext>
              </a:extLst>
            </p:cNvPr>
            <p:cNvSpPr/>
            <p:nvPr/>
          </p:nvSpPr>
          <p:spPr>
            <a:xfrm>
              <a:off x="2365829" y="4091010"/>
              <a:ext cx="1164721" cy="1908923"/>
            </a:xfrm>
            <a:custGeom>
              <a:avLst/>
              <a:gdLst>
                <a:gd name="connsiteX0" fmla="*/ 770813 w 1164721"/>
                <a:gd name="connsiteY0" fmla="*/ 0 h 1908923"/>
                <a:gd name="connsiteX1" fmla="*/ 796541 w 1164721"/>
                <a:gd name="connsiteY1" fmla="*/ 23824 h 1908923"/>
                <a:gd name="connsiteX2" fmla="*/ 1161629 w 1164721"/>
                <a:gd name="connsiteY2" fmla="*/ 830803 h 1908923"/>
                <a:gd name="connsiteX3" fmla="*/ 741468 w 1164721"/>
                <a:gd name="connsiteY3" fmla="*/ 1869762 h 1908923"/>
                <a:gd name="connsiteX4" fmla="*/ 694551 w 1164721"/>
                <a:gd name="connsiteY4" fmla="*/ 1908923 h 1908923"/>
                <a:gd name="connsiteX5" fmla="*/ 568412 w 1164721"/>
                <a:gd name="connsiteY5" fmla="*/ 1833663 h 1908923"/>
                <a:gd name="connsiteX6" fmla="*/ 0 w 1164721"/>
                <a:gd name="connsiteY6" fmla="*/ 975046 h 1908923"/>
                <a:gd name="connsiteX7" fmla="*/ 729070 w 1164721"/>
                <a:gd name="connsiteY7" fmla="*/ 20573 h 1908923"/>
                <a:gd name="connsiteX8" fmla="*/ 770813 w 1164721"/>
                <a:gd name="connsiteY8" fmla="*/ 0 h 190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64721" h="1908923">
                  <a:moveTo>
                    <a:pt x="770813" y="0"/>
                  </a:moveTo>
                  <a:lnTo>
                    <a:pt x="796541" y="23824"/>
                  </a:lnTo>
                  <a:cubicBezTo>
                    <a:pt x="1004290" y="235575"/>
                    <a:pt x="1139751" y="516145"/>
                    <a:pt x="1161629" y="830803"/>
                  </a:cubicBezTo>
                  <a:cubicBezTo>
                    <a:pt x="1189758" y="1235364"/>
                    <a:pt x="1024134" y="1610100"/>
                    <a:pt x="741468" y="1869762"/>
                  </a:cubicBezTo>
                  <a:lnTo>
                    <a:pt x="694551" y="1908923"/>
                  </a:lnTo>
                  <a:lnTo>
                    <a:pt x="568412" y="1833663"/>
                  </a:lnTo>
                  <a:cubicBezTo>
                    <a:pt x="213313" y="1600333"/>
                    <a:pt x="0" y="1301198"/>
                    <a:pt x="0" y="975046"/>
                  </a:cubicBezTo>
                  <a:cubicBezTo>
                    <a:pt x="0" y="602301"/>
                    <a:pt x="278613" y="264844"/>
                    <a:pt x="729070" y="20573"/>
                  </a:cubicBezTo>
                  <a:lnTo>
                    <a:pt x="770813" y="0"/>
                  </a:lnTo>
                  <a:close/>
                </a:path>
              </a:pathLst>
            </a:custGeom>
            <a:solidFill>
              <a:srgbClr val="F91F4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0C57B19-66CB-5AE0-2EB4-99704DB71F12}"/>
                </a:ext>
              </a:extLst>
            </p:cNvPr>
            <p:cNvSpPr/>
            <p:nvPr/>
          </p:nvSpPr>
          <p:spPr>
            <a:xfrm>
              <a:off x="5941087" y="4632325"/>
              <a:ext cx="826295" cy="826295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630BC3E-CF44-3597-7F69-3FE6AFFB098D}"/>
                </a:ext>
              </a:extLst>
            </p:cNvPr>
            <p:cNvSpPr/>
            <p:nvPr/>
          </p:nvSpPr>
          <p:spPr>
            <a:xfrm>
              <a:off x="4896451" y="4632325"/>
              <a:ext cx="826295" cy="826295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83157EC-2A4A-6341-AFD0-1DBE65544097}"/>
                </a:ext>
              </a:extLst>
            </p:cNvPr>
            <p:cNvSpPr/>
            <p:nvPr/>
          </p:nvSpPr>
          <p:spPr>
            <a:xfrm>
              <a:off x="3880255" y="4641479"/>
              <a:ext cx="826295" cy="826295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AB7B289-30D1-73C0-C85E-8F014F58B74C}"/>
                </a:ext>
              </a:extLst>
            </p:cNvPr>
            <p:cNvSpPr/>
            <p:nvPr/>
          </p:nvSpPr>
          <p:spPr>
            <a:xfrm>
              <a:off x="3606801" y="1450958"/>
              <a:ext cx="517524" cy="950138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439CFA3-B48F-61AF-5141-1E6CD819065D}"/>
              </a:ext>
            </a:extLst>
          </p:cNvPr>
          <p:cNvGrpSpPr/>
          <p:nvPr/>
        </p:nvGrpSpPr>
        <p:grpSpPr>
          <a:xfrm>
            <a:off x="-3445035" y="-1181099"/>
            <a:ext cx="8518912" cy="7549478"/>
            <a:chOff x="2365829" y="1450957"/>
            <a:chExt cx="5601834" cy="4964357"/>
          </a:xfrm>
          <a:solidFill>
            <a:schemeClr val="bg1"/>
          </a:solidFill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D1E1D74-30FF-495D-28CB-CCC512FF1FBC}"/>
                </a:ext>
              </a:extLst>
            </p:cNvPr>
            <p:cNvSpPr/>
            <p:nvPr/>
          </p:nvSpPr>
          <p:spPr>
            <a:xfrm>
              <a:off x="7748588" y="4150519"/>
              <a:ext cx="219075" cy="791424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7F524E7-8680-2A92-34A4-902272583376}"/>
                </a:ext>
              </a:extLst>
            </p:cNvPr>
            <p:cNvSpPr/>
            <p:nvPr/>
          </p:nvSpPr>
          <p:spPr>
            <a:xfrm>
              <a:off x="7745413" y="5172268"/>
              <a:ext cx="219075" cy="791424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C53FDF1-5D5F-B575-90E5-464B6A4E20EF}"/>
                </a:ext>
              </a:extLst>
            </p:cNvPr>
            <p:cNvSpPr/>
            <p:nvPr/>
          </p:nvSpPr>
          <p:spPr>
            <a:xfrm>
              <a:off x="7453775" y="4818310"/>
              <a:ext cx="477591" cy="477591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3">
              <a:extLst>
                <a:ext uri="{FF2B5EF4-FFF2-40B4-BE49-F238E27FC236}">
                  <a16:creationId xmlns:a16="http://schemas.microsoft.com/office/drawing/2014/main" id="{B2B5B5FA-4CCA-767A-AFFF-61FD8B3682F4}"/>
                </a:ext>
              </a:extLst>
            </p:cNvPr>
            <p:cNvSpPr/>
            <p:nvPr/>
          </p:nvSpPr>
          <p:spPr>
            <a:xfrm rot="16200000">
              <a:off x="6809939" y="4699523"/>
              <a:ext cx="985077" cy="710209"/>
            </a:xfrm>
            <a:custGeom>
              <a:avLst/>
              <a:gdLst>
                <a:gd name="connsiteX0" fmla="*/ 0 w 1078813"/>
                <a:gd name="connsiteY0" fmla="*/ 621593 h 1243185"/>
                <a:gd name="connsiteX1" fmla="*/ 539407 w 1078813"/>
                <a:gd name="connsiteY1" fmla="*/ 0 h 1243185"/>
                <a:gd name="connsiteX2" fmla="*/ 1078814 w 1078813"/>
                <a:gd name="connsiteY2" fmla="*/ 621593 h 1243185"/>
                <a:gd name="connsiteX3" fmla="*/ 539407 w 1078813"/>
                <a:gd name="connsiteY3" fmla="*/ 1243186 h 1243185"/>
                <a:gd name="connsiteX4" fmla="*/ 0 w 1078813"/>
                <a:gd name="connsiteY4" fmla="*/ 621593 h 1243185"/>
                <a:gd name="connsiteX0" fmla="*/ 0 w 1078814"/>
                <a:gd name="connsiteY0" fmla="*/ 621593 h 699292"/>
                <a:gd name="connsiteX1" fmla="*/ 539407 w 1078814"/>
                <a:gd name="connsiteY1" fmla="*/ 0 h 699292"/>
                <a:gd name="connsiteX2" fmla="*/ 1078814 w 1078814"/>
                <a:gd name="connsiteY2" fmla="*/ 621593 h 699292"/>
                <a:gd name="connsiteX3" fmla="*/ 0 w 1078814"/>
                <a:gd name="connsiteY3" fmla="*/ 621593 h 699292"/>
                <a:gd name="connsiteX0" fmla="*/ 11 w 584977"/>
                <a:gd name="connsiteY0" fmla="*/ 621882 h 757631"/>
                <a:gd name="connsiteX1" fmla="*/ 539418 w 584977"/>
                <a:gd name="connsiteY1" fmla="*/ 289 h 757631"/>
                <a:gd name="connsiteX2" fmla="*/ 554950 w 584977"/>
                <a:gd name="connsiteY2" fmla="*/ 707607 h 757631"/>
                <a:gd name="connsiteX3" fmla="*/ 11 w 584977"/>
                <a:gd name="connsiteY3" fmla="*/ 621882 h 757631"/>
                <a:gd name="connsiteX0" fmla="*/ 11 w 972006"/>
                <a:gd name="connsiteY0" fmla="*/ 621882 h 757631"/>
                <a:gd name="connsiteX1" fmla="*/ 539418 w 972006"/>
                <a:gd name="connsiteY1" fmla="*/ 289 h 757631"/>
                <a:gd name="connsiteX2" fmla="*/ 554950 w 972006"/>
                <a:gd name="connsiteY2" fmla="*/ 707607 h 757631"/>
                <a:gd name="connsiteX3" fmla="*/ 11 w 972006"/>
                <a:gd name="connsiteY3" fmla="*/ 621882 h 757631"/>
                <a:gd name="connsiteX0" fmla="*/ 15532 w 432588"/>
                <a:gd name="connsiteY0" fmla="*/ 707318 h 707318"/>
                <a:gd name="connsiteX1" fmla="*/ 0 w 432588"/>
                <a:gd name="connsiteY1" fmla="*/ 0 h 707318"/>
                <a:gd name="connsiteX2" fmla="*/ 15532 w 432588"/>
                <a:gd name="connsiteY2" fmla="*/ 707318 h 707318"/>
                <a:gd name="connsiteX0" fmla="*/ 15532 w 474876"/>
                <a:gd name="connsiteY0" fmla="*/ 707318 h 707318"/>
                <a:gd name="connsiteX1" fmla="*/ 0 w 474876"/>
                <a:gd name="connsiteY1" fmla="*/ 0 h 707318"/>
                <a:gd name="connsiteX2" fmla="*/ 15532 w 474876"/>
                <a:gd name="connsiteY2" fmla="*/ 707318 h 707318"/>
                <a:gd name="connsiteX0" fmla="*/ 449697 w 909041"/>
                <a:gd name="connsiteY0" fmla="*/ 707318 h 707318"/>
                <a:gd name="connsiteX1" fmla="*/ 434165 w 909041"/>
                <a:gd name="connsiteY1" fmla="*/ 0 h 707318"/>
                <a:gd name="connsiteX2" fmla="*/ 449697 w 909041"/>
                <a:gd name="connsiteY2" fmla="*/ 707318 h 707318"/>
                <a:gd name="connsiteX0" fmla="*/ 523664 w 983008"/>
                <a:gd name="connsiteY0" fmla="*/ 710434 h 710434"/>
                <a:gd name="connsiteX1" fmla="*/ 508132 w 983008"/>
                <a:gd name="connsiteY1" fmla="*/ 3116 h 710434"/>
                <a:gd name="connsiteX2" fmla="*/ 523664 w 983008"/>
                <a:gd name="connsiteY2" fmla="*/ 710434 h 710434"/>
                <a:gd name="connsiteX0" fmla="*/ 523664 w 995523"/>
                <a:gd name="connsiteY0" fmla="*/ 710434 h 710434"/>
                <a:gd name="connsiteX1" fmla="*/ 508132 w 995523"/>
                <a:gd name="connsiteY1" fmla="*/ 3116 h 710434"/>
                <a:gd name="connsiteX2" fmla="*/ 523664 w 995523"/>
                <a:gd name="connsiteY2" fmla="*/ 710434 h 710434"/>
                <a:gd name="connsiteX0" fmla="*/ 523664 w 991302"/>
                <a:gd name="connsiteY0" fmla="*/ 710434 h 710434"/>
                <a:gd name="connsiteX1" fmla="*/ 508132 w 991302"/>
                <a:gd name="connsiteY1" fmla="*/ 3116 h 710434"/>
                <a:gd name="connsiteX2" fmla="*/ 523664 w 991302"/>
                <a:gd name="connsiteY2" fmla="*/ 710434 h 710434"/>
                <a:gd name="connsiteX0" fmla="*/ 517439 w 985077"/>
                <a:gd name="connsiteY0" fmla="*/ 710209 h 710209"/>
                <a:gd name="connsiteX1" fmla="*/ 501907 w 985077"/>
                <a:gd name="connsiteY1" fmla="*/ 2891 h 710209"/>
                <a:gd name="connsiteX2" fmla="*/ 517439 w 985077"/>
                <a:gd name="connsiteY2" fmla="*/ 710209 h 710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5077" h="710209">
                  <a:moveTo>
                    <a:pt x="517439" y="710209"/>
                  </a:moveTo>
                  <a:cubicBezTo>
                    <a:pt x="-473576" y="688749"/>
                    <a:pt x="211809" y="-51847"/>
                    <a:pt x="501907" y="2891"/>
                  </a:cubicBezTo>
                  <a:cubicBezTo>
                    <a:pt x="646785" y="-6634"/>
                    <a:pt x="1503276" y="605041"/>
                    <a:pt x="517439" y="710209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3">
              <a:extLst>
                <a:ext uri="{FF2B5EF4-FFF2-40B4-BE49-F238E27FC236}">
                  <a16:creationId xmlns:a16="http://schemas.microsoft.com/office/drawing/2014/main" id="{91237EC0-B196-1B6A-BC54-C69E6851A457}"/>
                </a:ext>
              </a:extLst>
            </p:cNvPr>
            <p:cNvSpPr/>
            <p:nvPr/>
          </p:nvSpPr>
          <p:spPr>
            <a:xfrm rot="1935941">
              <a:off x="6583567" y="3578618"/>
              <a:ext cx="865214" cy="1234368"/>
            </a:xfrm>
            <a:custGeom>
              <a:avLst/>
              <a:gdLst>
                <a:gd name="connsiteX0" fmla="*/ 0 w 1078813"/>
                <a:gd name="connsiteY0" fmla="*/ 621593 h 1243185"/>
                <a:gd name="connsiteX1" fmla="*/ 539407 w 1078813"/>
                <a:gd name="connsiteY1" fmla="*/ 0 h 1243185"/>
                <a:gd name="connsiteX2" fmla="*/ 1078814 w 1078813"/>
                <a:gd name="connsiteY2" fmla="*/ 621593 h 1243185"/>
                <a:gd name="connsiteX3" fmla="*/ 539407 w 1078813"/>
                <a:gd name="connsiteY3" fmla="*/ 1243186 h 1243185"/>
                <a:gd name="connsiteX4" fmla="*/ 0 w 1078813"/>
                <a:gd name="connsiteY4" fmla="*/ 621593 h 1243185"/>
                <a:gd name="connsiteX0" fmla="*/ 0 w 1078814"/>
                <a:gd name="connsiteY0" fmla="*/ 621593 h 699292"/>
                <a:gd name="connsiteX1" fmla="*/ 539407 w 1078814"/>
                <a:gd name="connsiteY1" fmla="*/ 0 h 699292"/>
                <a:gd name="connsiteX2" fmla="*/ 1078814 w 1078814"/>
                <a:gd name="connsiteY2" fmla="*/ 621593 h 699292"/>
                <a:gd name="connsiteX3" fmla="*/ 0 w 1078814"/>
                <a:gd name="connsiteY3" fmla="*/ 621593 h 699292"/>
                <a:gd name="connsiteX0" fmla="*/ 11 w 584977"/>
                <a:gd name="connsiteY0" fmla="*/ 621882 h 757631"/>
                <a:gd name="connsiteX1" fmla="*/ 539418 w 584977"/>
                <a:gd name="connsiteY1" fmla="*/ 289 h 757631"/>
                <a:gd name="connsiteX2" fmla="*/ 554950 w 584977"/>
                <a:gd name="connsiteY2" fmla="*/ 707607 h 757631"/>
                <a:gd name="connsiteX3" fmla="*/ 11 w 584977"/>
                <a:gd name="connsiteY3" fmla="*/ 621882 h 757631"/>
                <a:gd name="connsiteX0" fmla="*/ 11 w 972006"/>
                <a:gd name="connsiteY0" fmla="*/ 621882 h 757631"/>
                <a:gd name="connsiteX1" fmla="*/ 539418 w 972006"/>
                <a:gd name="connsiteY1" fmla="*/ 289 h 757631"/>
                <a:gd name="connsiteX2" fmla="*/ 554950 w 972006"/>
                <a:gd name="connsiteY2" fmla="*/ 707607 h 757631"/>
                <a:gd name="connsiteX3" fmla="*/ 11 w 972006"/>
                <a:gd name="connsiteY3" fmla="*/ 621882 h 757631"/>
                <a:gd name="connsiteX0" fmla="*/ 15532 w 432588"/>
                <a:gd name="connsiteY0" fmla="*/ 707318 h 707318"/>
                <a:gd name="connsiteX1" fmla="*/ 0 w 432588"/>
                <a:gd name="connsiteY1" fmla="*/ 0 h 707318"/>
                <a:gd name="connsiteX2" fmla="*/ 15532 w 432588"/>
                <a:gd name="connsiteY2" fmla="*/ 707318 h 707318"/>
                <a:gd name="connsiteX0" fmla="*/ 15532 w 474876"/>
                <a:gd name="connsiteY0" fmla="*/ 707318 h 707318"/>
                <a:gd name="connsiteX1" fmla="*/ 0 w 474876"/>
                <a:gd name="connsiteY1" fmla="*/ 0 h 707318"/>
                <a:gd name="connsiteX2" fmla="*/ 15532 w 474876"/>
                <a:gd name="connsiteY2" fmla="*/ 707318 h 707318"/>
                <a:gd name="connsiteX0" fmla="*/ 449697 w 909041"/>
                <a:gd name="connsiteY0" fmla="*/ 707318 h 707318"/>
                <a:gd name="connsiteX1" fmla="*/ 434165 w 909041"/>
                <a:gd name="connsiteY1" fmla="*/ 0 h 707318"/>
                <a:gd name="connsiteX2" fmla="*/ 449697 w 909041"/>
                <a:gd name="connsiteY2" fmla="*/ 707318 h 707318"/>
                <a:gd name="connsiteX0" fmla="*/ 523664 w 983008"/>
                <a:gd name="connsiteY0" fmla="*/ 710434 h 710434"/>
                <a:gd name="connsiteX1" fmla="*/ 508132 w 983008"/>
                <a:gd name="connsiteY1" fmla="*/ 3116 h 710434"/>
                <a:gd name="connsiteX2" fmla="*/ 523664 w 983008"/>
                <a:gd name="connsiteY2" fmla="*/ 710434 h 710434"/>
                <a:gd name="connsiteX0" fmla="*/ 523664 w 995523"/>
                <a:gd name="connsiteY0" fmla="*/ 710434 h 710434"/>
                <a:gd name="connsiteX1" fmla="*/ 508132 w 995523"/>
                <a:gd name="connsiteY1" fmla="*/ 3116 h 710434"/>
                <a:gd name="connsiteX2" fmla="*/ 523664 w 995523"/>
                <a:gd name="connsiteY2" fmla="*/ 710434 h 710434"/>
                <a:gd name="connsiteX0" fmla="*/ 523664 w 991302"/>
                <a:gd name="connsiteY0" fmla="*/ 710434 h 710434"/>
                <a:gd name="connsiteX1" fmla="*/ 508132 w 991302"/>
                <a:gd name="connsiteY1" fmla="*/ 3116 h 710434"/>
                <a:gd name="connsiteX2" fmla="*/ 523664 w 991302"/>
                <a:gd name="connsiteY2" fmla="*/ 710434 h 710434"/>
                <a:gd name="connsiteX0" fmla="*/ 517439 w 985077"/>
                <a:gd name="connsiteY0" fmla="*/ 710209 h 710209"/>
                <a:gd name="connsiteX1" fmla="*/ 501907 w 985077"/>
                <a:gd name="connsiteY1" fmla="*/ 2891 h 710209"/>
                <a:gd name="connsiteX2" fmla="*/ 517439 w 985077"/>
                <a:gd name="connsiteY2" fmla="*/ 710209 h 710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5077" h="710209">
                  <a:moveTo>
                    <a:pt x="517439" y="710209"/>
                  </a:moveTo>
                  <a:cubicBezTo>
                    <a:pt x="-473576" y="688749"/>
                    <a:pt x="211809" y="-51847"/>
                    <a:pt x="501907" y="2891"/>
                  </a:cubicBezTo>
                  <a:cubicBezTo>
                    <a:pt x="646785" y="-6634"/>
                    <a:pt x="1503276" y="605041"/>
                    <a:pt x="517439" y="710209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3">
              <a:extLst>
                <a:ext uri="{FF2B5EF4-FFF2-40B4-BE49-F238E27FC236}">
                  <a16:creationId xmlns:a16="http://schemas.microsoft.com/office/drawing/2014/main" id="{B0F0993A-F711-FC5C-1EEA-677F89E4CC8E}"/>
                </a:ext>
              </a:extLst>
            </p:cNvPr>
            <p:cNvSpPr/>
            <p:nvPr/>
          </p:nvSpPr>
          <p:spPr>
            <a:xfrm rot="9210052">
              <a:off x="6589342" y="5096073"/>
              <a:ext cx="766635" cy="1234368"/>
            </a:xfrm>
            <a:custGeom>
              <a:avLst/>
              <a:gdLst>
                <a:gd name="connsiteX0" fmla="*/ 0 w 1078813"/>
                <a:gd name="connsiteY0" fmla="*/ 621593 h 1243185"/>
                <a:gd name="connsiteX1" fmla="*/ 539407 w 1078813"/>
                <a:gd name="connsiteY1" fmla="*/ 0 h 1243185"/>
                <a:gd name="connsiteX2" fmla="*/ 1078814 w 1078813"/>
                <a:gd name="connsiteY2" fmla="*/ 621593 h 1243185"/>
                <a:gd name="connsiteX3" fmla="*/ 539407 w 1078813"/>
                <a:gd name="connsiteY3" fmla="*/ 1243186 h 1243185"/>
                <a:gd name="connsiteX4" fmla="*/ 0 w 1078813"/>
                <a:gd name="connsiteY4" fmla="*/ 621593 h 1243185"/>
                <a:gd name="connsiteX0" fmla="*/ 0 w 1078814"/>
                <a:gd name="connsiteY0" fmla="*/ 621593 h 699292"/>
                <a:gd name="connsiteX1" fmla="*/ 539407 w 1078814"/>
                <a:gd name="connsiteY1" fmla="*/ 0 h 699292"/>
                <a:gd name="connsiteX2" fmla="*/ 1078814 w 1078814"/>
                <a:gd name="connsiteY2" fmla="*/ 621593 h 699292"/>
                <a:gd name="connsiteX3" fmla="*/ 0 w 1078814"/>
                <a:gd name="connsiteY3" fmla="*/ 621593 h 699292"/>
                <a:gd name="connsiteX0" fmla="*/ 11 w 584977"/>
                <a:gd name="connsiteY0" fmla="*/ 621882 h 757631"/>
                <a:gd name="connsiteX1" fmla="*/ 539418 w 584977"/>
                <a:gd name="connsiteY1" fmla="*/ 289 h 757631"/>
                <a:gd name="connsiteX2" fmla="*/ 554950 w 584977"/>
                <a:gd name="connsiteY2" fmla="*/ 707607 h 757631"/>
                <a:gd name="connsiteX3" fmla="*/ 11 w 584977"/>
                <a:gd name="connsiteY3" fmla="*/ 621882 h 757631"/>
                <a:gd name="connsiteX0" fmla="*/ 11 w 972006"/>
                <a:gd name="connsiteY0" fmla="*/ 621882 h 757631"/>
                <a:gd name="connsiteX1" fmla="*/ 539418 w 972006"/>
                <a:gd name="connsiteY1" fmla="*/ 289 h 757631"/>
                <a:gd name="connsiteX2" fmla="*/ 554950 w 972006"/>
                <a:gd name="connsiteY2" fmla="*/ 707607 h 757631"/>
                <a:gd name="connsiteX3" fmla="*/ 11 w 972006"/>
                <a:gd name="connsiteY3" fmla="*/ 621882 h 757631"/>
                <a:gd name="connsiteX0" fmla="*/ 15532 w 432588"/>
                <a:gd name="connsiteY0" fmla="*/ 707318 h 707318"/>
                <a:gd name="connsiteX1" fmla="*/ 0 w 432588"/>
                <a:gd name="connsiteY1" fmla="*/ 0 h 707318"/>
                <a:gd name="connsiteX2" fmla="*/ 15532 w 432588"/>
                <a:gd name="connsiteY2" fmla="*/ 707318 h 707318"/>
                <a:gd name="connsiteX0" fmla="*/ 15532 w 474876"/>
                <a:gd name="connsiteY0" fmla="*/ 707318 h 707318"/>
                <a:gd name="connsiteX1" fmla="*/ 0 w 474876"/>
                <a:gd name="connsiteY1" fmla="*/ 0 h 707318"/>
                <a:gd name="connsiteX2" fmla="*/ 15532 w 474876"/>
                <a:gd name="connsiteY2" fmla="*/ 707318 h 707318"/>
                <a:gd name="connsiteX0" fmla="*/ 449697 w 909041"/>
                <a:gd name="connsiteY0" fmla="*/ 707318 h 707318"/>
                <a:gd name="connsiteX1" fmla="*/ 434165 w 909041"/>
                <a:gd name="connsiteY1" fmla="*/ 0 h 707318"/>
                <a:gd name="connsiteX2" fmla="*/ 449697 w 909041"/>
                <a:gd name="connsiteY2" fmla="*/ 707318 h 707318"/>
                <a:gd name="connsiteX0" fmla="*/ 523664 w 983008"/>
                <a:gd name="connsiteY0" fmla="*/ 710434 h 710434"/>
                <a:gd name="connsiteX1" fmla="*/ 508132 w 983008"/>
                <a:gd name="connsiteY1" fmla="*/ 3116 h 710434"/>
                <a:gd name="connsiteX2" fmla="*/ 523664 w 983008"/>
                <a:gd name="connsiteY2" fmla="*/ 710434 h 710434"/>
                <a:gd name="connsiteX0" fmla="*/ 523664 w 995523"/>
                <a:gd name="connsiteY0" fmla="*/ 710434 h 710434"/>
                <a:gd name="connsiteX1" fmla="*/ 508132 w 995523"/>
                <a:gd name="connsiteY1" fmla="*/ 3116 h 710434"/>
                <a:gd name="connsiteX2" fmla="*/ 523664 w 995523"/>
                <a:gd name="connsiteY2" fmla="*/ 710434 h 710434"/>
                <a:gd name="connsiteX0" fmla="*/ 523664 w 991302"/>
                <a:gd name="connsiteY0" fmla="*/ 710434 h 710434"/>
                <a:gd name="connsiteX1" fmla="*/ 508132 w 991302"/>
                <a:gd name="connsiteY1" fmla="*/ 3116 h 710434"/>
                <a:gd name="connsiteX2" fmla="*/ 523664 w 991302"/>
                <a:gd name="connsiteY2" fmla="*/ 710434 h 710434"/>
                <a:gd name="connsiteX0" fmla="*/ 517439 w 985077"/>
                <a:gd name="connsiteY0" fmla="*/ 710209 h 710209"/>
                <a:gd name="connsiteX1" fmla="*/ 501907 w 985077"/>
                <a:gd name="connsiteY1" fmla="*/ 2891 h 710209"/>
                <a:gd name="connsiteX2" fmla="*/ 517439 w 985077"/>
                <a:gd name="connsiteY2" fmla="*/ 710209 h 710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5077" h="710209">
                  <a:moveTo>
                    <a:pt x="517439" y="710209"/>
                  </a:moveTo>
                  <a:cubicBezTo>
                    <a:pt x="-473576" y="688749"/>
                    <a:pt x="211809" y="-51847"/>
                    <a:pt x="501907" y="2891"/>
                  </a:cubicBezTo>
                  <a:cubicBezTo>
                    <a:pt x="646785" y="-6634"/>
                    <a:pt x="1503276" y="605041"/>
                    <a:pt x="517439" y="710209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0">
              <a:extLst>
                <a:ext uri="{FF2B5EF4-FFF2-40B4-BE49-F238E27FC236}">
                  <a16:creationId xmlns:a16="http://schemas.microsoft.com/office/drawing/2014/main" id="{CA2F77FC-44A5-1456-0500-B04B4A177A1A}"/>
                </a:ext>
              </a:extLst>
            </p:cNvPr>
            <p:cNvSpPr/>
            <p:nvPr/>
          </p:nvSpPr>
          <p:spPr>
            <a:xfrm>
              <a:off x="3931251" y="1450957"/>
              <a:ext cx="1168400" cy="2070895"/>
            </a:xfrm>
            <a:custGeom>
              <a:avLst/>
              <a:gdLst>
                <a:gd name="connsiteX0" fmla="*/ 0 w 643255"/>
                <a:gd name="connsiteY0" fmla="*/ 0 h 826295"/>
                <a:gd name="connsiteX1" fmla="*/ 643255 w 643255"/>
                <a:gd name="connsiteY1" fmla="*/ 0 h 826295"/>
                <a:gd name="connsiteX2" fmla="*/ 643255 w 643255"/>
                <a:gd name="connsiteY2" fmla="*/ 826295 h 826295"/>
                <a:gd name="connsiteX3" fmla="*/ 0 w 643255"/>
                <a:gd name="connsiteY3" fmla="*/ 826295 h 826295"/>
                <a:gd name="connsiteX4" fmla="*/ 0 w 643255"/>
                <a:gd name="connsiteY4" fmla="*/ 0 h 826295"/>
                <a:gd name="connsiteX0" fmla="*/ 0 w 833755"/>
                <a:gd name="connsiteY0" fmla="*/ 0 h 1689895"/>
                <a:gd name="connsiteX1" fmla="*/ 643255 w 833755"/>
                <a:gd name="connsiteY1" fmla="*/ 0 h 1689895"/>
                <a:gd name="connsiteX2" fmla="*/ 833755 w 833755"/>
                <a:gd name="connsiteY2" fmla="*/ 1689895 h 1689895"/>
                <a:gd name="connsiteX3" fmla="*/ 0 w 833755"/>
                <a:gd name="connsiteY3" fmla="*/ 826295 h 1689895"/>
                <a:gd name="connsiteX4" fmla="*/ 0 w 833755"/>
                <a:gd name="connsiteY4" fmla="*/ 0 h 1689895"/>
                <a:gd name="connsiteX0" fmla="*/ 0 w 833755"/>
                <a:gd name="connsiteY0" fmla="*/ 0 h 1689895"/>
                <a:gd name="connsiteX1" fmla="*/ 643255 w 833755"/>
                <a:gd name="connsiteY1" fmla="*/ 0 h 1689895"/>
                <a:gd name="connsiteX2" fmla="*/ 833755 w 833755"/>
                <a:gd name="connsiteY2" fmla="*/ 1689895 h 1689895"/>
                <a:gd name="connsiteX3" fmla="*/ 444500 w 833755"/>
                <a:gd name="connsiteY3" fmla="*/ 1397795 h 1689895"/>
                <a:gd name="connsiteX4" fmla="*/ 0 w 833755"/>
                <a:gd name="connsiteY4" fmla="*/ 0 h 1689895"/>
                <a:gd name="connsiteX0" fmla="*/ 0 w 1138555"/>
                <a:gd name="connsiteY0" fmla="*/ 520700 h 1689895"/>
                <a:gd name="connsiteX1" fmla="*/ 948055 w 1138555"/>
                <a:gd name="connsiteY1" fmla="*/ 0 h 1689895"/>
                <a:gd name="connsiteX2" fmla="*/ 1138555 w 1138555"/>
                <a:gd name="connsiteY2" fmla="*/ 1689895 h 1689895"/>
                <a:gd name="connsiteX3" fmla="*/ 749300 w 1138555"/>
                <a:gd name="connsiteY3" fmla="*/ 1397795 h 1689895"/>
                <a:gd name="connsiteX4" fmla="*/ 0 w 1138555"/>
                <a:gd name="connsiteY4" fmla="*/ 520700 h 1689895"/>
                <a:gd name="connsiteX0" fmla="*/ 17145 w 1155700"/>
                <a:gd name="connsiteY0" fmla="*/ 825500 h 1994695"/>
                <a:gd name="connsiteX1" fmla="*/ 0 w 1155700"/>
                <a:gd name="connsiteY1" fmla="*/ 0 h 1994695"/>
                <a:gd name="connsiteX2" fmla="*/ 1155700 w 1155700"/>
                <a:gd name="connsiteY2" fmla="*/ 1994695 h 1994695"/>
                <a:gd name="connsiteX3" fmla="*/ 766445 w 1155700"/>
                <a:gd name="connsiteY3" fmla="*/ 1702595 h 1994695"/>
                <a:gd name="connsiteX4" fmla="*/ 17145 w 1155700"/>
                <a:gd name="connsiteY4" fmla="*/ 825500 h 1994695"/>
                <a:gd name="connsiteX0" fmla="*/ 17145 w 1155700"/>
                <a:gd name="connsiteY0" fmla="*/ 825500 h 1994695"/>
                <a:gd name="connsiteX1" fmla="*/ 0 w 1155700"/>
                <a:gd name="connsiteY1" fmla="*/ 0 h 1994695"/>
                <a:gd name="connsiteX2" fmla="*/ 1155700 w 1155700"/>
                <a:gd name="connsiteY2" fmla="*/ 1994695 h 1994695"/>
                <a:gd name="connsiteX3" fmla="*/ 766445 w 1155700"/>
                <a:gd name="connsiteY3" fmla="*/ 1702595 h 1994695"/>
                <a:gd name="connsiteX4" fmla="*/ 17145 w 1155700"/>
                <a:gd name="connsiteY4" fmla="*/ 825500 h 1994695"/>
                <a:gd name="connsiteX0" fmla="*/ 17145 w 1168400"/>
                <a:gd name="connsiteY0" fmla="*/ 825500 h 2070895"/>
                <a:gd name="connsiteX1" fmla="*/ 0 w 1168400"/>
                <a:gd name="connsiteY1" fmla="*/ 0 h 2070895"/>
                <a:gd name="connsiteX2" fmla="*/ 1168400 w 1168400"/>
                <a:gd name="connsiteY2" fmla="*/ 2070895 h 2070895"/>
                <a:gd name="connsiteX3" fmla="*/ 766445 w 1168400"/>
                <a:gd name="connsiteY3" fmla="*/ 1702595 h 2070895"/>
                <a:gd name="connsiteX4" fmla="*/ 17145 w 1168400"/>
                <a:gd name="connsiteY4" fmla="*/ 825500 h 2070895"/>
                <a:gd name="connsiteX0" fmla="*/ 17145 w 1168400"/>
                <a:gd name="connsiteY0" fmla="*/ 825500 h 2070895"/>
                <a:gd name="connsiteX1" fmla="*/ 0 w 1168400"/>
                <a:gd name="connsiteY1" fmla="*/ 0 h 2070895"/>
                <a:gd name="connsiteX2" fmla="*/ 1168400 w 1168400"/>
                <a:gd name="connsiteY2" fmla="*/ 2070895 h 2070895"/>
                <a:gd name="connsiteX3" fmla="*/ 766445 w 1168400"/>
                <a:gd name="connsiteY3" fmla="*/ 1702595 h 2070895"/>
                <a:gd name="connsiteX4" fmla="*/ 17145 w 1168400"/>
                <a:gd name="connsiteY4" fmla="*/ 825500 h 2070895"/>
                <a:gd name="connsiteX0" fmla="*/ 4445 w 1168400"/>
                <a:gd name="connsiteY0" fmla="*/ 901700 h 2070895"/>
                <a:gd name="connsiteX1" fmla="*/ 0 w 1168400"/>
                <a:gd name="connsiteY1" fmla="*/ 0 h 2070895"/>
                <a:gd name="connsiteX2" fmla="*/ 1168400 w 1168400"/>
                <a:gd name="connsiteY2" fmla="*/ 2070895 h 2070895"/>
                <a:gd name="connsiteX3" fmla="*/ 766445 w 1168400"/>
                <a:gd name="connsiteY3" fmla="*/ 1702595 h 2070895"/>
                <a:gd name="connsiteX4" fmla="*/ 4445 w 1168400"/>
                <a:gd name="connsiteY4" fmla="*/ 901700 h 2070895"/>
                <a:gd name="connsiteX0" fmla="*/ 4445 w 1168400"/>
                <a:gd name="connsiteY0" fmla="*/ 901700 h 2070895"/>
                <a:gd name="connsiteX1" fmla="*/ 0 w 1168400"/>
                <a:gd name="connsiteY1" fmla="*/ 0 h 2070895"/>
                <a:gd name="connsiteX2" fmla="*/ 1168400 w 1168400"/>
                <a:gd name="connsiteY2" fmla="*/ 2070895 h 2070895"/>
                <a:gd name="connsiteX3" fmla="*/ 766445 w 1168400"/>
                <a:gd name="connsiteY3" fmla="*/ 1702595 h 2070895"/>
                <a:gd name="connsiteX4" fmla="*/ 4445 w 1168400"/>
                <a:gd name="connsiteY4" fmla="*/ 901700 h 2070895"/>
                <a:gd name="connsiteX0" fmla="*/ 4445 w 1168400"/>
                <a:gd name="connsiteY0" fmla="*/ 901700 h 2070895"/>
                <a:gd name="connsiteX1" fmla="*/ 0 w 1168400"/>
                <a:gd name="connsiteY1" fmla="*/ 0 h 2070895"/>
                <a:gd name="connsiteX2" fmla="*/ 1168400 w 1168400"/>
                <a:gd name="connsiteY2" fmla="*/ 2070895 h 2070895"/>
                <a:gd name="connsiteX3" fmla="*/ 766445 w 1168400"/>
                <a:gd name="connsiteY3" fmla="*/ 1702595 h 2070895"/>
                <a:gd name="connsiteX4" fmla="*/ 4445 w 1168400"/>
                <a:gd name="connsiteY4" fmla="*/ 901700 h 207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070895">
                  <a:moveTo>
                    <a:pt x="4445" y="901700"/>
                  </a:moveTo>
                  <a:cubicBezTo>
                    <a:pt x="2963" y="601133"/>
                    <a:pt x="1482" y="300567"/>
                    <a:pt x="0" y="0"/>
                  </a:cubicBezTo>
                  <a:cubicBezTo>
                    <a:pt x="1731433" y="258498"/>
                    <a:pt x="872067" y="1621897"/>
                    <a:pt x="1168400" y="2070895"/>
                  </a:cubicBezTo>
                  <a:lnTo>
                    <a:pt x="766445" y="1702595"/>
                  </a:lnTo>
                  <a:cubicBezTo>
                    <a:pt x="842645" y="838730"/>
                    <a:pt x="321945" y="876565"/>
                    <a:pt x="4445" y="901700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4DB06BC-7798-D318-7E90-3733CF15EFFD}"/>
                </a:ext>
              </a:extLst>
            </p:cNvPr>
            <p:cNvSpPr/>
            <p:nvPr/>
          </p:nvSpPr>
          <p:spPr>
            <a:xfrm>
              <a:off x="4185876" y="2956360"/>
              <a:ext cx="1345047" cy="826294"/>
            </a:xfrm>
            <a:prstGeom prst="roundRect">
              <a:avLst>
                <a:gd name="adj" fmla="val 50000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C991553-470F-11B9-E58F-0B185F5F5A05}"/>
                </a:ext>
              </a:extLst>
            </p:cNvPr>
            <p:cNvSpPr/>
            <p:nvPr/>
          </p:nvSpPr>
          <p:spPr>
            <a:xfrm>
              <a:off x="3879981" y="3369507"/>
              <a:ext cx="1950095" cy="826295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66AC94-DEE6-F132-45AA-5EFB5AD1EEA4}"/>
                </a:ext>
              </a:extLst>
            </p:cNvPr>
            <p:cNvSpPr/>
            <p:nvPr/>
          </p:nvSpPr>
          <p:spPr>
            <a:xfrm>
              <a:off x="2365829" y="3715657"/>
              <a:ext cx="4978400" cy="2699657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467DFEB-7546-2002-EB7C-5668449ED2D2}"/>
                </a:ext>
              </a:extLst>
            </p:cNvPr>
            <p:cNvSpPr/>
            <p:nvPr/>
          </p:nvSpPr>
          <p:spPr>
            <a:xfrm>
              <a:off x="2365829" y="4091010"/>
              <a:ext cx="1164721" cy="1908923"/>
            </a:xfrm>
            <a:custGeom>
              <a:avLst/>
              <a:gdLst>
                <a:gd name="connsiteX0" fmla="*/ 770813 w 1164721"/>
                <a:gd name="connsiteY0" fmla="*/ 0 h 1908923"/>
                <a:gd name="connsiteX1" fmla="*/ 796541 w 1164721"/>
                <a:gd name="connsiteY1" fmla="*/ 23824 h 1908923"/>
                <a:gd name="connsiteX2" fmla="*/ 1161629 w 1164721"/>
                <a:gd name="connsiteY2" fmla="*/ 830803 h 1908923"/>
                <a:gd name="connsiteX3" fmla="*/ 741468 w 1164721"/>
                <a:gd name="connsiteY3" fmla="*/ 1869762 h 1908923"/>
                <a:gd name="connsiteX4" fmla="*/ 694551 w 1164721"/>
                <a:gd name="connsiteY4" fmla="*/ 1908923 h 1908923"/>
                <a:gd name="connsiteX5" fmla="*/ 568412 w 1164721"/>
                <a:gd name="connsiteY5" fmla="*/ 1833663 h 1908923"/>
                <a:gd name="connsiteX6" fmla="*/ 0 w 1164721"/>
                <a:gd name="connsiteY6" fmla="*/ 975046 h 1908923"/>
                <a:gd name="connsiteX7" fmla="*/ 729070 w 1164721"/>
                <a:gd name="connsiteY7" fmla="*/ 20573 h 1908923"/>
                <a:gd name="connsiteX8" fmla="*/ 770813 w 1164721"/>
                <a:gd name="connsiteY8" fmla="*/ 0 h 190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64721" h="1908923">
                  <a:moveTo>
                    <a:pt x="770813" y="0"/>
                  </a:moveTo>
                  <a:lnTo>
                    <a:pt x="796541" y="23824"/>
                  </a:lnTo>
                  <a:cubicBezTo>
                    <a:pt x="1004290" y="235575"/>
                    <a:pt x="1139751" y="516145"/>
                    <a:pt x="1161629" y="830803"/>
                  </a:cubicBezTo>
                  <a:cubicBezTo>
                    <a:pt x="1189758" y="1235364"/>
                    <a:pt x="1024134" y="1610100"/>
                    <a:pt x="741468" y="1869762"/>
                  </a:cubicBezTo>
                  <a:lnTo>
                    <a:pt x="694551" y="1908923"/>
                  </a:lnTo>
                  <a:lnTo>
                    <a:pt x="568412" y="1833663"/>
                  </a:lnTo>
                  <a:cubicBezTo>
                    <a:pt x="213313" y="1600333"/>
                    <a:pt x="0" y="1301198"/>
                    <a:pt x="0" y="975046"/>
                  </a:cubicBezTo>
                  <a:cubicBezTo>
                    <a:pt x="0" y="602301"/>
                    <a:pt x="278613" y="264844"/>
                    <a:pt x="729070" y="20573"/>
                  </a:cubicBezTo>
                  <a:lnTo>
                    <a:pt x="770813" y="0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295C2ED-9AB6-41F3-0DE5-3F5B819E56DD}"/>
                </a:ext>
              </a:extLst>
            </p:cNvPr>
            <p:cNvSpPr/>
            <p:nvPr/>
          </p:nvSpPr>
          <p:spPr>
            <a:xfrm>
              <a:off x="5941087" y="4632325"/>
              <a:ext cx="826295" cy="826295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8F00F67-9C45-1CAD-FADA-ABCF7D86CA04}"/>
                </a:ext>
              </a:extLst>
            </p:cNvPr>
            <p:cNvSpPr/>
            <p:nvPr/>
          </p:nvSpPr>
          <p:spPr>
            <a:xfrm>
              <a:off x="4896451" y="4632325"/>
              <a:ext cx="826295" cy="826295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3B7F917-3E5E-E5AE-2CA3-12ADB300F318}"/>
                </a:ext>
              </a:extLst>
            </p:cNvPr>
            <p:cNvSpPr/>
            <p:nvPr/>
          </p:nvSpPr>
          <p:spPr>
            <a:xfrm>
              <a:off x="3880255" y="4641479"/>
              <a:ext cx="826295" cy="826295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404F017-CE9F-D4B6-9AEA-E4C86C7CF0B1}"/>
                </a:ext>
              </a:extLst>
            </p:cNvPr>
            <p:cNvSpPr/>
            <p:nvPr/>
          </p:nvSpPr>
          <p:spPr>
            <a:xfrm>
              <a:off x="3606801" y="1450958"/>
              <a:ext cx="517524" cy="950138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845017A-9C74-C039-496A-C3997635CF18}"/>
              </a:ext>
            </a:extLst>
          </p:cNvPr>
          <p:cNvGrpSpPr/>
          <p:nvPr/>
        </p:nvGrpSpPr>
        <p:grpSpPr>
          <a:xfrm>
            <a:off x="8419878" y="-191337"/>
            <a:ext cx="8389357" cy="7434665"/>
            <a:chOff x="2365829" y="1450957"/>
            <a:chExt cx="5601834" cy="4964357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8165A2C-352C-CDEF-61C6-394D17DFFC06}"/>
                </a:ext>
              </a:extLst>
            </p:cNvPr>
            <p:cNvSpPr/>
            <p:nvPr/>
          </p:nvSpPr>
          <p:spPr>
            <a:xfrm>
              <a:off x="7748588" y="4150519"/>
              <a:ext cx="219075" cy="791424"/>
            </a:xfrm>
            <a:prstGeom prst="ellipse">
              <a:avLst/>
            </a:prstGeom>
            <a:solidFill>
              <a:srgbClr val="F91F42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6554BDE-7073-9F14-EB55-AC5F8051625B}"/>
                </a:ext>
              </a:extLst>
            </p:cNvPr>
            <p:cNvSpPr/>
            <p:nvPr/>
          </p:nvSpPr>
          <p:spPr>
            <a:xfrm>
              <a:off x="7745413" y="5172268"/>
              <a:ext cx="219075" cy="791424"/>
            </a:xfrm>
            <a:prstGeom prst="ellipse">
              <a:avLst/>
            </a:prstGeom>
            <a:solidFill>
              <a:srgbClr val="F91F42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22CF98B-457D-7DFA-A2DB-6558BC62E9BD}"/>
                </a:ext>
              </a:extLst>
            </p:cNvPr>
            <p:cNvSpPr/>
            <p:nvPr/>
          </p:nvSpPr>
          <p:spPr>
            <a:xfrm>
              <a:off x="7453775" y="4818310"/>
              <a:ext cx="477591" cy="477591"/>
            </a:xfrm>
            <a:prstGeom prst="ellipse">
              <a:avLst/>
            </a:prstGeom>
            <a:solidFill>
              <a:srgbClr val="FFC000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">
              <a:extLst>
                <a:ext uri="{FF2B5EF4-FFF2-40B4-BE49-F238E27FC236}">
                  <a16:creationId xmlns:a16="http://schemas.microsoft.com/office/drawing/2014/main" id="{4B71D0DC-6116-D282-B17C-50D18E515E83}"/>
                </a:ext>
              </a:extLst>
            </p:cNvPr>
            <p:cNvSpPr/>
            <p:nvPr/>
          </p:nvSpPr>
          <p:spPr>
            <a:xfrm rot="16200000">
              <a:off x="6809939" y="4699523"/>
              <a:ext cx="985077" cy="710209"/>
            </a:xfrm>
            <a:custGeom>
              <a:avLst/>
              <a:gdLst>
                <a:gd name="connsiteX0" fmla="*/ 0 w 1078813"/>
                <a:gd name="connsiteY0" fmla="*/ 621593 h 1243185"/>
                <a:gd name="connsiteX1" fmla="*/ 539407 w 1078813"/>
                <a:gd name="connsiteY1" fmla="*/ 0 h 1243185"/>
                <a:gd name="connsiteX2" fmla="*/ 1078814 w 1078813"/>
                <a:gd name="connsiteY2" fmla="*/ 621593 h 1243185"/>
                <a:gd name="connsiteX3" fmla="*/ 539407 w 1078813"/>
                <a:gd name="connsiteY3" fmla="*/ 1243186 h 1243185"/>
                <a:gd name="connsiteX4" fmla="*/ 0 w 1078813"/>
                <a:gd name="connsiteY4" fmla="*/ 621593 h 1243185"/>
                <a:gd name="connsiteX0" fmla="*/ 0 w 1078814"/>
                <a:gd name="connsiteY0" fmla="*/ 621593 h 699292"/>
                <a:gd name="connsiteX1" fmla="*/ 539407 w 1078814"/>
                <a:gd name="connsiteY1" fmla="*/ 0 h 699292"/>
                <a:gd name="connsiteX2" fmla="*/ 1078814 w 1078814"/>
                <a:gd name="connsiteY2" fmla="*/ 621593 h 699292"/>
                <a:gd name="connsiteX3" fmla="*/ 0 w 1078814"/>
                <a:gd name="connsiteY3" fmla="*/ 621593 h 699292"/>
                <a:gd name="connsiteX0" fmla="*/ 11 w 584977"/>
                <a:gd name="connsiteY0" fmla="*/ 621882 h 757631"/>
                <a:gd name="connsiteX1" fmla="*/ 539418 w 584977"/>
                <a:gd name="connsiteY1" fmla="*/ 289 h 757631"/>
                <a:gd name="connsiteX2" fmla="*/ 554950 w 584977"/>
                <a:gd name="connsiteY2" fmla="*/ 707607 h 757631"/>
                <a:gd name="connsiteX3" fmla="*/ 11 w 584977"/>
                <a:gd name="connsiteY3" fmla="*/ 621882 h 757631"/>
                <a:gd name="connsiteX0" fmla="*/ 11 w 972006"/>
                <a:gd name="connsiteY0" fmla="*/ 621882 h 757631"/>
                <a:gd name="connsiteX1" fmla="*/ 539418 w 972006"/>
                <a:gd name="connsiteY1" fmla="*/ 289 h 757631"/>
                <a:gd name="connsiteX2" fmla="*/ 554950 w 972006"/>
                <a:gd name="connsiteY2" fmla="*/ 707607 h 757631"/>
                <a:gd name="connsiteX3" fmla="*/ 11 w 972006"/>
                <a:gd name="connsiteY3" fmla="*/ 621882 h 757631"/>
                <a:gd name="connsiteX0" fmla="*/ 15532 w 432588"/>
                <a:gd name="connsiteY0" fmla="*/ 707318 h 707318"/>
                <a:gd name="connsiteX1" fmla="*/ 0 w 432588"/>
                <a:gd name="connsiteY1" fmla="*/ 0 h 707318"/>
                <a:gd name="connsiteX2" fmla="*/ 15532 w 432588"/>
                <a:gd name="connsiteY2" fmla="*/ 707318 h 707318"/>
                <a:gd name="connsiteX0" fmla="*/ 15532 w 474876"/>
                <a:gd name="connsiteY0" fmla="*/ 707318 h 707318"/>
                <a:gd name="connsiteX1" fmla="*/ 0 w 474876"/>
                <a:gd name="connsiteY1" fmla="*/ 0 h 707318"/>
                <a:gd name="connsiteX2" fmla="*/ 15532 w 474876"/>
                <a:gd name="connsiteY2" fmla="*/ 707318 h 707318"/>
                <a:gd name="connsiteX0" fmla="*/ 449697 w 909041"/>
                <a:gd name="connsiteY0" fmla="*/ 707318 h 707318"/>
                <a:gd name="connsiteX1" fmla="*/ 434165 w 909041"/>
                <a:gd name="connsiteY1" fmla="*/ 0 h 707318"/>
                <a:gd name="connsiteX2" fmla="*/ 449697 w 909041"/>
                <a:gd name="connsiteY2" fmla="*/ 707318 h 707318"/>
                <a:gd name="connsiteX0" fmla="*/ 523664 w 983008"/>
                <a:gd name="connsiteY0" fmla="*/ 710434 h 710434"/>
                <a:gd name="connsiteX1" fmla="*/ 508132 w 983008"/>
                <a:gd name="connsiteY1" fmla="*/ 3116 h 710434"/>
                <a:gd name="connsiteX2" fmla="*/ 523664 w 983008"/>
                <a:gd name="connsiteY2" fmla="*/ 710434 h 710434"/>
                <a:gd name="connsiteX0" fmla="*/ 523664 w 995523"/>
                <a:gd name="connsiteY0" fmla="*/ 710434 h 710434"/>
                <a:gd name="connsiteX1" fmla="*/ 508132 w 995523"/>
                <a:gd name="connsiteY1" fmla="*/ 3116 h 710434"/>
                <a:gd name="connsiteX2" fmla="*/ 523664 w 995523"/>
                <a:gd name="connsiteY2" fmla="*/ 710434 h 710434"/>
                <a:gd name="connsiteX0" fmla="*/ 523664 w 991302"/>
                <a:gd name="connsiteY0" fmla="*/ 710434 h 710434"/>
                <a:gd name="connsiteX1" fmla="*/ 508132 w 991302"/>
                <a:gd name="connsiteY1" fmla="*/ 3116 h 710434"/>
                <a:gd name="connsiteX2" fmla="*/ 523664 w 991302"/>
                <a:gd name="connsiteY2" fmla="*/ 710434 h 710434"/>
                <a:gd name="connsiteX0" fmla="*/ 517439 w 985077"/>
                <a:gd name="connsiteY0" fmla="*/ 710209 h 710209"/>
                <a:gd name="connsiteX1" fmla="*/ 501907 w 985077"/>
                <a:gd name="connsiteY1" fmla="*/ 2891 h 710209"/>
                <a:gd name="connsiteX2" fmla="*/ 517439 w 985077"/>
                <a:gd name="connsiteY2" fmla="*/ 710209 h 710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5077" h="710209">
                  <a:moveTo>
                    <a:pt x="517439" y="710209"/>
                  </a:moveTo>
                  <a:cubicBezTo>
                    <a:pt x="-473576" y="688749"/>
                    <a:pt x="211809" y="-51847"/>
                    <a:pt x="501907" y="2891"/>
                  </a:cubicBezTo>
                  <a:cubicBezTo>
                    <a:pt x="646785" y="-6634"/>
                    <a:pt x="1503276" y="605041"/>
                    <a:pt x="517439" y="710209"/>
                  </a:cubicBezTo>
                  <a:close/>
                </a:path>
              </a:pathLst>
            </a:custGeom>
            <a:solidFill>
              <a:srgbClr val="F91F42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">
              <a:extLst>
                <a:ext uri="{FF2B5EF4-FFF2-40B4-BE49-F238E27FC236}">
                  <a16:creationId xmlns:a16="http://schemas.microsoft.com/office/drawing/2014/main" id="{95D71A66-A176-B50C-1034-1A7D93392714}"/>
                </a:ext>
              </a:extLst>
            </p:cNvPr>
            <p:cNvSpPr/>
            <p:nvPr/>
          </p:nvSpPr>
          <p:spPr>
            <a:xfrm rot="1935941">
              <a:off x="6583567" y="3578618"/>
              <a:ext cx="865214" cy="1234368"/>
            </a:xfrm>
            <a:custGeom>
              <a:avLst/>
              <a:gdLst>
                <a:gd name="connsiteX0" fmla="*/ 0 w 1078813"/>
                <a:gd name="connsiteY0" fmla="*/ 621593 h 1243185"/>
                <a:gd name="connsiteX1" fmla="*/ 539407 w 1078813"/>
                <a:gd name="connsiteY1" fmla="*/ 0 h 1243185"/>
                <a:gd name="connsiteX2" fmla="*/ 1078814 w 1078813"/>
                <a:gd name="connsiteY2" fmla="*/ 621593 h 1243185"/>
                <a:gd name="connsiteX3" fmla="*/ 539407 w 1078813"/>
                <a:gd name="connsiteY3" fmla="*/ 1243186 h 1243185"/>
                <a:gd name="connsiteX4" fmla="*/ 0 w 1078813"/>
                <a:gd name="connsiteY4" fmla="*/ 621593 h 1243185"/>
                <a:gd name="connsiteX0" fmla="*/ 0 w 1078814"/>
                <a:gd name="connsiteY0" fmla="*/ 621593 h 699292"/>
                <a:gd name="connsiteX1" fmla="*/ 539407 w 1078814"/>
                <a:gd name="connsiteY1" fmla="*/ 0 h 699292"/>
                <a:gd name="connsiteX2" fmla="*/ 1078814 w 1078814"/>
                <a:gd name="connsiteY2" fmla="*/ 621593 h 699292"/>
                <a:gd name="connsiteX3" fmla="*/ 0 w 1078814"/>
                <a:gd name="connsiteY3" fmla="*/ 621593 h 699292"/>
                <a:gd name="connsiteX0" fmla="*/ 11 w 584977"/>
                <a:gd name="connsiteY0" fmla="*/ 621882 h 757631"/>
                <a:gd name="connsiteX1" fmla="*/ 539418 w 584977"/>
                <a:gd name="connsiteY1" fmla="*/ 289 h 757631"/>
                <a:gd name="connsiteX2" fmla="*/ 554950 w 584977"/>
                <a:gd name="connsiteY2" fmla="*/ 707607 h 757631"/>
                <a:gd name="connsiteX3" fmla="*/ 11 w 584977"/>
                <a:gd name="connsiteY3" fmla="*/ 621882 h 757631"/>
                <a:gd name="connsiteX0" fmla="*/ 11 w 972006"/>
                <a:gd name="connsiteY0" fmla="*/ 621882 h 757631"/>
                <a:gd name="connsiteX1" fmla="*/ 539418 w 972006"/>
                <a:gd name="connsiteY1" fmla="*/ 289 h 757631"/>
                <a:gd name="connsiteX2" fmla="*/ 554950 w 972006"/>
                <a:gd name="connsiteY2" fmla="*/ 707607 h 757631"/>
                <a:gd name="connsiteX3" fmla="*/ 11 w 972006"/>
                <a:gd name="connsiteY3" fmla="*/ 621882 h 757631"/>
                <a:gd name="connsiteX0" fmla="*/ 15532 w 432588"/>
                <a:gd name="connsiteY0" fmla="*/ 707318 h 707318"/>
                <a:gd name="connsiteX1" fmla="*/ 0 w 432588"/>
                <a:gd name="connsiteY1" fmla="*/ 0 h 707318"/>
                <a:gd name="connsiteX2" fmla="*/ 15532 w 432588"/>
                <a:gd name="connsiteY2" fmla="*/ 707318 h 707318"/>
                <a:gd name="connsiteX0" fmla="*/ 15532 w 474876"/>
                <a:gd name="connsiteY0" fmla="*/ 707318 h 707318"/>
                <a:gd name="connsiteX1" fmla="*/ 0 w 474876"/>
                <a:gd name="connsiteY1" fmla="*/ 0 h 707318"/>
                <a:gd name="connsiteX2" fmla="*/ 15532 w 474876"/>
                <a:gd name="connsiteY2" fmla="*/ 707318 h 707318"/>
                <a:gd name="connsiteX0" fmla="*/ 449697 w 909041"/>
                <a:gd name="connsiteY0" fmla="*/ 707318 h 707318"/>
                <a:gd name="connsiteX1" fmla="*/ 434165 w 909041"/>
                <a:gd name="connsiteY1" fmla="*/ 0 h 707318"/>
                <a:gd name="connsiteX2" fmla="*/ 449697 w 909041"/>
                <a:gd name="connsiteY2" fmla="*/ 707318 h 707318"/>
                <a:gd name="connsiteX0" fmla="*/ 523664 w 983008"/>
                <a:gd name="connsiteY0" fmla="*/ 710434 h 710434"/>
                <a:gd name="connsiteX1" fmla="*/ 508132 w 983008"/>
                <a:gd name="connsiteY1" fmla="*/ 3116 h 710434"/>
                <a:gd name="connsiteX2" fmla="*/ 523664 w 983008"/>
                <a:gd name="connsiteY2" fmla="*/ 710434 h 710434"/>
                <a:gd name="connsiteX0" fmla="*/ 523664 w 995523"/>
                <a:gd name="connsiteY0" fmla="*/ 710434 h 710434"/>
                <a:gd name="connsiteX1" fmla="*/ 508132 w 995523"/>
                <a:gd name="connsiteY1" fmla="*/ 3116 h 710434"/>
                <a:gd name="connsiteX2" fmla="*/ 523664 w 995523"/>
                <a:gd name="connsiteY2" fmla="*/ 710434 h 710434"/>
                <a:gd name="connsiteX0" fmla="*/ 523664 w 991302"/>
                <a:gd name="connsiteY0" fmla="*/ 710434 h 710434"/>
                <a:gd name="connsiteX1" fmla="*/ 508132 w 991302"/>
                <a:gd name="connsiteY1" fmla="*/ 3116 h 710434"/>
                <a:gd name="connsiteX2" fmla="*/ 523664 w 991302"/>
                <a:gd name="connsiteY2" fmla="*/ 710434 h 710434"/>
                <a:gd name="connsiteX0" fmla="*/ 517439 w 985077"/>
                <a:gd name="connsiteY0" fmla="*/ 710209 h 710209"/>
                <a:gd name="connsiteX1" fmla="*/ 501907 w 985077"/>
                <a:gd name="connsiteY1" fmla="*/ 2891 h 710209"/>
                <a:gd name="connsiteX2" fmla="*/ 517439 w 985077"/>
                <a:gd name="connsiteY2" fmla="*/ 710209 h 710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5077" h="710209">
                  <a:moveTo>
                    <a:pt x="517439" y="710209"/>
                  </a:moveTo>
                  <a:cubicBezTo>
                    <a:pt x="-473576" y="688749"/>
                    <a:pt x="211809" y="-51847"/>
                    <a:pt x="501907" y="2891"/>
                  </a:cubicBezTo>
                  <a:cubicBezTo>
                    <a:pt x="646785" y="-6634"/>
                    <a:pt x="1503276" y="605041"/>
                    <a:pt x="517439" y="710209"/>
                  </a:cubicBezTo>
                  <a:close/>
                </a:path>
              </a:pathLst>
            </a:custGeom>
            <a:solidFill>
              <a:srgbClr val="F91F42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">
              <a:extLst>
                <a:ext uri="{FF2B5EF4-FFF2-40B4-BE49-F238E27FC236}">
                  <a16:creationId xmlns:a16="http://schemas.microsoft.com/office/drawing/2014/main" id="{355E5944-139F-C617-2415-D5927D63AE99}"/>
                </a:ext>
              </a:extLst>
            </p:cNvPr>
            <p:cNvSpPr/>
            <p:nvPr/>
          </p:nvSpPr>
          <p:spPr>
            <a:xfrm rot="9210052">
              <a:off x="6589342" y="5096073"/>
              <a:ext cx="766635" cy="1234368"/>
            </a:xfrm>
            <a:custGeom>
              <a:avLst/>
              <a:gdLst>
                <a:gd name="connsiteX0" fmla="*/ 0 w 1078813"/>
                <a:gd name="connsiteY0" fmla="*/ 621593 h 1243185"/>
                <a:gd name="connsiteX1" fmla="*/ 539407 w 1078813"/>
                <a:gd name="connsiteY1" fmla="*/ 0 h 1243185"/>
                <a:gd name="connsiteX2" fmla="*/ 1078814 w 1078813"/>
                <a:gd name="connsiteY2" fmla="*/ 621593 h 1243185"/>
                <a:gd name="connsiteX3" fmla="*/ 539407 w 1078813"/>
                <a:gd name="connsiteY3" fmla="*/ 1243186 h 1243185"/>
                <a:gd name="connsiteX4" fmla="*/ 0 w 1078813"/>
                <a:gd name="connsiteY4" fmla="*/ 621593 h 1243185"/>
                <a:gd name="connsiteX0" fmla="*/ 0 w 1078814"/>
                <a:gd name="connsiteY0" fmla="*/ 621593 h 699292"/>
                <a:gd name="connsiteX1" fmla="*/ 539407 w 1078814"/>
                <a:gd name="connsiteY1" fmla="*/ 0 h 699292"/>
                <a:gd name="connsiteX2" fmla="*/ 1078814 w 1078814"/>
                <a:gd name="connsiteY2" fmla="*/ 621593 h 699292"/>
                <a:gd name="connsiteX3" fmla="*/ 0 w 1078814"/>
                <a:gd name="connsiteY3" fmla="*/ 621593 h 699292"/>
                <a:gd name="connsiteX0" fmla="*/ 11 w 584977"/>
                <a:gd name="connsiteY0" fmla="*/ 621882 h 757631"/>
                <a:gd name="connsiteX1" fmla="*/ 539418 w 584977"/>
                <a:gd name="connsiteY1" fmla="*/ 289 h 757631"/>
                <a:gd name="connsiteX2" fmla="*/ 554950 w 584977"/>
                <a:gd name="connsiteY2" fmla="*/ 707607 h 757631"/>
                <a:gd name="connsiteX3" fmla="*/ 11 w 584977"/>
                <a:gd name="connsiteY3" fmla="*/ 621882 h 757631"/>
                <a:gd name="connsiteX0" fmla="*/ 11 w 972006"/>
                <a:gd name="connsiteY0" fmla="*/ 621882 h 757631"/>
                <a:gd name="connsiteX1" fmla="*/ 539418 w 972006"/>
                <a:gd name="connsiteY1" fmla="*/ 289 h 757631"/>
                <a:gd name="connsiteX2" fmla="*/ 554950 w 972006"/>
                <a:gd name="connsiteY2" fmla="*/ 707607 h 757631"/>
                <a:gd name="connsiteX3" fmla="*/ 11 w 972006"/>
                <a:gd name="connsiteY3" fmla="*/ 621882 h 757631"/>
                <a:gd name="connsiteX0" fmla="*/ 15532 w 432588"/>
                <a:gd name="connsiteY0" fmla="*/ 707318 h 707318"/>
                <a:gd name="connsiteX1" fmla="*/ 0 w 432588"/>
                <a:gd name="connsiteY1" fmla="*/ 0 h 707318"/>
                <a:gd name="connsiteX2" fmla="*/ 15532 w 432588"/>
                <a:gd name="connsiteY2" fmla="*/ 707318 h 707318"/>
                <a:gd name="connsiteX0" fmla="*/ 15532 w 474876"/>
                <a:gd name="connsiteY0" fmla="*/ 707318 h 707318"/>
                <a:gd name="connsiteX1" fmla="*/ 0 w 474876"/>
                <a:gd name="connsiteY1" fmla="*/ 0 h 707318"/>
                <a:gd name="connsiteX2" fmla="*/ 15532 w 474876"/>
                <a:gd name="connsiteY2" fmla="*/ 707318 h 707318"/>
                <a:gd name="connsiteX0" fmla="*/ 449697 w 909041"/>
                <a:gd name="connsiteY0" fmla="*/ 707318 h 707318"/>
                <a:gd name="connsiteX1" fmla="*/ 434165 w 909041"/>
                <a:gd name="connsiteY1" fmla="*/ 0 h 707318"/>
                <a:gd name="connsiteX2" fmla="*/ 449697 w 909041"/>
                <a:gd name="connsiteY2" fmla="*/ 707318 h 707318"/>
                <a:gd name="connsiteX0" fmla="*/ 523664 w 983008"/>
                <a:gd name="connsiteY0" fmla="*/ 710434 h 710434"/>
                <a:gd name="connsiteX1" fmla="*/ 508132 w 983008"/>
                <a:gd name="connsiteY1" fmla="*/ 3116 h 710434"/>
                <a:gd name="connsiteX2" fmla="*/ 523664 w 983008"/>
                <a:gd name="connsiteY2" fmla="*/ 710434 h 710434"/>
                <a:gd name="connsiteX0" fmla="*/ 523664 w 995523"/>
                <a:gd name="connsiteY0" fmla="*/ 710434 h 710434"/>
                <a:gd name="connsiteX1" fmla="*/ 508132 w 995523"/>
                <a:gd name="connsiteY1" fmla="*/ 3116 h 710434"/>
                <a:gd name="connsiteX2" fmla="*/ 523664 w 995523"/>
                <a:gd name="connsiteY2" fmla="*/ 710434 h 710434"/>
                <a:gd name="connsiteX0" fmla="*/ 523664 w 991302"/>
                <a:gd name="connsiteY0" fmla="*/ 710434 h 710434"/>
                <a:gd name="connsiteX1" fmla="*/ 508132 w 991302"/>
                <a:gd name="connsiteY1" fmla="*/ 3116 h 710434"/>
                <a:gd name="connsiteX2" fmla="*/ 523664 w 991302"/>
                <a:gd name="connsiteY2" fmla="*/ 710434 h 710434"/>
                <a:gd name="connsiteX0" fmla="*/ 517439 w 985077"/>
                <a:gd name="connsiteY0" fmla="*/ 710209 h 710209"/>
                <a:gd name="connsiteX1" fmla="*/ 501907 w 985077"/>
                <a:gd name="connsiteY1" fmla="*/ 2891 h 710209"/>
                <a:gd name="connsiteX2" fmla="*/ 517439 w 985077"/>
                <a:gd name="connsiteY2" fmla="*/ 710209 h 710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5077" h="710209">
                  <a:moveTo>
                    <a:pt x="517439" y="710209"/>
                  </a:moveTo>
                  <a:cubicBezTo>
                    <a:pt x="-473576" y="688749"/>
                    <a:pt x="211809" y="-51847"/>
                    <a:pt x="501907" y="2891"/>
                  </a:cubicBezTo>
                  <a:cubicBezTo>
                    <a:pt x="646785" y="-6634"/>
                    <a:pt x="1503276" y="605041"/>
                    <a:pt x="517439" y="710209"/>
                  </a:cubicBezTo>
                  <a:close/>
                </a:path>
              </a:pathLst>
            </a:custGeom>
            <a:solidFill>
              <a:srgbClr val="F91F42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20">
              <a:extLst>
                <a:ext uri="{FF2B5EF4-FFF2-40B4-BE49-F238E27FC236}">
                  <a16:creationId xmlns:a16="http://schemas.microsoft.com/office/drawing/2014/main" id="{C3DECAF1-136A-9A22-2A0B-74A9C7D49E29}"/>
                </a:ext>
              </a:extLst>
            </p:cNvPr>
            <p:cNvSpPr/>
            <p:nvPr/>
          </p:nvSpPr>
          <p:spPr>
            <a:xfrm>
              <a:off x="3931251" y="1450957"/>
              <a:ext cx="1168400" cy="2070895"/>
            </a:xfrm>
            <a:custGeom>
              <a:avLst/>
              <a:gdLst>
                <a:gd name="connsiteX0" fmla="*/ 0 w 643255"/>
                <a:gd name="connsiteY0" fmla="*/ 0 h 826295"/>
                <a:gd name="connsiteX1" fmla="*/ 643255 w 643255"/>
                <a:gd name="connsiteY1" fmla="*/ 0 h 826295"/>
                <a:gd name="connsiteX2" fmla="*/ 643255 w 643255"/>
                <a:gd name="connsiteY2" fmla="*/ 826295 h 826295"/>
                <a:gd name="connsiteX3" fmla="*/ 0 w 643255"/>
                <a:gd name="connsiteY3" fmla="*/ 826295 h 826295"/>
                <a:gd name="connsiteX4" fmla="*/ 0 w 643255"/>
                <a:gd name="connsiteY4" fmla="*/ 0 h 826295"/>
                <a:gd name="connsiteX0" fmla="*/ 0 w 833755"/>
                <a:gd name="connsiteY0" fmla="*/ 0 h 1689895"/>
                <a:gd name="connsiteX1" fmla="*/ 643255 w 833755"/>
                <a:gd name="connsiteY1" fmla="*/ 0 h 1689895"/>
                <a:gd name="connsiteX2" fmla="*/ 833755 w 833755"/>
                <a:gd name="connsiteY2" fmla="*/ 1689895 h 1689895"/>
                <a:gd name="connsiteX3" fmla="*/ 0 w 833755"/>
                <a:gd name="connsiteY3" fmla="*/ 826295 h 1689895"/>
                <a:gd name="connsiteX4" fmla="*/ 0 w 833755"/>
                <a:gd name="connsiteY4" fmla="*/ 0 h 1689895"/>
                <a:gd name="connsiteX0" fmla="*/ 0 w 833755"/>
                <a:gd name="connsiteY0" fmla="*/ 0 h 1689895"/>
                <a:gd name="connsiteX1" fmla="*/ 643255 w 833755"/>
                <a:gd name="connsiteY1" fmla="*/ 0 h 1689895"/>
                <a:gd name="connsiteX2" fmla="*/ 833755 w 833755"/>
                <a:gd name="connsiteY2" fmla="*/ 1689895 h 1689895"/>
                <a:gd name="connsiteX3" fmla="*/ 444500 w 833755"/>
                <a:gd name="connsiteY3" fmla="*/ 1397795 h 1689895"/>
                <a:gd name="connsiteX4" fmla="*/ 0 w 833755"/>
                <a:gd name="connsiteY4" fmla="*/ 0 h 1689895"/>
                <a:gd name="connsiteX0" fmla="*/ 0 w 1138555"/>
                <a:gd name="connsiteY0" fmla="*/ 520700 h 1689895"/>
                <a:gd name="connsiteX1" fmla="*/ 948055 w 1138555"/>
                <a:gd name="connsiteY1" fmla="*/ 0 h 1689895"/>
                <a:gd name="connsiteX2" fmla="*/ 1138555 w 1138555"/>
                <a:gd name="connsiteY2" fmla="*/ 1689895 h 1689895"/>
                <a:gd name="connsiteX3" fmla="*/ 749300 w 1138555"/>
                <a:gd name="connsiteY3" fmla="*/ 1397795 h 1689895"/>
                <a:gd name="connsiteX4" fmla="*/ 0 w 1138555"/>
                <a:gd name="connsiteY4" fmla="*/ 520700 h 1689895"/>
                <a:gd name="connsiteX0" fmla="*/ 17145 w 1155700"/>
                <a:gd name="connsiteY0" fmla="*/ 825500 h 1994695"/>
                <a:gd name="connsiteX1" fmla="*/ 0 w 1155700"/>
                <a:gd name="connsiteY1" fmla="*/ 0 h 1994695"/>
                <a:gd name="connsiteX2" fmla="*/ 1155700 w 1155700"/>
                <a:gd name="connsiteY2" fmla="*/ 1994695 h 1994695"/>
                <a:gd name="connsiteX3" fmla="*/ 766445 w 1155700"/>
                <a:gd name="connsiteY3" fmla="*/ 1702595 h 1994695"/>
                <a:gd name="connsiteX4" fmla="*/ 17145 w 1155700"/>
                <a:gd name="connsiteY4" fmla="*/ 825500 h 1994695"/>
                <a:gd name="connsiteX0" fmla="*/ 17145 w 1155700"/>
                <a:gd name="connsiteY0" fmla="*/ 825500 h 1994695"/>
                <a:gd name="connsiteX1" fmla="*/ 0 w 1155700"/>
                <a:gd name="connsiteY1" fmla="*/ 0 h 1994695"/>
                <a:gd name="connsiteX2" fmla="*/ 1155700 w 1155700"/>
                <a:gd name="connsiteY2" fmla="*/ 1994695 h 1994695"/>
                <a:gd name="connsiteX3" fmla="*/ 766445 w 1155700"/>
                <a:gd name="connsiteY3" fmla="*/ 1702595 h 1994695"/>
                <a:gd name="connsiteX4" fmla="*/ 17145 w 1155700"/>
                <a:gd name="connsiteY4" fmla="*/ 825500 h 1994695"/>
                <a:gd name="connsiteX0" fmla="*/ 17145 w 1168400"/>
                <a:gd name="connsiteY0" fmla="*/ 825500 h 2070895"/>
                <a:gd name="connsiteX1" fmla="*/ 0 w 1168400"/>
                <a:gd name="connsiteY1" fmla="*/ 0 h 2070895"/>
                <a:gd name="connsiteX2" fmla="*/ 1168400 w 1168400"/>
                <a:gd name="connsiteY2" fmla="*/ 2070895 h 2070895"/>
                <a:gd name="connsiteX3" fmla="*/ 766445 w 1168400"/>
                <a:gd name="connsiteY3" fmla="*/ 1702595 h 2070895"/>
                <a:gd name="connsiteX4" fmla="*/ 17145 w 1168400"/>
                <a:gd name="connsiteY4" fmla="*/ 825500 h 2070895"/>
                <a:gd name="connsiteX0" fmla="*/ 17145 w 1168400"/>
                <a:gd name="connsiteY0" fmla="*/ 825500 h 2070895"/>
                <a:gd name="connsiteX1" fmla="*/ 0 w 1168400"/>
                <a:gd name="connsiteY1" fmla="*/ 0 h 2070895"/>
                <a:gd name="connsiteX2" fmla="*/ 1168400 w 1168400"/>
                <a:gd name="connsiteY2" fmla="*/ 2070895 h 2070895"/>
                <a:gd name="connsiteX3" fmla="*/ 766445 w 1168400"/>
                <a:gd name="connsiteY3" fmla="*/ 1702595 h 2070895"/>
                <a:gd name="connsiteX4" fmla="*/ 17145 w 1168400"/>
                <a:gd name="connsiteY4" fmla="*/ 825500 h 2070895"/>
                <a:gd name="connsiteX0" fmla="*/ 4445 w 1168400"/>
                <a:gd name="connsiteY0" fmla="*/ 901700 h 2070895"/>
                <a:gd name="connsiteX1" fmla="*/ 0 w 1168400"/>
                <a:gd name="connsiteY1" fmla="*/ 0 h 2070895"/>
                <a:gd name="connsiteX2" fmla="*/ 1168400 w 1168400"/>
                <a:gd name="connsiteY2" fmla="*/ 2070895 h 2070895"/>
                <a:gd name="connsiteX3" fmla="*/ 766445 w 1168400"/>
                <a:gd name="connsiteY3" fmla="*/ 1702595 h 2070895"/>
                <a:gd name="connsiteX4" fmla="*/ 4445 w 1168400"/>
                <a:gd name="connsiteY4" fmla="*/ 901700 h 2070895"/>
                <a:gd name="connsiteX0" fmla="*/ 4445 w 1168400"/>
                <a:gd name="connsiteY0" fmla="*/ 901700 h 2070895"/>
                <a:gd name="connsiteX1" fmla="*/ 0 w 1168400"/>
                <a:gd name="connsiteY1" fmla="*/ 0 h 2070895"/>
                <a:gd name="connsiteX2" fmla="*/ 1168400 w 1168400"/>
                <a:gd name="connsiteY2" fmla="*/ 2070895 h 2070895"/>
                <a:gd name="connsiteX3" fmla="*/ 766445 w 1168400"/>
                <a:gd name="connsiteY3" fmla="*/ 1702595 h 2070895"/>
                <a:gd name="connsiteX4" fmla="*/ 4445 w 1168400"/>
                <a:gd name="connsiteY4" fmla="*/ 901700 h 2070895"/>
                <a:gd name="connsiteX0" fmla="*/ 4445 w 1168400"/>
                <a:gd name="connsiteY0" fmla="*/ 901700 h 2070895"/>
                <a:gd name="connsiteX1" fmla="*/ 0 w 1168400"/>
                <a:gd name="connsiteY1" fmla="*/ 0 h 2070895"/>
                <a:gd name="connsiteX2" fmla="*/ 1168400 w 1168400"/>
                <a:gd name="connsiteY2" fmla="*/ 2070895 h 2070895"/>
                <a:gd name="connsiteX3" fmla="*/ 766445 w 1168400"/>
                <a:gd name="connsiteY3" fmla="*/ 1702595 h 2070895"/>
                <a:gd name="connsiteX4" fmla="*/ 4445 w 1168400"/>
                <a:gd name="connsiteY4" fmla="*/ 901700 h 207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070895">
                  <a:moveTo>
                    <a:pt x="4445" y="901700"/>
                  </a:moveTo>
                  <a:cubicBezTo>
                    <a:pt x="2963" y="601133"/>
                    <a:pt x="1482" y="300567"/>
                    <a:pt x="0" y="0"/>
                  </a:cubicBezTo>
                  <a:cubicBezTo>
                    <a:pt x="1731433" y="258498"/>
                    <a:pt x="872067" y="1621897"/>
                    <a:pt x="1168400" y="2070895"/>
                  </a:cubicBezTo>
                  <a:lnTo>
                    <a:pt x="766445" y="1702595"/>
                  </a:lnTo>
                  <a:cubicBezTo>
                    <a:pt x="842645" y="838730"/>
                    <a:pt x="321945" y="876565"/>
                    <a:pt x="4445" y="901700"/>
                  </a:cubicBezTo>
                  <a:close/>
                </a:path>
              </a:pathLst>
            </a:custGeom>
            <a:solidFill>
              <a:srgbClr val="FFC000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BC58DC75-0FA2-3061-AAD7-8A945C3417D2}"/>
                </a:ext>
              </a:extLst>
            </p:cNvPr>
            <p:cNvSpPr/>
            <p:nvPr/>
          </p:nvSpPr>
          <p:spPr>
            <a:xfrm>
              <a:off x="4185876" y="2956360"/>
              <a:ext cx="1345047" cy="826294"/>
            </a:xfrm>
            <a:prstGeom prst="roundRect">
              <a:avLst>
                <a:gd name="adj" fmla="val 50000"/>
              </a:avLst>
            </a:prstGeom>
            <a:solidFill>
              <a:srgbClr val="F91F42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77481F0-EC9A-3834-73A2-C75594D71FD5}"/>
                </a:ext>
              </a:extLst>
            </p:cNvPr>
            <p:cNvSpPr/>
            <p:nvPr/>
          </p:nvSpPr>
          <p:spPr>
            <a:xfrm>
              <a:off x="3879981" y="3369507"/>
              <a:ext cx="1950095" cy="826295"/>
            </a:xfrm>
            <a:prstGeom prst="ellipse">
              <a:avLst/>
            </a:prstGeom>
            <a:solidFill>
              <a:srgbClr val="F91F42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0F1BB22-2BAA-386E-E3E2-9033BF5035AC}"/>
                </a:ext>
              </a:extLst>
            </p:cNvPr>
            <p:cNvSpPr/>
            <p:nvPr/>
          </p:nvSpPr>
          <p:spPr>
            <a:xfrm>
              <a:off x="2365829" y="3715657"/>
              <a:ext cx="4978400" cy="2699657"/>
            </a:xfrm>
            <a:prstGeom prst="ellipse">
              <a:avLst/>
            </a:prstGeom>
            <a:solidFill>
              <a:srgbClr val="FFC000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FDA3EA4-4D55-5637-968E-374BAADD2D61}"/>
                </a:ext>
              </a:extLst>
            </p:cNvPr>
            <p:cNvSpPr/>
            <p:nvPr/>
          </p:nvSpPr>
          <p:spPr>
            <a:xfrm>
              <a:off x="2365829" y="4091010"/>
              <a:ext cx="1164721" cy="1908923"/>
            </a:xfrm>
            <a:custGeom>
              <a:avLst/>
              <a:gdLst>
                <a:gd name="connsiteX0" fmla="*/ 770813 w 1164721"/>
                <a:gd name="connsiteY0" fmla="*/ 0 h 1908923"/>
                <a:gd name="connsiteX1" fmla="*/ 796541 w 1164721"/>
                <a:gd name="connsiteY1" fmla="*/ 23824 h 1908923"/>
                <a:gd name="connsiteX2" fmla="*/ 1161629 w 1164721"/>
                <a:gd name="connsiteY2" fmla="*/ 830803 h 1908923"/>
                <a:gd name="connsiteX3" fmla="*/ 741468 w 1164721"/>
                <a:gd name="connsiteY3" fmla="*/ 1869762 h 1908923"/>
                <a:gd name="connsiteX4" fmla="*/ 694551 w 1164721"/>
                <a:gd name="connsiteY4" fmla="*/ 1908923 h 1908923"/>
                <a:gd name="connsiteX5" fmla="*/ 568412 w 1164721"/>
                <a:gd name="connsiteY5" fmla="*/ 1833663 h 1908923"/>
                <a:gd name="connsiteX6" fmla="*/ 0 w 1164721"/>
                <a:gd name="connsiteY6" fmla="*/ 975046 h 1908923"/>
                <a:gd name="connsiteX7" fmla="*/ 729070 w 1164721"/>
                <a:gd name="connsiteY7" fmla="*/ 20573 h 1908923"/>
                <a:gd name="connsiteX8" fmla="*/ 770813 w 1164721"/>
                <a:gd name="connsiteY8" fmla="*/ 0 h 190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64721" h="1908923">
                  <a:moveTo>
                    <a:pt x="770813" y="0"/>
                  </a:moveTo>
                  <a:lnTo>
                    <a:pt x="796541" y="23824"/>
                  </a:lnTo>
                  <a:cubicBezTo>
                    <a:pt x="1004290" y="235575"/>
                    <a:pt x="1139751" y="516145"/>
                    <a:pt x="1161629" y="830803"/>
                  </a:cubicBezTo>
                  <a:cubicBezTo>
                    <a:pt x="1189758" y="1235364"/>
                    <a:pt x="1024134" y="1610100"/>
                    <a:pt x="741468" y="1869762"/>
                  </a:cubicBezTo>
                  <a:lnTo>
                    <a:pt x="694551" y="1908923"/>
                  </a:lnTo>
                  <a:lnTo>
                    <a:pt x="568412" y="1833663"/>
                  </a:lnTo>
                  <a:cubicBezTo>
                    <a:pt x="213313" y="1600333"/>
                    <a:pt x="0" y="1301198"/>
                    <a:pt x="0" y="975046"/>
                  </a:cubicBezTo>
                  <a:cubicBezTo>
                    <a:pt x="0" y="602301"/>
                    <a:pt x="278613" y="264844"/>
                    <a:pt x="729070" y="20573"/>
                  </a:cubicBezTo>
                  <a:lnTo>
                    <a:pt x="770813" y="0"/>
                  </a:lnTo>
                  <a:close/>
                </a:path>
              </a:pathLst>
            </a:custGeom>
            <a:solidFill>
              <a:srgbClr val="F91F42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9656301-6AC6-B006-68CF-F631EB003C4F}"/>
                </a:ext>
              </a:extLst>
            </p:cNvPr>
            <p:cNvSpPr/>
            <p:nvPr/>
          </p:nvSpPr>
          <p:spPr>
            <a:xfrm>
              <a:off x="5941087" y="4632325"/>
              <a:ext cx="826295" cy="826295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191593BC-8DC8-FB3F-7523-E29085E45266}"/>
                </a:ext>
              </a:extLst>
            </p:cNvPr>
            <p:cNvSpPr/>
            <p:nvPr/>
          </p:nvSpPr>
          <p:spPr>
            <a:xfrm>
              <a:off x="4896451" y="4632325"/>
              <a:ext cx="826295" cy="826295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256975FB-D1F1-6124-B71E-205374C24082}"/>
                </a:ext>
              </a:extLst>
            </p:cNvPr>
            <p:cNvSpPr/>
            <p:nvPr/>
          </p:nvSpPr>
          <p:spPr>
            <a:xfrm>
              <a:off x="3880255" y="4641479"/>
              <a:ext cx="826295" cy="826295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4B17083F-804B-9552-96D8-01FB427ED1E9}"/>
                </a:ext>
              </a:extLst>
            </p:cNvPr>
            <p:cNvSpPr/>
            <p:nvPr/>
          </p:nvSpPr>
          <p:spPr>
            <a:xfrm>
              <a:off x="3606801" y="1450958"/>
              <a:ext cx="517524" cy="950138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84024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E58F298-0ABA-6AFF-E364-E3E7E95EB8E0}"/>
              </a:ext>
            </a:extLst>
          </p:cNvPr>
          <p:cNvGrpSpPr/>
          <p:nvPr/>
        </p:nvGrpSpPr>
        <p:grpSpPr>
          <a:xfrm>
            <a:off x="11380941" y="5819523"/>
            <a:ext cx="2169090" cy="2169090"/>
            <a:chOff x="4119978" y="4004817"/>
            <a:chExt cx="2169090" cy="216909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BB63A7E-9CC6-9C89-B813-4DC9F639DAFB}"/>
                </a:ext>
              </a:extLst>
            </p:cNvPr>
            <p:cNvSpPr/>
            <p:nvPr/>
          </p:nvSpPr>
          <p:spPr>
            <a:xfrm>
              <a:off x="4119978" y="4004817"/>
              <a:ext cx="2169090" cy="216909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57E756E-37C9-2F88-22C4-23D248D9AC89}"/>
                </a:ext>
              </a:extLst>
            </p:cNvPr>
            <p:cNvSpPr/>
            <p:nvPr/>
          </p:nvSpPr>
          <p:spPr>
            <a:xfrm>
              <a:off x="4464135" y="4337608"/>
              <a:ext cx="1503507" cy="150350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819DCDA-5FFF-0919-2019-19EA367E5FA5}"/>
              </a:ext>
            </a:extLst>
          </p:cNvPr>
          <p:cNvGrpSpPr/>
          <p:nvPr/>
        </p:nvGrpSpPr>
        <p:grpSpPr>
          <a:xfrm>
            <a:off x="411557" y="518546"/>
            <a:ext cx="4465222" cy="6735308"/>
            <a:chOff x="4119978" y="2413905"/>
            <a:chExt cx="2492721" cy="3760002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952A2313-FB2D-A864-F098-C4476E57DD51}"/>
                </a:ext>
              </a:extLst>
            </p:cNvPr>
            <p:cNvSpPr/>
            <p:nvPr/>
          </p:nvSpPr>
          <p:spPr>
            <a:xfrm>
              <a:off x="5082540" y="3045288"/>
              <a:ext cx="266700" cy="495946"/>
            </a:xfrm>
            <a:prstGeom prst="round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FDECDF6-515F-7F52-C921-3447E7505043}"/>
                </a:ext>
              </a:extLst>
            </p:cNvPr>
            <p:cNvSpPr/>
            <p:nvPr/>
          </p:nvSpPr>
          <p:spPr>
            <a:xfrm>
              <a:off x="5029200" y="3451860"/>
              <a:ext cx="381000" cy="682313"/>
            </a:xfrm>
            <a:prstGeom prst="roundRect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94EAD8-4383-62F8-EA2F-2570EA1EE9C1}"/>
                </a:ext>
              </a:extLst>
            </p:cNvPr>
            <p:cNvSpPr/>
            <p:nvPr/>
          </p:nvSpPr>
          <p:spPr>
            <a:xfrm>
              <a:off x="4472913" y="2413905"/>
              <a:ext cx="1745825" cy="836058"/>
            </a:xfrm>
            <a:custGeom>
              <a:avLst/>
              <a:gdLst>
                <a:gd name="connsiteX0" fmla="*/ 0 w 929640"/>
                <a:gd name="connsiteY0" fmla="*/ 0 h 324948"/>
                <a:gd name="connsiteX1" fmla="*/ 929640 w 929640"/>
                <a:gd name="connsiteY1" fmla="*/ 0 h 324948"/>
                <a:gd name="connsiteX2" fmla="*/ 929640 w 929640"/>
                <a:gd name="connsiteY2" fmla="*/ 324948 h 324948"/>
                <a:gd name="connsiteX3" fmla="*/ 0 w 929640"/>
                <a:gd name="connsiteY3" fmla="*/ 324948 h 324948"/>
                <a:gd name="connsiteX4" fmla="*/ 0 w 929640"/>
                <a:gd name="connsiteY4" fmla="*/ 0 h 324948"/>
                <a:gd name="connsiteX0" fmla="*/ 0 w 1066800"/>
                <a:gd name="connsiteY0" fmla="*/ 0 h 401148"/>
                <a:gd name="connsiteX1" fmla="*/ 1066800 w 1066800"/>
                <a:gd name="connsiteY1" fmla="*/ 76200 h 401148"/>
                <a:gd name="connsiteX2" fmla="*/ 1066800 w 1066800"/>
                <a:gd name="connsiteY2" fmla="*/ 401148 h 401148"/>
                <a:gd name="connsiteX3" fmla="*/ 137160 w 1066800"/>
                <a:gd name="connsiteY3" fmla="*/ 401148 h 401148"/>
                <a:gd name="connsiteX4" fmla="*/ 0 w 1066800"/>
                <a:gd name="connsiteY4" fmla="*/ 0 h 401148"/>
                <a:gd name="connsiteX0" fmla="*/ 0 w 1729740"/>
                <a:gd name="connsiteY0" fmla="*/ 76200 h 477348"/>
                <a:gd name="connsiteX1" fmla="*/ 1729740 w 1729740"/>
                <a:gd name="connsiteY1" fmla="*/ 0 h 477348"/>
                <a:gd name="connsiteX2" fmla="*/ 1066800 w 1729740"/>
                <a:gd name="connsiteY2" fmla="*/ 477348 h 477348"/>
                <a:gd name="connsiteX3" fmla="*/ 137160 w 1729740"/>
                <a:gd name="connsiteY3" fmla="*/ 477348 h 477348"/>
                <a:gd name="connsiteX4" fmla="*/ 0 w 1729740"/>
                <a:gd name="connsiteY4" fmla="*/ 76200 h 477348"/>
                <a:gd name="connsiteX0" fmla="*/ 0 w 1729740"/>
                <a:gd name="connsiteY0" fmla="*/ 76200 h 477348"/>
                <a:gd name="connsiteX1" fmla="*/ 1729740 w 1729740"/>
                <a:gd name="connsiteY1" fmla="*/ 0 h 477348"/>
                <a:gd name="connsiteX2" fmla="*/ 137160 w 1729740"/>
                <a:gd name="connsiteY2" fmla="*/ 477348 h 477348"/>
                <a:gd name="connsiteX3" fmla="*/ 0 w 1729740"/>
                <a:gd name="connsiteY3" fmla="*/ 76200 h 477348"/>
                <a:gd name="connsiteX0" fmla="*/ 0 w 1729740"/>
                <a:gd name="connsiteY0" fmla="*/ 76200 h 477348"/>
                <a:gd name="connsiteX1" fmla="*/ 571500 w 1729740"/>
                <a:gd name="connsiteY1" fmla="*/ 91440 h 477348"/>
                <a:gd name="connsiteX2" fmla="*/ 1729740 w 1729740"/>
                <a:gd name="connsiteY2" fmla="*/ 0 h 477348"/>
                <a:gd name="connsiteX3" fmla="*/ 137160 w 1729740"/>
                <a:gd name="connsiteY3" fmla="*/ 477348 h 477348"/>
                <a:gd name="connsiteX4" fmla="*/ 0 w 1729740"/>
                <a:gd name="connsiteY4" fmla="*/ 76200 h 477348"/>
                <a:gd name="connsiteX0" fmla="*/ 0 w 1729740"/>
                <a:gd name="connsiteY0" fmla="*/ 76200 h 93930"/>
                <a:gd name="connsiteX1" fmla="*/ 571500 w 1729740"/>
                <a:gd name="connsiteY1" fmla="*/ 91440 h 93930"/>
                <a:gd name="connsiteX2" fmla="*/ 1729740 w 1729740"/>
                <a:gd name="connsiteY2" fmla="*/ 0 h 93930"/>
                <a:gd name="connsiteX3" fmla="*/ 0 w 1729740"/>
                <a:gd name="connsiteY3" fmla="*/ 76200 h 93930"/>
                <a:gd name="connsiteX0" fmla="*/ 0 w 1729740"/>
                <a:gd name="connsiteY0" fmla="*/ 117717 h 133342"/>
                <a:gd name="connsiteX1" fmla="*/ 571500 w 1729740"/>
                <a:gd name="connsiteY1" fmla="*/ 132957 h 133342"/>
                <a:gd name="connsiteX2" fmla="*/ 1729740 w 1729740"/>
                <a:gd name="connsiteY2" fmla="*/ 41517 h 133342"/>
                <a:gd name="connsiteX3" fmla="*/ 0 w 1729740"/>
                <a:gd name="connsiteY3" fmla="*/ 117717 h 133342"/>
                <a:gd name="connsiteX0" fmla="*/ 11546 w 1741286"/>
                <a:gd name="connsiteY0" fmla="*/ 117717 h 421467"/>
                <a:gd name="connsiteX1" fmla="*/ 583046 w 1741286"/>
                <a:gd name="connsiteY1" fmla="*/ 132957 h 421467"/>
                <a:gd name="connsiteX2" fmla="*/ 1741286 w 1741286"/>
                <a:gd name="connsiteY2" fmla="*/ 41517 h 421467"/>
                <a:gd name="connsiteX3" fmla="*/ 11546 w 1741286"/>
                <a:gd name="connsiteY3" fmla="*/ 117717 h 421467"/>
                <a:gd name="connsiteX0" fmla="*/ 11546 w 1741286"/>
                <a:gd name="connsiteY0" fmla="*/ 230235 h 533985"/>
                <a:gd name="connsiteX1" fmla="*/ 583046 w 1741286"/>
                <a:gd name="connsiteY1" fmla="*/ 245475 h 533985"/>
                <a:gd name="connsiteX2" fmla="*/ 1741286 w 1741286"/>
                <a:gd name="connsiteY2" fmla="*/ 154035 h 533985"/>
                <a:gd name="connsiteX3" fmla="*/ 11546 w 1741286"/>
                <a:gd name="connsiteY3" fmla="*/ 230235 h 533985"/>
                <a:gd name="connsiteX0" fmla="*/ 7647 w 1745825"/>
                <a:gd name="connsiteY0" fmla="*/ 230235 h 836058"/>
                <a:gd name="connsiteX1" fmla="*/ 579147 w 1745825"/>
                <a:gd name="connsiteY1" fmla="*/ 245475 h 836058"/>
                <a:gd name="connsiteX2" fmla="*/ 1737387 w 1745825"/>
                <a:gd name="connsiteY2" fmla="*/ 154035 h 836058"/>
                <a:gd name="connsiteX3" fmla="*/ 7647 w 1745825"/>
                <a:gd name="connsiteY3" fmla="*/ 230235 h 836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5825" h="836058">
                  <a:moveTo>
                    <a:pt x="7647" y="230235"/>
                  </a:moveTo>
                  <a:cubicBezTo>
                    <a:pt x="152427" y="-49165"/>
                    <a:pt x="388647" y="258175"/>
                    <a:pt x="579147" y="245475"/>
                  </a:cubicBezTo>
                  <a:cubicBezTo>
                    <a:pt x="965227" y="214995"/>
                    <a:pt x="1549427" y="-226965"/>
                    <a:pt x="1737387" y="154035"/>
                  </a:cubicBezTo>
                  <a:cubicBezTo>
                    <a:pt x="1892327" y="1154795"/>
                    <a:pt x="-139673" y="943975"/>
                    <a:pt x="7647" y="230235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DF688EE-9DA5-2904-66BC-116940F5C019}"/>
                </a:ext>
              </a:extLst>
            </p:cNvPr>
            <p:cNvSpPr/>
            <p:nvPr/>
          </p:nvSpPr>
          <p:spPr>
            <a:xfrm>
              <a:off x="4119978" y="4004817"/>
              <a:ext cx="2169090" cy="2169090"/>
            </a:xfrm>
            <a:custGeom>
              <a:avLst/>
              <a:gdLst>
                <a:gd name="connsiteX0" fmla="*/ 1084545 w 2169090"/>
                <a:gd name="connsiteY0" fmla="*/ 0 h 2169090"/>
                <a:gd name="connsiteX1" fmla="*/ 2169090 w 2169090"/>
                <a:gd name="connsiteY1" fmla="*/ 1084545 h 2169090"/>
                <a:gd name="connsiteX2" fmla="*/ 1084545 w 2169090"/>
                <a:gd name="connsiteY2" fmla="*/ 2169090 h 2169090"/>
                <a:gd name="connsiteX3" fmla="*/ 0 w 2169090"/>
                <a:gd name="connsiteY3" fmla="*/ 1084545 h 2169090"/>
                <a:gd name="connsiteX4" fmla="*/ 1084545 w 2169090"/>
                <a:gd name="connsiteY4" fmla="*/ 0 h 2169090"/>
                <a:gd name="connsiteX5" fmla="*/ 1095911 w 2169090"/>
                <a:gd name="connsiteY5" fmla="*/ 332791 h 2169090"/>
                <a:gd name="connsiteX6" fmla="*/ 344157 w 2169090"/>
                <a:gd name="connsiteY6" fmla="*/ 1084545 h 2169090"/>
                <a:gd name="connsiteX7" fmla="*/ 1095911 w 2169090"/>
                <a:gd name="connsiteY7" fmla="*/ 1836299 h 2169090"/>
                <a:gd name="connsiteX8" fmla="*/ 1847665 w 2169090"/>
                <a:gd name="connsiteY8" fmla="*/ 1084545 h 2169090"/>
                <a:gd name="connsiteX9" fmla="*/ 1095911 w 2169090"/>
                <a:gd name="connsiteY9" fmla="*/ 332791 h 216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69090" h="2169090">
                  <a:moveTo>
                    <a:pt x="1084545" y="0"/>
                  </a:moveTo>
                  <a:cubicBezTo>
                    <a:pt x="1683523" y="0"/>
                    <a:pt x="2169090" y="485567"/>
                    <a:pt x="2169090" y="1084545"/>
                  </a:cubicBezTo>
                  <a:cubicBezTo>
                    <a:pt x="2169090" y="1683523"/>
                    <a:pt x="1683523" y="2169090"/>
                    <a:pt x="1084545" y="2169090"/>
                  </a:cubicBezTo>
                  <a:cubicBezTo>
                    <a:pt x="485567" y="2169090"/>
                    <a:pt x="0" y="1683523"/>
                    <a:pt x="0" y="1084545"/>
                  </a:cubicBezTo>
                  <a:cubicBezTo>
                    <a:pt x="0" y="485567"/>
                    <a:pt x="485567" y="0"/>
                    <a:pt x="1084545" y="0"/>
                  </a:cubicBezTo>
                  <a:close/>
                  <a:moveTo>
                    <a:pt x="1095911" y="332791"/>
                  </a:moveTo>
                  <a:cubicBezTo>
                    <a:pt x="680729" y="332791"/>
                    <a:pt x="344157" y="669363"/>
                    <a:pt x="344157" y="1084545"/>
                  </a:cubicBezTo>
                  <a:cubicBezTo>
                    <a:pt x="344157" y="1499727"/>
                    <a:pt x="680729" y="1836299"/>
                    <a:pt x="1095911" y="1836299"/>
                  </a:cubicBezTo>
                  <a:cubicBezTo>
                    <a:pt x="1511093" y="1836299"/>
                    <a:pt x="1847665" y="1499727"/>
                    <a:pt x="1847665" y="1084545"/>
                  </a:cubicBezTo>
                  <a:cubicBezTo>
                    <a:pt x="1847665" y="669363"/>
                    <a:pt x="1511093" y="332791"/>
                    <a:pt x="1095911" y="332791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65D312F-8CF6-3F04-0DFC-3117403DCD41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>
              <a:off x="4655165" y="4546600"/>
              <a:ext cx="393074" cy="37705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058B6D0-520D-9FE4-22AE-E02227C94070}"/>
                </a:ext>
              </a:extLst>
            </p:cNvPr>
            <p:cNvCxnSpPr>
              <a:cxnSpLocks/>
              <a:stCxn id="13" idx="5"/>
              <a:endCxn id="8" idx="0"/>
            </p:cNvCxnSpPr>
            <p:nvPr/>
          </p:nvCxnSpPr>
          <p:spPr>
            <a:xfrm>
              <a:off x="5215889" y="4337608"/>
              <a:ext cx="1" cy="51660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E74A72D-21C0-B88C-CE18-003327D220E2}"/>
                </a:ext>
              </a:extLst>
            </p:cNvPr>
            <p:cNvCxnSpPr>
              <a:cxnSpLocks/>
              <a:endCxn id="8" idx="7"/>
            </p:cNvCxnSpPr>
            <p:nvPr/>
          </p:nvCxnSpPr>
          <p:spPr>
            <a:xfrm flipH="1">
              <a:off x="5383540" y="4543127"/>
              <a:ext cx="368938" cy="38052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DA4C8C-EC25-674C-634D-0D6B50F84A54}"/>
                </a:ext>
              </a:extLst>
            </p:cNvPr>
            <p:cNvCxnSpPr>
              <a:cxnSpLocks/>
              <a:endCxn id="8" idx="6"/>
            </p:cNvCxnSpPr>
            <p:nvPr/>
          </p:nvCxnSpPr>
          <p:spPr>
            <a:xfrm flipH="1">
              <a:off x="5452983" y="5079423"/>
              <a:ext cx="582961" cy="1188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5406C16-95CE-50E9-706C-D8083E919D76}"/>
                </a:ext>
              </a:extLst>
            </p:cNvPr>
            <p:cNvCxnSpPr>
              <a:cxnSpLocks/>
              <a:stCxn id="13" idx="7"/>
              <a:endCxn id="8" idx="4"/>
            </p:cNvCxnSpPr>
            <p:nvPr/>
          </p:nvCxnSpPr>
          <p:spPr>
            <a:xfrm flipV="1">
              <a:off x="5215889" y="5328398"/>
              <a:ext cx="1" cy="51271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9E4A368-C6ED-07E7-2CA7-107160B9AC4B}"/>
                </a:ext>
              </a:extLst>
            </p:cNvPr>
            <p:cNvCxnSpPr>
              <a:cxnSpLocks/>
              <a:endCxn id="8" idx="3"/>
            </p:cNvCxnSpPr>
            <p:nvPr/>
          </p:nvCxnSpPr>
          <p:spPr>
            <a:xfrm flipV="1">
              <a:off x="4667933" y="5258955"/>
              <a:ext cx="380306" cy="3727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4EBB301-3C63-1B78-73B5-CFAFEFCED8CB}"/>
                </a:ext>
              </a:extLst>
            </p:cNvPr>
            <p:cNvCxnSpPr>
              <a:cxnSpLocks/>
              <a:stCxn id="13" idx="6"/>
              <a:endCxn id="8" idx="2"/>
            </p:cNvCxnSpPr>
            <p:nvPr/>
          </p:nvCxnSpPr>
          <p:spPr>
            <a:xfrm>
              <a:off x="4464135" y="5089362"/>
              <a:ext cx="514661" cy="1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7B7F991-57A0-1BEC-5631-502FAC3B1FAA}"/>
                </a:ext>
              </a:extLst>
            </p:cNvPr>
            <p:cNvCxnSpPr>
              <a:cxnSpLocks/>
              <a:endCxn id="8" idx="5"/>
            </p:cNvCxnSpPr>
            <p:nvPr/>
          </p:nvCxnSpPr>
          <p:spPr>
            <a:xfrm flipH="1" flipV="1">
              <a:off x="5383540" y="5258955"/>
              <a:ext cx="435385" cy="29593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6D65EA5-D416-41B1-0858-ED5879EA7687}"/>
                </a:ext>
              </a:extLst>
            </p:cNvPr>
            <p:cNvSpPr/>
            <p:nvPr/>
          </p:nvSpPr>
          <p:spPr>
            <a:xfrm rot="2290624">
              <a:off x="5040610" y="5357495"/>
              <a:ext cx="1155700" cy="90241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9925199-6ED3-4F67-AC26-FDABB20D6CDF}"/>
                </a:ext>
              </a:extLst>
            </p:cNvPr>
            <p:cNvSpPr/>
            <p:nvPr/>
          </p:nvSpPr>
          <p:spPr>
            <a:xfrm>
              <a:off x="5938423" y="5557838"/>
              <a:ext cx="674276" cy="261685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3EEE6E9-688F-74F4-C4B5-BB143EFA9406}"/>
                </a:ext>
              </a:extLst>
            </p:cNvPr>
            <p:cNvSpPr/>
            <p:nvPr/>
          </p:nvSpPr>
          <p:spPr>
            <a:xfrm>
              <a:off x="4978796" y="4854211"/>
              <a:ext cx="474187" cy="474187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9A50BBC-24F2-61DE-5B3C-1D8507CD4EB7}"/>
              </a:ext>
            </a:extLst>
          </p:cNvPr>
          <p:cNvGrpSpPr/>
          <p:nvPr/>
        </p:nvGrpSpPr>
        <p:grpSpPr>
          <a:xfrm>
            <a:off x="4838314" y="518546"/>
            <a:ext cx="4465222" cy="6735308"/>
            <a:chOff x="4119978" y="2413905"/>
            <a:chExt cx="2492721" cy="3760002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619BBD73-5355-76B7-1E95-59F9AE83EBF2}"/>
                </a:ext>
              </a:extLst>
            </p:cNvPr>
            <p:cNvSpPr/>
            <p:nvPr/>
          </p:nvSpPr>
          <p:spPr>
            <a:xfrm>
              <a:off x="5082540" y="3045288"/>
              <a:ext cx="266700" cy="495946"/>
            </a:xfrm>
            <a:prstGeom prst="roundRect">
              <a:avLst/>
            </a:prstGeom>
            <a:solidFill>
              <a:srgbClr val="FF0000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4A58F72D-769A-F3AD-A9E9-917E4FB928D6}"/>
                </a:ext>
              </a:extLst>
            </p:cNvPr>
            <p:cNvSpPr/>
            <p:nvPr/>
          </p:nvSpPr>
          <p:spPr>
            <a:xfrm>
              <a:off x="5029200" y="3451860"/>
              <a:ext cx="381000" cy="682313"/>
            </a:xfrm>
            <a:prstGeom prst="roundRect">
              <a:avLst/>
            </a:prstGeom>
            <a:solidFill>
              <a:srgbClr val="FF0000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">
              <a:extLst>
                <a:ext uri="{FF2B5EF4-FFF2-40B4-BE49-F238E27FC236}">
                  <a16:creationId xmlns:a16="http://schemas.microsoft.com/office/drawing/2014/main" id="{5D66FCE9-BC02-595B-780C-D402902C83F7}"/>
                </a:ext>
              </a:extLst>
            </p:cNvPr>
            <p:cNvSpPr/>
            <p:nvPr/>
          </p:nvSpPr>
          <p:spPr>
            <a:xfrm>
              <a:off x="4472913" y="2413905"/>
              <a:ext cx="1745825" cy="836058"/>
            </a:xfrm>
            <a:custGeom>
              <a:avLst/>
              <a:gdLst>
                <a:gd name="connsiteX0" fmla="*/ 0 w 929640"/>
                <a:gd name="connsiteY0" fmla="*/ 0 h 324948"/>
                <a:gd name="connsiteX1" fmla="*/ 929640 w 929640"/>
                <a:gd name="connsiteY1" fmla="*/ 0 h 324948"/>
                <a:gd name="connsiteX2" fmla="*/ 929640 w 929640"/>
                <a:gd name="connsiteY2" fmla="*/ 324948 h 324948"/>
                <a:gd name="connsiteX3" fmla="*/ 0 w 929640"/>
                <a:gd name="connsiteY3" fmla="*/ 324948 h 324948"/>
                <a:gd name="connsiteX4" fmla="*/ 0 w 929640"/>
                <a:gd name="connsiteY4" fmla="*/ 0 h 324948"/>
                <a:gd name="connsiteX0" fmla="*/ 0 w 1066800"/>
                <a:gd name="connsiteY0" fmla="*/ 0 h 401148"/>
                <a:gd name="connsiteX1" fmla="*/ 1066800 w 1066800"/>
                <a:gd name="connsiteY1" fmla="*/ 76200 h 401148"/>
                <a:gd name="connsiteX2" fmla="*/ 1066800 w 1066800"/>
                <a:gd name="connsiteY2" fmla="*/ 401148 h 401148"/>
                <a:gd name="connsiteX3" fmla="*/ 137160 w 1066800"/>
                <a:gd name="connsiteY3" fmla="*/ 401148 h 401148"/>
                <a:gd name="connsiteX4" fmla="*/ 0 w 1066800"/>
                <a:gd name="connsiteY4" fmla="*/ 0 h 401148"/>
                <a:gd name="connsiteX0" fmla="*/ 0 w 1729740"/>
                <a:gd name="connsiteY0" fmla="*/ 76200 h 477348"/>
                <a:gd name="connsiteX1" fmla="*/ 1729740 w 1729740"/>
                <a:gd name="connsiteY1" fmla="*/ 0 h 477348"/>
                <a:gd name="connsiteX2" fmla="*/ 1066800 w 1729740"/>
                <a:gd name="connsiteY2" fmla="*/ 477348 h 477348"/>
                <a:gd name="connsiteX3" fmla="*/ 137160 w 1729740"/>
                <a:gd name="connsiteY3" fmla="*/ 477348 h 477348"/>
                <a:gd name="connsiteX4" fmla="*/ 0 w 1729740"/>
                <a:gd name="connsiteY4" fmla="*/ 76200 h 477348"/>
                <a:gd name="connsiteX0" fmla="*/ 0 w 1729740"/>
                <a:gd name="connsiteY0" fmla="*/ 76200 h 477348"/>
                <a:gd name="connsiteX1" fmla="*/ 1729740 w 1729740"/>
                <a:gd name="connsiteY1" fmla="*/ 0 h 477348"/>
                <a:gd name="connsiteX2" fmla="*/ 137160 w 1729740"/>
                <a:gd name="connsiteY2" fmla="*/ 477348 h 477348"/>
                <a:gd name="connsiteX3" fmla="*/ 0 w 1729740"/>
                <a:gd name="connsiteY3" fmla="*/ 76200 h 477348"/>
                <a:gd name="connsiteX0" fmla="*/ 0 w 1729740"/>
                <a:gd name="connsiteY0" fmla="*/ 76200 h 477348"/>
                <a:gd name="connsiteX1" fmla="*/ 571500 w 1729740"/>
                <a:gd name="connsiteY1" fmla="*/ 91440 h 477348"/>
                <a:gd name="connsiteX2" fmla="*/ 1729740 w 1729740"/>
                <a:gd name="connsiteY2" fmla="*/ 0 h 477348"/>
                <a:gd name="connsiteX3" fmla="*/ 137160 w 1729740"/>
                <a:gd name="connsiteY3" fmla="*/ 477348 h 477348"/>
                <a:gd name="connsiteX4" fmla="*/ 0 w 1729740"/>
                <a:gd name="connsiteY4" fmla="*/ 76200 h 477348"/>
                <a:gd name="connsiteX0" fmla="*/ 0 w 1729740"/>
                <a:gd name="connsiteY0" fmla="*/ 76200 h 93930"/>
                <a:gd name="connsiteX1" fmla="*/ 571500 w 1729740"/>
                <a:gd name="connsiteY1" fmla="*/ 91440 h 93930"/>
                <a:gd name="connsiteX2" fmla="*/ 1729740 w 1729740"/>
                <a:gd name="connsiteY2" fmla="*/ 0 h 93930"/>
                <a:gd name="connsiteX3" fmla="*/ 0 w 1729740"/>
                <a:gd name="connsiteY3" fmla="*/ 76200 h 93930"/>
                <a:gd name="connsiteX0" fmla="*/ 0 w 1729740"/>
                <a:gd name="connsiteY0" fmla="*/ 117717 h 133342"/>
                <a:gd name="connsiteX1" fmla="*/ 571500 w 1729740"/>
                <a:gd name="connsiteY1" fmla="*/ 132957 h 133342"/>
                <a:gd name="connsiteX2" fmla="*/ 1729740 w 1729740"/>
                <a:gd name="connsiteY2" fmla="*/ 41517 h 133342"/>
                <a:gd name="connsiteX3" fmla="*/ 0 w 1729740"/>
                <a:gd name="connsiteY3" fmla="*/ 117717 h 133342"/>
                <a:gd name="connsiteX0" fmla="*/ 11546 w 1741286"/>
                <a:gd name="connsiteY0" fmla="*/ 117717 h 421467"/>
                <a:gd name="connsiteX1" fmla="*/ 583046 w 1741286"/>
                <a:gd name="connsiteY1" fmla="*/ 132957 h 421467"/>
                <a:gd name="connsiteX2" fmla="*/ 1741286 w 1741286"/>
                <a:gd name="connsiteY2" fmla="*/ 41517 h 421467"/>
                <a:gd name="connsiteX3" fmla="*/ 11546 w 1741286"/>
                <a:gd name="connsiteY3" fmla="*/ 117717 h 421467"/>
                <a:gd name="connsiteX0" fmla="*/ 11546 w 1741286"/>
                <a:gd name="connsiteY0" fmla="*/ 230235 h 533985"/>
                <a:gd name="connsiteX1" fmla="*/ 583046 w 1741286"/>
                <a:gd name="connsiteY1" fmla="*/ 245475 h 533985"/>
                <a:gd name="connsiteX2" fmla="*/ 1741286 w 1741286"/>
                <a:gd name="connsiteY2" fmla="*/ 154035 h 533985"/>
                <a:gd name="connsiteX3" fmla="*/ 11546 w 1741286"/>
                <a:gd name="connsiteY3" fmla="*/ 230235 h 533985"/>
                <a:gd name="connsiteX0" fmla="*/ 7647 w 1745825"/>
                <a:gd name="connsiteY0" fmla="*/ 230235 h 836058"/>
                <a:gd name="connsiteX1" fmla="*/ 579147 w 1745825"/>
                <a:gd name="connsiteY1" fmla="*/ 245475 h 836058"/>
                <a:gd name="connsiteX2" fmla="*/ 1737387 w 1745825"/>
                <a:gd name="connsiteY2" fmla="*/ 154035 h 836058"/>
                <a:gd name="connsiteX3" fmla="*/ 7647 w 1745825"/>
                <a:gd name="connsiteY3" fmla="*/ 230235 h 836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5825" h="836058">
                  <a:moveTo>
                    <a:pt x="7647" y="230235"/>
                  </a:moveTo>
                  <a:cubicBezTo>
                    <a:pt x="152427" y="-49165"/>
                    <a:pt x="388647" y="258175"/>
                    <a:pt x="579147" y="245475"/>
                  </a:cubicBezTo>
                  <a:cubicBezTo>
                    <a:pt x="965227" y="214995"/>
                    <a:pt x="1549427" y="-226965"/>
                    <a:pt x="1737387" y="154035"/>
                  </a:cubicBezTo>
                  <a:cubicBezTo>
                    <a:pt x="1892327" y="1154795"/>
                    <a:pt x="-139673" y="943975"/>
                    <a:pt x="7647" y="230235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A8714F9-BC09-120B-D88B-089F7B8655E9}"/>
                </a:ext>
              </a:extLst>
            </p:cNvPr>
            <p:cNvSpPr/>
            <p:nvPr/>
          </p:nvSpPr>
          <p:spPr>
            <a:xfrm>
              <a:off x="4119978" y="4004817"/>
              <a:ext cx="2169090" cy="2169090"/>
            </a:xfrm>
            <a:custGeom>
              <a:avLst/>
              <a:gdLst>
                <a:gd name="connsiteX0" fmla="*/ 1084545 w 2169090"/>
                <a:gd name="connsiteY0" fmla="*/ 0 h 2169090"/>
                <a:gd name="connsiteX1" fmla="*/ 2169090 w 2169090"/>
                <a:gd name="connsiteY1" fmla="*/ 1084545 h 2169090"/>
                <a:gd name="connsiteX2" fmla="*/ 1084545 w 2169090"/>
                <a:gd name="connsiteY2" fmla="*/ 2169090 h 2169090"/>
                <a:gd name="connsiteX3" fmla="*/ 0 w 2169090"/>
                <a:gd name="connsiteY3" fmla="*/ 1084545 h 2169090"/>
                <a:gd name="connsiteX4" fmla="*/ 1084545 w 2169090"/>
                <a:gd name="connsiteY4" fmla="*/ 0 h 2169090"/>
                <a:gd name="connsiteX5" fmla="*/ 1095911 w 2169090"/>
                <a:gd name="connsiteY5" fmla="*/ 332791 h 2169090"/>
                <a:gd name="connsiteX6" fmla="*/ 344157 w 2169090"/>
                <a:gd name="connsiteY6" fmla="*/ 1084545 h 2169090"/>
                <a:gd name="connsiteX7" fmla="*/ 1095911 w 2169090"/>
                <a:gd name="connsiteY7" fmla="*/ 1836299 h 2169090"/>
                <a:gd name="connsiteX8" fmla="*/ 1847665 w 2169090"/>
                <a:gd name="connsiteY8" fmla="*/ 1084545 h 2169090"/>
                <a:gd name="connsiteX9" fmla="*/ 1095911 w 2169090"/>
                <a:gd name="connsiteY9" fmla="*/ 332791 h 216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69090" h="2169090">
                  <a:moveTo>
                    <a:pt x="1084545" y="0"/>
                  </a:moveTo>
                  <a:cubicBezTo>
                    <a:pt x="1683523" y="0"/>
                    <a:pt x="2169090" y="485567"/>
                    <a:pt x="2169090" y="1084545"/>
                  </a:cubicBezTo>
                  <a:cubicBezTo>
                    <a:pt x="2169090" y="1683523"/>
                    <a:pt x="1683523" y="2169090"/>
                    <a:pt x="1084545" y="2169090"/>
                  </a:cubicBezTo>
                  <a:cubicBezTo>
                    <a:pt x="485567" y="2169090"/>
                    <a:pt x="0" y="1683523"/>
                    <a:pt x="0" y="1084545"/>
                  </a:cubicBezTo>
                  <a:cubicBezTo>
                    <a:pt x="0" y="485567"/>
                    <a:pt x="485567" y="0"/>
                    <a:pt x="1084545" y="0"/>
                  </a:cubicBezTo>
                  <a:close/>
                  <a:moveTo>
                    <a:pt x="1095911" y="332791"/>
                  </a:moveTo>
                  <a:cubicBezTo>
                    <a:pt x="680729" y="332791"/>
                    <a:pt x="344157" y="669363"/>
                    <a:pt x="344157" y="1084545"/>
                  </a:cubicBezTo>
                  <a:cubicBezTo>
                    <a:pt x="344157" y="1499727"/>
                    <a:pt x="680729" y="1836299"/>
                    <a:pt x="1095911" y="1836299"/>
                  </a:cubicBezTo>
                  <a:cubicBezTo>
                    <a:pt x="1511093" y="1836299"/>
                    <a:pt x="1847665" y="1499727"/>
                    <a:pt x="1847665" y="1084545"/>
                  </a:cubicBezTo>
                  <a:cubicBezTo>
                    <a:pt x="1847665" y="669363"/>
                    <a:pt x="1511093" y="332791"/>
                    <a:pt x="1095911" y="332791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EF3143A-0C91-61BE-B219-8C5441B6E365}"/>
                </a:ext>
              </a:extLst>
            </p:cNvPr>
            <p:cNvCxnSpPr>
              <a:cxnSpLocks/>
              <a:endCxn id="62" idx="1"/>
            </p:cNvCxnSpPr>
            <p:nvPr/>
          </p:nvCxnSpPr>
          <p:spPr>
            <a:xfrm>
              <a:off x="4655165" y="4546600"/>
              <a:ext cx="393074" cy="37705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1B63486-6CB2-7EB9-2266-A5CB4C3B5E7A}"/>
                </a:ext>
              </a:extLst>
            </p:cNvPr>
            <p:cNvCxnSpPr>
              <a:cxnSpLocks/>
              <a:stCxn id="51" idx="5"/>
              <a:endCxn id="62" idx="0"/>
            </p:cNvCxnSpPr>
            <p:nvPr/>
          </p:nvCxnSpPr>
          <p:spPr>
            <a:xfrm>
              <a:off x="5215889" y="4337608"/>
              <a:ext cx="1" cy="51660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F8773C5-315C-F58B-AFDA-335F9CFF6765}"/>
                </a:ext>
              </a:extLst>
            </p:cNvPr>
            <p:cNvCxnSpPr>
              <a:cxnSpLocks/>
              <a:endCxn id="62" idx="7"/>
            </p:cNvCxnSpPr>
            <p:nvPr/>
          </p:nvCxnSpPr>
          <p:spPr>
            <a:xfrm flipH="1">
              <a:off x="5383540" y="4543127"/>
              <a:ext cx="368938" cy="38052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7A621C4-FEC6-6AE1-62F5-6C48EDEA50DA}"/>
                </a:ext>
              </a:extLst>
            </p:cNvPr>
            <p:cNvCxnSpPr>
              <a:cxnSpLocks/>
              <a:endCxn id="62" idx="6"/>
            </p:cNvCxnSpPr>
            <p:nvPr/>
          </p:nvCxnSpPr>
          <p:spPr>
            <a:xfrm flipH="1">
              <a:off x="5452983" y="5079423"/>
              <a:ext cx="582961" cy="1188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B126623-F854-26F9-1C52-59EC9F60A99D}"/>
                </a:ext>
              </a:extLst>
            </p:cNvPr>
            <p:cNvCxnSpPr>
              <a:cxnSpLocks/>
              <a:stCxn id="51" idx="7"/>
              <a:endCxn id="62" idx="4"/>
            </p:cNvCxnSpPr>
            <p:nvPr/>
          </p:nvCxnSpPr>
          <p:spPr>
            <a:xfrm flipV="1">
              <a:off x="5215889" y="5328398"/>
              <a:ext cx="1" cy="51271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D5C82D5-BF17-604C-B630-9668AF8F69A5}"/>
                </a:ext>
              </a:extLst>
            </p:cNvPr>
            <p:cNvCxnSpPr>
              <a:cxnSpLocks/>
              <a:endCxn id="62" idx="3"/>
            </p:cNvCxnSpPr>
            <p:nvPr/>
          </p:nvCxnSpPr>
          <p:spPr>
            <a:xfrm flipV="1">
              <a:off x="4667933" y="5258955"/>
              <a:ext cx="380306" cy="3727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02463F3-859B-493D-3F3D-9C843D6B5528}"/>
                </a:ext>
              </a:extLst>
            </p:cNvPr>
            <p:cNvCxnSpPr>
              <a:cxnSpLocks/>
              <a:stCxn id="51" idx="6"/>
              <a:endCxn id="62" idx="2"/>
            </p:cNvCxnSpPr>
            <p:nvPr/>
          </p:nvCxnSpPr>
          <p:spPr>
            <a:xfrm>
              <a:off x="4464135" y="5089362"/>
              <a:ext cx="514661" cy="1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E45FC4F-B6B9-3AA9-AB60-39AE6A36FFBF}"/>
                </a:ext>
              </a:extLst>
            </p:cNvPr>
            <p:cNvCxnSpPr>
              <a:cxnSpLocks/>
              <a:endCxn id="62" idx="5"/>
            </p:cNvCxnSpPr>
            <p:nvPr/>
          </p:nvCxnSpPr>
          <p:spPr>
            <a:xfrm flipH="1" flipV="1">
              <a:off x="5383540" y="5258955"/>
              <a:ext cx="435385" cy="29593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9BFD3DEC-AC1B-B70B-37CB-06207B5E71C2}"/>
                </a:ext>
              </a:extLst>
            </p:cNvPr>
            <p:cNvSpPr/>
            <p:nvPr/>
          </p:nvSpPr>
          <p:spPr>
            <a:xfrm rot="2290624">
              <a:off x="5040610" y="5357495"/>
              <a:ext cx="1155700" cy="90241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21E2BF9D-2A74-D529-7F7C-5E5302F1E4A0}"/>
                </a:ext>
              </a:extLst>
            </p:cNvPr>
            <p:cNvSpPr/>
            <p:nvPr/>
          </p:nvSpPr>
          <p:spPr>
            <a:xfrm>
              <a:off x="5938423" y="5557838"/>
              <a:ext cx="674276" cy="261685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B271B3C-900A-D0F7-3FCC-09D8DF1BD5D5}"/>
                </a:ext>
              </a:extLst>
            </p:cNvPr>
            <p:cNvSpPr/>
            <p:nvPr/>
          </p:nvSpPr>
          <p:spPr>
            <a:xfrm>
              <a:off x="4978796" y="4854211"/>
              <a:ext cx="474187" cy="474187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AED0105-89B0-2753-8821-478DC9CF69FB}"/>
              </a:ext>
            </a:extLst>
          </p:cNvPr>
          <p:cNvGrpSpPr/>
          <p:nvPr/>
        </p:nvGrpSpPr>
        <p:grpSpPr>
          <a:xfrm>
            <a:off x="-2904494" y="168759"/>
            <a:ext cx="4465222" cy="6735308"/>
            <a:chOff x="4119978" y="2413905"/>
            <a:chExt cx="2492721" cy="3760002"/>
          </a:xfrm>
          <a:solidFill>
            <a:schemeClr val="bg1"/>
          </a:solidFill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E0E9794-A7C2-BF22-3B30-DC5FAE5BC2AA}"/>
                </a:ext>
              </a:extLst>
            </p:cNvPr>
            <p:cNvCxnSpPr>
              <a:cxnSpLocks/>
              <a:stCxn id="67" idx="5"/>
              <a:endCxn id="78" idx="0"/>
            </p:cNvCxnSpPr>
            <p:nvPr/>
          </p:nvCxnSpPr>
          <p:spPr>
            <a:xfrm>
              <a:off x="5215889" y="4337608"/>
              <a:ext cx="1" cy="516603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70BF3A5-E359-B548-CD1D-CCAC0FC9BE6F}"/>
                </a:ext>
              </a:extLst>
            </p:cNvPr>
            <p:cNvCxnSpPr>
              <a:cxnSpLocks/>
              <a:endCxn id="78" idx="7"/>
            </p:cNvCxnSpPr>
            <p:nvPr/>
          </p:nvCxnSpPr>
          <p:spPr>
            <a:xfrm flipH="1">
              <a:off x="5383540" y="4543127"/>
              <a:ext cx="368938" cy="380527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AB3E02C-89AA-132D-0E19-321FBB2EB4EF}"/>
                </a:ext>
              </a:extLst>
            </p:cNvPr>
            <p:cNvCxnSpPr>
              <a:cxnSpLocks/>
              <a:endCxn id="78" idx="1"/>
            </p:cNvCxnSpPr>
            <p:nvPr/>
          </p:nvCxnSpPr>
          <p:spPr>
            <a:xfrm>
              <a:off x="4655165" y="4546600"/>
              <a:ext cx="393074" cy="377054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D26352E0-3AF0-B11B-8E32-9C92CACA440A}"/>
                </a:ext>
              </a:extLst>
            </p:cNvPr>
            <p:cNvCxnSpPr>
              <a:cxnSpLocks/>
              <a:endCxn id="78" idx="6"/>
            </p:cNvCxnSpPr>
            <p:nvPr/>
          </p:nvCxnSpPr>
          <p:spPr>
            <a:xfrm flipH="1">
              <a:off x="5452983" y="5079423"/>
              <a:ext cx="582961" cy="11882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D5FBD15-FD0B-59B4-DB2B-37CEA2832037}"/>
                </a:ext>
              </a:extLst>
            </p:cNvPr>
            <p:cNvCxnSpPr>
              <a:cxnSpLocks/>
              <a:stCxn id="67" idx="7"/>
              <a:endCxn id="78" idx="4"/>
            </p:cNvCxnSpPr>
            <p:nvPr/>
          </p:nvCxnSpPr>
          <p:spPr>
            <a:xfrm flipV="1">
              <a:off x="5215889" y="5328398"/>
              <a:ext cx="1" cy="512718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8CAEF27-EC56-77B8-61E9-06C1A6BF188F}"/>
                </a:ext>
              </a:extLst>
            </p:cNvPr>
            <p:cNvCxnSpPr>
              <a:cxnSpLocks/>
              <a:endCxn id="78" idx="3"/>
            </p:cNvCxnSpPr>
            <p:nvPr/>
          </p:nvCxnSpPr>
          <p:spPr>
            <a:xfrm flipV="1">
              <a:off x="4667933" y="5258955"/>
              <a:ext cx="380306" cy="372747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9B56575-D19D-175D-4998-699B6657ED27}"/>
                </a:ext>
              </a:extLst>
            </p:cNvPr>
            <p:cNvCxnSpPr>
              <a:cxnSpLocks/>
              <a:stCxn id="67" idx="6"/>
              <a:endCxn id="78" idx="2"/>
            </p:cNvCxnSpPr>
            <p:nvPr/>
          </p:nvCxnSpPr>
          <p:spPr>
            <a:xfrm>
              <a:off x="4464135" y="5089362"/>
              <a:ext cx="514661" cy="1943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21D943B5-07EB-4661-0DE5-D7459DBBB47D}"/>
                </a:ext>
              </a:extLst>
            </p:cNvPr>
            <p:cNvSpPr/>
            <p:nvPr/>
          </p:nvSpPr>
          <p:spPr>
            <a:xfrm>
              <a:off x="5082540" y="3045288"/>
              <a:ext cx="266700" cy="495946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F8937099-9764-E3E4-E060-7E055845F9B2}"/>
                </a:ext>
              </a:extLst>
            </p:cNvPr>
            <p:cNvSpPr/>
            <p:nvPr/>
          </p:nvSpPr>
          <p:spPr>
            <a:xfrm>
              <a:off x="5029200" y="3451860"/>
              <a:ext cx="381000" cy="682313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6E7F5E4D-0094-00DC-F14F-30883FB4068E}"/>
                </a:ext>
              </a:extLst>
            </p:cNvPr>
            <p:cNvSpPr/>
            <p:nvPr/>
          </p:nvSpPr>
          <p:spPr>
            <a:xfrm>
              <a:off x="4472913" y="2413905"/>
              <a:ext cx="1745825" cy="836058"/>
            </a:xfrm>
            <a:custGeom>
              <a:avLst/>
              <a:gdLst>
                <a:gd name="connsiteX0" fmla="*/ 0 w 929640"/>
                <a:gd name="connsiteY0" fmla="*/ 0 h 324948"/>
                <a:gd name="connsiteX1" fmla="*/ 929640 w 929640"/>
                <a:gd name="connsiteY1" fmla="*/ 0 h 324948"/>
                <a:gd name="connsiteX2" fmla="*/ 929640 w 929640"/>
                <a:gd name="connsiteY2" fmla="*/ 324948 h 324948"/>
                <a:gd name="connsiteX3" fmla="*/ 0 w 929640"/>
                <a:gd name="connsiteY3" fmla="*/ 324948 h 324948"/>
                <a:gd name="connsiteX4" fmla="*/ 0 w 929640"/>
                <a:gd name="connsiteY4" fmla="*/ 0 h 324948"/>
                <a:gd name="connsiteX0" fmla="*/ 0 w 1066800"/>
                <a:gd name="connsiteY0" fmla="*/ 0 h 401148"/>
                <a:gd name="connsiteX1" fmla="*/ 1066800 w 1066800"/>
                <a:gd name="connsiteY1" fmla="*/ 76200 h 401148"/>
                <a:gd name="connsiteX2" fmla="*/ 1066800 w 1066800"/>
                <a:gd name="connsiteY2" fmla="*/ 401148 h 401148"/>
                <a:gd name="connsiteX3" fmla="*/ 137160 w 1066800"/>
                <a:gd name="connsiteY3" fmla="*/ 401148 h 401148"/>
                <a:gd name="connsiteX4" fmla="*/ 0 w 1066800"/>
                <a:gd name="connsiteY4" fmla="*/ 0 h 401148"/>
                <a:gd name="connsiteX0" fmla="*/ 0 w 1729740"/>
                <a:gd name="connsiteY0" fmla="*/ 76200 h 477348"/>
                <a:gd name="connsiteX1" fmla="*/ 1729740 w 1729740"/>
                <a:gd name="connsiteY1" fmla="*/ 0 h 477348"/>
                <a:gd name="connsiteX2" fmla="*/ 1066800 w 1729740"/>
                <a:gd name="connsiteY2" fmla="*/ 477348 h 477348"/>
                <a:gd name="connsiteX3" fmla="*/ 137160 w 1729740"/>
                <a:gd name="connsiteY3" fmla="*/ 477348 h 477348"/>
                <a:gd name="connsiteX4" fmla="*/ 0 w 1729740"/>
                <a:gd name="connsiteY4" fmla="*/ 76200 h 477348"/>
                <a:gd name="connsiteX0" fmla="*/ 0 w 1729740"/>
                <a:gd name="connsiteY0" fmla="*/ 76200 h 477348"/>
                <a:gd name="connsiteX1" fmla="*/ 1729740 w 1729740"/>
                <a:gd name="connsiteY1" fmla="*/ 0 h 477348"/>
                <a:gd name="connsiteX2" fmla="*/ 137160 w 1729740"/>
                <a:gd name="connsiteY2" fmla="*/ 477348 h 477348"/>
                <a:gd name="connsiteX3" fmla="*/ 0 w 1729740"/>
                <a:gd name="connsiteY3" fmla="*/ 76200 h 477348"/>
                <a:gd name="connsiteX0" fmla="*/ 0 w 1729740"/>
                <a:gd name="connsiteY0" fmla="*/ 76200 h 477348"/>
                <a:gd name="connsiteX1" fmla="*/ 571500 w 1729740"/>
                <a:gd name="connsiteY1" fmla="*/ 91440 h 477348"/>
                <a:gd name="connsiteX2" fmla="*/ 1729740 w 1729740"/>
                <a:gd name="connsiteY2" fmla="*/ 0 h 477348"/>
                <a:gd name="connsiteX3" fmla="*/ 137160 w 1729740"/>
                <a:gd name="connsiteY3" fmla="*/ 477348 h 477348"/>
                <a:gd name="connsiteX4" fmla="*/ 0 w 1729740"/>
                <a:gd name="connsiteY4" fmla="*/ 76200 h 477348"/>
                <a:gd name="connsiteX0" fmla="*/ 0 w 1729740"/>
                <a:gd name="connsiteY0" fmla="*/ 76200 h 93930"/>
                <a:gd name="connsiteX1" fmla="*/ 571500 w 1729740"/>
                <a:gd name="connsiteY1" fmla="*/ 91440 h 93930"/>
                <a:gd name="connsiteX2" fmla="*/ 1729740 w 1729740"/>
                <a:gd name="connsiteY2" fmla="*/ 0 h 93930"/>
                <a:gd name="connsiteX3" fmla="*/ 0 w 1729740"/>
                <a:gd name="connsiteY3" fmla="*/ 76200 h 93930"/>
                <a:gd name="connsiteX0" fmla="*/ 0 w 1729740"/>
                <a:gd name="connsiteY0" fmla="*/ 117717 h 133342"/>
                <a:gd name="connsiteX1" fmla="*/ 571500 w 1729740"/>
                <a:gd name="connsiteY1" fmla="*/ 132957 h 133342"/>
                <a:gd name="connsiteX2" fmla="*/ 1729740 w 1729740"/>
                <a:gd name="connsiteY2" fmla="*/ 41517 h 133342"/>
                <a:gd name="connsiteX3" fmla="*/ 0 w 1729740"/>
                <a:gd name="connsiteY3" fmla="*/ 117717 h 133342"/>
                <a:gd name="connsiteX0" fmla="*/ 11546 w 1741286"/>
                <a:gd name="connsiteY0" fmla="*/ 117717 h 421467"/>
                <a:gd name="connsiteX1" fmla="*/ 583046 w 1741286"/>
                <a:gd name="connsiteY1" fmla="*/ 132957 h 421467"/>
                <a:gd name="connsiteX2" fmla="*/ 1741286 w 1741286"/>
                <a:gd name="connsiteY2" fmla="*/ 41517 h 421467"/>
                <a:gd name="connsiteX3" fmla="*/ 11546 w 1741286"/>
                <a:gd name="connsiteY3" fmla="*/ 117717 h 421467"/>
                <a:gd name="connsiteX0" fmla="*/ 11546 w 1741286"/>
                <a:gd name="connsiteY0" fmla="*/ 230235 h 533985"/>
                <a:gd name="connsiteX1" fmla="*/ 583046 w 1741286"/>
                <a:gd name="connsiteY1" fmla="*/ 245475 h 533985"/>
                <a:gd name="connsiteX2" fmla="*/ 1741286 w 1741286"/>
                <a:gd name="connsiteY2" fmla="*/ 154035 h 533985"/>
                <a:gd name="connsiteX3" fmla="*/ 11546 w 1741286"/>
                <a:gd name="connsiteY3" fmla="*/ 230235 h 533985"/>
                <a:gd name="connsiteX0" fmla="*/ 7647 w 1745825"/>
                <a:gd name="connsiteY0" fmla="*/ 230235 h 836058"/>
                <a:gd name="connsiteX1" fmla="*/ 579147 w 1745825"/>
                <a:gd name="connsiteY1" fmla="*/ 245475 h 836058"/>
                <a:gd name="connsiteX2" fmla="*/ 1737387 w 1745825"/>
                <a:gd name="connsiteY2" fmla="*/ 154035 h 836058"/>
                <a:gd name="connsiteX3" fmla="*/ 7647 w 1745825"/>
                <a:gd name="connsiteY3" fmla="*/ 230235 h 836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5825" h="836058">
                  <a:moveTo>
                    <a:pt x="7647" y="230235"/>
                  </a:moveTo>
                  <a:cubicBezTo>
                    <a:pt x="152427" y="-49165"/>
                    <a:pt x="388647" y="258175"/>
                    <a:pt x="579147" y="245475"/>
                  </a:cubicBezTo>
                  <a:cubicBezTo>
                    <a:pt x="965227" y="214995"/>
                    <a:pt x="1549427" y="-226965"/>
                    <a:pt x="1737387" y="154035"/>
                  </a:cubicBezTo>
                  <a:cubicBezTo>
                    <a:pt x="1892327" y="1154795"/>
                    <a:pt x="-139673" y="943975"/>
                    <a:pt x="7647" y="230235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A9F4F8A-90EB-869A-8D55-8FD1FAD28780}"/>
                </a:ext>
              </a:extLst>
            </p:cNvPr>
            <p:cNvSpPr/>
            <p:nvPr/>
          </p:nvSpPr>
          <p:spPr>
            <a:xfrm>
              <a:off x="4119978" y="4004817"/>
              <a:ext cx="2169090" cy="2169090"/>
            </a:xfrm>
            <a:custGeom>
              <a:avLst/>
              <a:gdLst>
                <a:gd name="connsiteX0" fmla="*/ 1084545 w 2169090"/>
                <a:gd name="connsiteY0" fmla="*/ 0 h 2169090"/>
                <a:gd name="connsiteX1" fmla="*/ 2169090 w 2169090"/>
                <a:gd name="connsiteY1" fmla="*/ 1084545 h 2169090"/>
                <a:gd name="connsiteX2" fmla="*/ 1084545 w 2169090"/>
                <a:gd name="connsiteY2" fmla="*/ 2169090 h 2169090"/>
                <a:gd name="connsiteX3" fmla="*/ 0 w 2169090"/>
                <a:gd name="connsiteY3" fmla="*/ 1084545 h 2169090"/>
                <a:gd name="connsiteX4" fmla="*/ 1084545 w 2169090"/>
                <a:gd name="connsiteY4" fmla="*/ 0 h 2169090"/>
                <a:gd name="connsiteX5" fmla="*/ 1095911 w 2169090"/>
                <a:gd name="connsiteY5" fmla="*/ 332791 h 2169090"/>
                <a:gd name="connsiteX6" fmla="*/ 344157 w 2169090"/>
                <a:gd name="connsiteY6" fmla="*/ 1084545 h 2169090"/>
                <a:gd name="connsiteX7" fmla="*/ 1095911 w 2169090"/>
                <a:gd name="connsiteY7" fmla="*/ 1836299 h 2169090"/>
                <a:gd name="connsiteX8" fmla="*/ 1847665 w 2169090"/>
                <a:gd name="connsiteY8" fmla="*/ 1084545 h 2169090"/>
                <a:gd name="connsiteX9" fmla="*/ 1095911 w 2169090"/>
                <a:gd name="connsiteY9" fmla="*/ 332791 h 216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69090" h="2169090">
                  <a:moveTo>
                    <a:pt x="1084545" y="0"/>
                  </a:moveTo>
                  <a:cubicBezTo>
                    <a:pt x="1683523" y="0"/>
                    <a:pt x="2169090" y="485567"/>
                    <a:pt x="2169090" y="1084545"/>
                  </a:cubicBezTo>
                  <a:cubicBezTo>
                    <a:pt x="2169090" y="1683523"/>
                    <a:pt x="1683523" y="2169090"/>
                    <a:pt x="1084545" y="2169090"/>
                  </a:cubicBezTo>
                  <a:cubicBezTo>
                    <a:pt x="485567" y="2169090"/>
                    <a:pt x="0" y="1683523"/>
                    <a:pt x="0" y="1084545"/>
                  </a:cubicBezTo>
                  <a:cubicBezTo>
                    <a:pt x="0" y="485567"/>
                    <a:pt x="485567" y="0"/>
                    <a:pt x="1084545" y="0"/>
                  </a:cubicBezTo>
                  <a:close/>
                  <a:moveTo>
                    <a:pt x="1095911" y="332791"/>
                  </a:moveTo>
                  <a:cubicBezTo>
                    <a:pt x="680729" y="332791"/>
                    <a:pt x="344157" y="669363"/>
                    <a:pt x="344157" y="1084545"/>
                  </a:cubicBezTo>
                  <a:cubicBezTo>
                    <a:pt x="344157" y="1499727"/>
                    <a:pt x="680729" y="1836299"/>
                    <a:pt x="1095911" y="1836299"/>
                  </a:cubicBezTo>
                  <a:cubicBezTo>
                    <a:pt x="1511093" y="1836299"/>
                    <a:pt x="1847665" y="1499727"/>
                    <a:pt x="1847665" y="1084545"/>
                  </a:cubicBezTo>
                  <a:cubicBezTo>
                    <a:pt x="1847665" y="669363"/>
                    <a:pt x="1511093" y="332791"/>
                    <a:pt x="1095911" y="332791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506DB2D-8F01-8244-AA13-24E92EC3444F}"/>
                </a:ext>
              </a:extLst>
            </p:cNvPr>
            <p:cNvCxnSpPr>
              <a:cxnSpLocks/>
              <a:endCxn id="78" idx="5"/>
            </p:cNvCxnSpPr>
            <p:nvPr/>
          </p:nvCxnSpPr>
          <p:spPr>
            <a:xfrm flipH="1" flipV="1">
              <a:off x="5383540" y="5258955"/>
              <a:ext cx="435385" cy="295933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83768E7F-5233-3BE9-E2C1-60A06B012731}"/>
                </a:ext>
              </a:extLst>
            </p:cNvPr>
            <p:cNvSpPr/>
            <p:nvPr/>
          </p:nvSpPr>
          <p:spPr>
            <a:xfrm rot="2290624">
              <a:off x="5040610" y="5357495"/>
              <a:ext cx="1155700" cy="90241"/>
            </a:xfrm>
            <a:prstGeom prst="roundRect">
              <a:avLst>
                <a:gd name="adj" fmla="val 50000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459623A0-1E13-FE3B-F6E5-C80EC4F779BD}"/>
                </a:ext>
              </a:extLst>
            </p:cNvPr>
            <p:cNvSpPr/>
            <p:nvPr/>
          </p:nvSpPr>
          <p:spPr>
            <a:xfrm>
              <a:off x="5938423" y="5557838"/>
              <a:ext cx="674276" cy="261685"/>
            </a:xfrm>
            <a:prstGeom prst="roundRect">
              <a:avLst>
                <a:gd name="adj" fmla="val 50000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D929E071-0016-4259-BB6B-78F2BBC0973B}"/>
                </a:ext>
              </a:extLst>
            </p:cNvPr>
            <p:cNvSpPr/>
            <p:nvPr/>
          </p:nvSpPr>
          <p:spPr>
            <a:xfrm>
              <a:off x="4978796" y="4854211"/>
              <a:ext cx="474187" cy="474187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3862526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2599</TotalTime>
  <Words>3</Words>
  <Application>Microsoft Office PowerPoint</Application>
  <PresentationFormat>Custom</PresentationFormat>
  <Paragraphs>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295</cp:revision>
  <dcterms:created xsi:type="dcterms:W3CDTF">2025-02-22T17:47:33Z</dcterms:created>
  <dcterms:modified xsi:type="dcterms:W3CDTF">2025-05-25T22:14:19Z</dcterms:modified>
</cp:coreProperties>
</file>