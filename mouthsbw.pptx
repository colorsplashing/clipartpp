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57" r:id="rId5"/>
    <p:sldId id="261" r:id="rId6"/>
    <p:sldId id="256" r:id="rId7"/>
    <p:sldId id="266" r:id="rId8"/>
    <p:sldId id="267" r:id="rId9"/>
    <p:sldId id="258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82" r:id="rId19"/>
    <p:sldId id="278" r:id="rId20"/>
    <p:sldId id="277" r:id="rId21"/>
    <p:sldId id="279" r:id="rId22"/>
    <p:sldId id="259" r:id="rId23"/>
    <p:sldId id="260" r:id="rId24"/>
    <p:sldId id="265" r:id="rId25"/>
    <p:sldId id="280" r:id="rId26"/>
    <p:sldId id="281" r:id="rId2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4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4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6" y="1079818"/>
            <a:ext cx="5098642" cy="5612764"/>
            <a:chOff x="-3816165" y="-994462"/>
            <a:chExt cx="2426824" cy="2671533"/>
          </a:xfrm>
          <a:solidFill>
            <a:schemeClr val="bg1"/>
          </a:solidFill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28217" y="433754"/>
              <a:ext cx="138876" cy="4912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grpFill/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371D93-ED21-9F14-59BD-A229FDA1A731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6197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68E9D-4BAD-49DE-8691-7866E1D4E2C7}"/>
              </a:ext>
            </a:extLst>
          </p:cNvPr>
          <p:cNvGrpSpPr/>
          <p:nvPr/>
        </p:nvGrpSpPr>
        <p:grpSpPr>
          <a:xfrm>
            <a:off x="1542898" y="1835328"/>
            <a:ext cx="7353658" cy="4141149"/>
            <a:chOff x="-692103" y="-805956"/>
            <a:chExt cx="2862356" cy="1611911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EBBD9D-4766-4FB7-A11B-38918C2BEE86}"/>
                </a:ext>
              </a:extLst>
            </p:cNvPr>
            <p:cNvGrpSpPr/>
            <p:nvPr/>
          </p:nvGrpSpPr>
          <p:grpSpPr>
            <a:xfrm>
              <a:off x="-675820" y="-805956"/>
              <a:ext cx="2844990" cy="1611911"/>
              <a:chOff x="8168255" y="1888526"/>
              <a:chExt cx="2844990" cy="1611911"/>
            </a:xfrm>
            <a:grpFill/>
          </p:grpSpPr>
          <p:sp>
            <p:nvSpPr>
              <p:cNvPr id="16" name="Rectangle 21">
                <a:extLst>
                  <a:ext uri="{FF2B5EF4-FFF2-40B4-BE49-F238E27FC236}">
                    <a16:creationId xmlns:a16="http://schemas.microsoft.com/office/drawing/2014/main" id="{A04FC175-3950-424C-B302-62AE54B3CBDE}"/>
                  </a:ext>
                </a:extLst>
              </p:cNvPr>
              <p:cNvSpPr/>
              <p:nvPr/>
            </p:nvSpPr>
            <p:spPr>
              <a:xfrm>
                <a:off x="8211629" y="2324674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Oval 48">
                <a:extLst>
                  <a:ext uri="{FF2B5EF4-FFF2-40B4-BE49-F238E27FC236}">
                    <a16:creationId xmlns:a16="http://schemas.microsoft.com/office/drawing/2014/main" id="{95B2E419-56F1-4CC0-A48A-0F2921912E67}"/>
                  </a:ext>
                </a:extLst>
              </p:cNvPr>
              <p:cNvSpPr/>
              <p:nvPr/>
            </p:nvSpPr>
            <p:spPr>
              <a:xfrm>
                <a:off x="8795873" y="2636658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13AE69D-BE48-46D5-A1AF-4037B197C855}"/>
                  </a:ext>
                </a:extLst>
              </p:cNvPr>
              <p:cNvSpPr/>
              <p:nvPr/>
            </p:nvSpPr>
            <p:spPr>
              <a:xfrm>
                <a:off x="8435544" y="2279887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4C0D7C6-5333-40B3-8998-8AA0F938F084}"/>
                  </a:ext>
                </a:extLst>
              </p:cNvPr>
              <p:cNvSpPr/>
              <p:nvPr/>
            </p:nvSpPr>
            <p:spPr>
              <a:xfrm>
                <a:off x="9090658" y="2947722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9951F11-F2A2-429B-B61C-3D18EE28AF62}"/>
                  </a:ext>
                </a:extLst>
              </p:cNvPr>
              <p:cNvSpPr/>
              <p:nvPr/>
            </p:nvSpPr>
            <p:spPr>
              <a:xfrm>
                <a:off x="8168255" y="1888526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82DD4E-F8EF-4030-94FE-64E668F52B5F}"/>
                </a:ext>
              </a:extLst>
            </p:cNvPr>
            <p:cNvSpPr/>
            <p:nvPr/>
          </p:nvSpPr>
          <p:spPr>
            <a:xfrm rot="12291759">
              <a:off x="-692103" y="-278728"/>
              <a:ext cx="128037" cy="4412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F1E66C-A8D9-4A99-9335-B3D38F32B198}"/>
                </a:ext>
              </a:extLst>
            </p:cNvPr>
            <p:cNvSpPr/>
            <p:nvPr/>
          </p:nvSpPr>
          <p:spPr>
            <a:xfrm rot="10529348" flipH="1">
              <a:off x="2073979" y="-251668"/>
              <a:ext cx="96274" cy="38211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182E7-EB4E-DCC2-7CA1-591A7295831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032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98379D-2DDE-4AEA-961C-B22ADC866C36}"/>
              </a:ext>
            </a:extLst>
          </p:cNvPr>
          <p:cNvGrpSpPr/>
          <p:nvPr/>
        </p:nvGrpSpPr>
        <p:grpSpPr>
          <a:xfrm>
            <a:off x="1138135" y="1687443"/>
            <a:ext cx="7791378" cy="4397513"/>
            <a:chOff x="-2109259" y="-2562290"/>
            <a:chExt cx="2855934" cy="1611911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6FBC09-A777-446C-8F50-2870E088C841}"/>
                </a:ext>
              </a:extLst>
            </p:cNvPr>
            <p:cNvGrpSpPr/>
            <p:nvPr/>
          </p:nvGrpSpPr>
          <p:grpSpPr>
            <a:xfrm>
              <a:off x="-2098315" y="-2562290"/>
              <a:ext cx="2844990" cy="1611911"/>
              <a:chOff x="6715172" y="618264"/>
              <a:chExt cx="2844990" cy="1611911"/>
            </a:xfrm>
            <a:grpFill/>
          </p:grpSpPr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3CB660D7-FE0D-4EDF-9E13-CB0A594315F5}"/>
                  </a:ext>
                </a:extLst>
              </p:cNvPr>
              <p:cNvSpPr/>
              <p:nvPr/>
            </p:nvSpPr>
            <p:spPr>
              <a:xfrm>
                <a:off x="6758545" y="1054412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119469C-BB7D-4AD2-9750-E9F626A056EB}"/>
                  </a:ext>
                </a:extLst>
              </p:cNvPr>
              <p:cNvSpPr/>
              <p:nvPr/>
            </p:nvSpPr>
            <p:spPr>
              <a:xfrm>
                <a:off x="6982460" y="1066030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82960CC-ECD0-4F26-A1EE-D296474C1935}"/>
                  </a:ext>
                </a:extLst>
              </p:cNvPr>
              <p:cNvSpPr/>
              <p:nvPr/>
            </p:nvSpPr>
            <p:spPr>
              <a:xfrm>
                <a:off x="7256464" y="1536858"/>
                <a:ext cx="1688959" cy="274690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8959" h="274690">
                    <a:moveTo>
                      <a:pt x="69664" y="598"/>
                    </a:moveTo>
                    <a:cubicBezTo>
                      <a:pt x="125958" y="-3751"/>
                      <a:pt x="159147" y="16343"/>
                      <a:pt x="172244" y="37778"/>
                    </a:cubicBezTo>
                    <a:cubicBezTo>
                      <a:pt x="200818" y="15553"/>
                      <a:pt x="329407" y="-16197"/>
                      <a:pt x="379413" y="63972"/>
                    </a:cubicBezTo>
                    <a:cubicBezTo>
                      <a:pt x="431801" y="56034"/>
                      <a:pt x="469900" y="52860"/>
                      <a:pt x="515144" y="75878"/>
                    </a:cubicBezTo>
                    <a:cubicBezTo>
                      <a:pt x="570707" y="62385"/>
                      <a:pt x="616744" y="53653"/>
                      <a:pt x="667544" y="83022"/>
                    </a:cubicBezTo>
                    <a:cubicBezTo>
                      <a:pt x="721518" y="66353"/>
                      <a:pt x="770732" y="47303"/>
                      <a:pt x="841375" y="80641"/>
                    </a:cubicBezTo>
                    <a:cubicBezTo>
                      <a:pt x="912019" y="65559"/>
                      <a:pt x="935037" y="57622"/>
                      <a:pt x="996156" y="85403"/>
                    </a:cubicBezTo>
                    <a:cubicBezTo>
                      <a:pt x="1092994" y="56828"/>
                      <a:pt x="1099344" y="66352"/>
                      <a:pt x="1169988" y="87784"/>
                    </a:cubicBezTo>
                    <a:cubicBezTo>
                      <a:pt x="1219994" y="70322"/>
                      <a:pt x="1253331" y="48097"/>
                      <a:pt x="1317625" y="71116"/>
                    </a:cubicBezTo>
                    <a:cubicBezTo>
                      <a:pt x="1398587" y="6028"/>
                      <a:pt x="1450975" y="29047"/>
                      <a:pt x="1517650" y="49684"/>
                    </a:cubicBezTo>
                    <a:cubicBezTo>
                      <a:pt x="1588293" y="6817"/>
                      <a:pt x="1606549" y="9193"/>
                      <a:pt x="1672430" y="21095"/>
                    </a:cubicBezTo>
                    <a:cubicBezTo>
                      <a:pt x="1677490" y="28990"/>
                      <a:pt x="1681807" y="40010"/>
                      <a:pt x="1685518" y="53569"/>
                    </a:cubicBezTo>
                    <a:lnTo>
                      <a:pt x="1688959" y="70924"/>
                    </a:lnTo>
                    <a:lnTo>
                      <a:pt x="1564382" y="127935"/>
                    </a:lnTo>
                    <a:cubicBezTo>
                      <a:pt x="1132645" y="304089"/>
                      <a:pt x="595439" y="352384"/>
                      <a:pt x="83732" y="99486"/>
                    </a:cubicBezTo>
                    <a:lnTo>
                      <a:pt x="0" y="54832"/>
                    </a:lnTo>
                    <a:lnTo>
                      <a:pt x="979" y="30911"/>
                    </a:lnTo>
                    <a:cubicBezTo>
                      <a:pt x="1984" y="20960"/>
                      <a:pt x="3472" y="15001"/>
                      <a:pt x="5556" y="13952"/>
                    </a:cubicBezTo>
                    <a:cubicBezTo>
                      <a:pt x="29567" y="6214"/>
                      <a:pt x="50899" y="2048"/>
                      <a:pt x="69664" y="598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09F5EDF-61F0-44D2-A2D7-7C52825560AF}"/>
                  </a:ext>
                </a:extLst>
              </p:cNvPr>
              <p:cNvSpPr/>
              <p:nvPr/>
            </p:nvSpPr>
            <p:spPr>
              <a:xfrm>
                <a:off x="6715172" y="61826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E4BAD6-77A7-4247-89F4-856CC45D2F88}"/>
                </a:ext>
              </a:extLst>
            </p:cNvPr>
            <p:cNvSpPr/>
            <p:nvPr/>
          </p:nvSpPr>
          <p:spPr>
            <a:xfrm rot="10529348" flipH="1">
              <a:off x="655873" y="-2014161"/>
              <a:ext cx="90749" cy="4309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B56423-F403-4C95-AAAB-44F808133F96}"/>
                </a:ext>
              </a:extLst>
            </p:cNvPr>
            <p:cNvSpPr/>
            <p:nvPr/>
          </p:nvSpPr>
          <p:spPr>
            <a:xfrm rot="12291759">
              <a:off x="-2109259" y="-2040537"/>
              <a:ext cx="97498" cy="42680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7A8D27-A0F2-01F0-BC87-A73B3753949E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6755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440F1C-8BD6-4BCB-8F08-94973E7096C3}"/>
              </a:ext>
            </a:extLst>
          </p:cNvPr>
          <p:cNvGrpSpPr/>
          <p:nvPr/>
        </p:nvGrpSpPr>
        <p:grpSpPr>
          <a:xfrm>
            <a:off x="1701829" y="1306979"/>
            <a:ext cx="6654742" cy="5158441"/>
            <a:chOff x="1352335" y="3589221"/>
            <a:chExt cx="2735238" cy="2120227"/>
          </a:xfrm>
          <a:solidFill>
            <a:schemeClr val="bg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1557E9-CA21-4081-B3A1-20E579FA9DFD}"/>
                </a:ext>
              </a:extLst>
            </p:cNvPr>
            <p:cNvGrpSpPr/>
            <p:nvPr/>
          </p:nvGrpSpPr>
          <p:grpSpPr>
            <a:xfrm>
              <a:off x="1352335" y="3589221"/>
              <a:ext cx="2735238" cy="2120227"/>
              <a:chOff x="3935737" y="3223780"/>
              <a:chExt cx="2735238" cy="2120227"/>
            </a:xfrm>
            <a:grpFill/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E045F6-D324-4432-8F45-ABFEC56A5C9C}"/>
                  </a:ext>
                </a:extLst>
              </p:cNvPr>
              <p:cNvSpPr/>
              <p:nvPr/>
            </p:nvSpPr>
            <p:spPr>
              <a:xfrm>
                <a:off x="4527993" y="3864092"/>
                <a:ext cx="1544885" cy="773684"/>
              </a:xfrm>
              <a:custGeom>
                <a:avLst/>
                <a:gdLst>
                  <a:gd name="connsiteX0" fmla="*/ 776908 w 1544885"/>
                  <a:gd name="connsiteY0" fmla="*/ 217 h 773684"/>
                  <a:gd name="connsiteX1" fmla="*/ 1544885 w 1544885"/>
                  <a:gd name="connsiteY1" fmla="*/ 345499 h 773684"/>
                  <a:gd name="connsiteX2" fmla="*/ 0 w 1544885"/>
                  <a:gd name="connsiteY2" fmla="*/ 390742 h 773684"/>
                  <a:gd name="connsiteX3" fmla="*/ 776908 w 1544885"/>
                  <a:gd name="connsiteY3" fmla="*/ 217 h 77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885" h="773684">
                    <a:moveTo>
                      <a:pt x="776908" y="217"/>
                    </a:moveTo>
                    <a:cubicBezTo>
                      <a:pt x="1041631" y="6171"/>
                      <a:pt x="1304867" y="134759"/>
                      <a:pt x="1544885" y="345499"/>
                    </a:cubicBezTo>
                    <a:cubicBezTo>
                      <a:pt x="1452992" y="738405"/>
                      <a:pt x="453843" y="1050348"/>
                      <a:pt x="0" y="390742"/>
                    </a:cubicBezTo>
                    <a:cubicBezTo>
                      <a:pt x="245972" y="110945"/>
                      <a:pt x="512184" y="-5736"/>
                      <a:pt x="776908" y="21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C37F363-CA51-4441-A2F9-C7BC1E072E9B}"/>
                  </a:ext>
                </a:extLst>
              </p:cNvPr>
              <p:cNvSpPr/>
              <p:nvPr/>
            </p:nvSpPr>
            <p:spPr>
              <a:xfrm>
                <a:off x="3935737" y="3223780"/>
                <a:ext cx="2735238" cy="2120227"/>
              </a:xfrm>
              <a:custGeom>
                <a:avLst/>
                <a:gdLst>
                  <a:gd name="connsiteX0" fmla="*/ 1747284 w 2735238"/>
                  <a:gd name="connsiteY0" fmla="*/ 4 h 2120227"/>
                  <a:gd name="connsiteX1" fmla="*/ 2735238 w 2735238"/>
                  <a:gd name="connsiteY1" fmla="*/ 1068870 h 2120227"/>
                  <a:gd name="connsiteX2" fmla="*/ 0 w 2735238"/>
                  <a:gd name="connsiteY2" fmla="*/ 1106970 h 2120227"/>
                  <a:gd name="connsiteX3" fmla="*/ 1374187 w 2735238"/>
                  <a:gd name="connsiteY3" fmla="*/ 134752 h 2120227"/>
                  <a:gd name="connsiteX4" fmla="*/ 1747284 w 2735238"/>
                  <a:gd name="connsiteY4" fmla="*/ 4 h 2120227"/>
                  <a:gd name="connsiteX5" fmla="*/ 1369163 w 2735238"/>
                  <a:gd name="connsiteY5" fmla="*/ 640529 h 2120227"/>
                  <a:gd name="connsiteX6" fmla="*/ 592255 w 2735238"/>
                  <a:gd name="connsiteY6" fmla="*/ 1031054 h 2120227"/>
                  <a:gd name="connsiteX7" fmla="*/ 2137140 w 2735238"/>
                  <a:gd name="connsiteY7" fmla="*/ 985811 h 2120227"/>
                  <a:gd name="connsiteX8" fmla="*/ 1369163 w 2735238"/>
                  <a:gd name="connsiteY8" fmla="*/ 640529 h 212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35238" h="2120227">
                    <a:moveTo>
                      <a:pt x="1747284" y="4"/>
                    </a:moveTo>
                    <a:cubicBezTo>
                      <a:pt x="2248473" y="1807"/>
                      <a:pt x="2584603" y="761706"/>
                      <a:pt x="2735238" y="1068870"/>
                    </a:cubicBezTo>
                    <a:cubicBezTo>
                      <a:pt x="2533105" y="2243620"/>
                      <a:pt x="564083" y="2665895"/>
                      <a:pt x="0" y="1106970"/>
                    </a:cubicBezTo>
                    <a:cubicBezTo>
                      <a:pt x="89444" y="996258"/>
                      <a:pt x="560842" y="-426048"/>
                      <a:pt x="1374187" y="134752"/>
                    </a:cubicBezTo>
                    <a:cubicBezTo>
                      <a:pt x="1507176" y="39544"/>
                      <a:pt x="1631625" y="-412"/>
                      <a:pt x="1747284" y="4"/>
                    </a:cubicBezTo>
                    <a:close/>
                    <a:moveTo>
                      <a:pt x="1369163" y="640529"/>
                    </a:moveTo>
                    <a:cubicBezTo>
                      <a:pt x="1104439" y="634576"/>
                      <a:pt x="838227" y="751257"/>
                      <a:pt x="592255" y="1031054"/>
                    </a:cubicBezTo>
                    <a:cubicBezTo>
                      <a:pt x="1046098" y="1690660"/>
                      <a:pt x="2045247" y="1378717"/>
                      <a:pt x="2137140" y="985811"/>
                    </a:cubicBezTo>
                    <a:cubicBezTo>
                      <a:pt x="1897122" y="775071"/>
                      <a:pt x="1633886" y="646483"/>
                      <a:pt x="1369163" y="640529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DB217F-0D04-48A8-871F-3F3ED674A17A}"/>
                </a:ext>
              </a:extLst>
            </p:cNvPr>
            <p:cNvSpPr/>
            <p:nvPr/>
          </p:nvSpPr>
          <p:spPr>
            <a:xfrm>
              <a:off x="3489476" y="4562651"/>
              <a:ext cx="592256" cy="9727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299163-7594-4E2F-8ACB-91022D9007DC}"/>
                </a:ext>
              </a:extLst>
            </p:cNvPr>
            <p:cNvSpPr/>
            <p:nvPr/>
          </p:nvSpPr>
          <p:spPr>
            <a:xfrm flipH="1">
              <a:off x="1352335" y="4603833"/>
              <a:ext cx="592256" cy="10017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7841 h 140671"/>
                <a:gd name="connsiteX1" fmla="*/ 791570 w 791570"/>
                <a:gd name="connsiteY1" fmla="*/ 140671 h 140671"/>
                <a:gd name="connsiteX2" fmla="*/ 791570 w 791570"/>
                <a:gd name="connsiteY2" fmla="*/ 140671 h 14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40671">
                  <a:moveTo>
                    <a:pt x="0" y="17841"/>
                  </a:moveTo>
                  <a:cubicBezTo>
                    <a:pt x="283588" y="-43249"/>
                    <a:pt x="527713" y="66195"/>
                    <a:pt x="791570" y="140671"/>
                  </a:cubicBezTo>
                  <a:lnTo>
                    <a:pt x="791570" y="140671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E0EAE2E-276D-9B05-3D16-860EC658E2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8697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098501" cy="5612764"/>
            <a:chOff x="-3816165" y="-994462"/>
            <a:chExt cx="2426757" cy="2671533"/>
          </a:xfrm>
          <a:solidFill>
            <a:schemeClr val="bg1"/>
          </a:solidFill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83">
              <a:extLst>
                <a:ext uri="{FF2B5EF4-FFF2-40B4-BE49-F238E27FC236}">
                  <a16:creationId xmlns:a16="http://schemas.microsoft.com/office/drawing/2014/main" id="{83B9EE3D-3637-430A-9DD3-93964AECB283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13603" y="426821"/>
              <a:ext cx="123249" cy="5392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4757FD-0D09-BA7F-6C95-41684D8E81C4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7316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chemeClr val="bg1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2491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31809" y="2142318"/>
            <a:ext cx="6867027" cy="3868429"/>
            <a:chOff x="3368454" y="3729410"/>
            <a:chExt cx="2861378" cy="1611911"/>
          </a:xfrm>
          <a:solidFill>
            <a:schemeClr val="bg1"/>
          </a:solidFill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8454" y="3729410"/>
              <a:ext cx="2861378" cy="1611911"/>
              <a:chOff x="3630239" y="3705225"/>
              <a:chExt cx="2861378" cy="1611911"/>
            </a:xfrm>
            <a:grpFill/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5558" y="3705225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30239" y="4226489"/>
                <a:ext cx="100020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99639" y="4259343"/>
                <a:ext cx="91978" cy="37997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76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18637" y="2213120"/>
            <a:ext cx="6867767" cy="3868429"/>
            <a:chOff x="3362966" y="3758912"/>
            <a:chExt cx="2861687" cy="1611911"/>
          </a:xfrm>
          <a:solidFill>
            <a:schemeClr val="bg1"/>
          </a:solidFill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2966" y="3758912"/>
              <a:ext cx="2861687" cy="1611911"/>
              <a:chOff x="3624751" y="3734727"/>
              <a:chExt cx="2861687" cy="1611911"/>
            </a:xfrm>
            <a:grpFill/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 rot="10800000">
                <a:off x="4504338" y="4318254"/>
                <a:ext cx="1091383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0266" y="373472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4751" y="4256881"/>
                <a:ext cx="104251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87832" y="4289102"/>
                <a:ext cx="98606" cy="40574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96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202988-9E89-4F5E-BCF6-47A3DEE7B1C4}"/>
              </a:ext>
            </a:extLst>
          </p:cNvPr>
          <p:cNvGrpSpPr/>
          <p:nvPr/>
        </p:nvGrpSpPr>
        <p:grpSpPr>
          <a:xfrm>
            <a:off x="1742839" y="1326187"/>
            <a:ext cx="6572722" cy="5120025"/>
            <a:chOff x="6827043" y="1537240"/>
            <a:chExt cx="1309688" cy="1020222"/>
          </a:xfrm>
          <a:solidFill>
            <a:schemeClr val="bg1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81DC41-B3A1-4B31-9813-AF1F42EEB646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F1F07A-ECBC-4E2D-AD95-3EB43AFD13BE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4E44CA-6A36-4D08-A9E9-DF5907D8DC9E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D32654-FB32-4CF1-8759-ECE5F63CA074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4B7391-7172-4C3D-A45D-46022E2DFBA1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9">
              <a:extLst>
                <a:ext uri="{FF2B5EF4-FFF2-40B4-BE49-F238E27FC236}">
                  <a16:creationId xmlns:a16="http://schemas.microsoft.com/office/drawing/2014/main" id="{9F411EF9-568F-4D61-BAEA-1CAE1A02E88B}"/>
                </a:ext>
              </a:extLst>
            </p:cNvPr>
            <p:cNvSpPr/>
            <p:nvPr/>
          </p:nvSpPr>
          <p:spPr>
            <a:xfrm>
              <a:off x="7069931" y="1771649"/>
              <a:ext cx="864394" cy="386587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CB039F9-CDD8-429C-AE8C-73674C47EDEC}"/>
                </a:ext>
              </a:extLst>
            </p:cNvPr>
            <p:cNvSpPr/>
            <p:nvPr/>
          </p:nvSpPr>
          <p:spPr>
            <a:xfrm>
              <a:off x="7460922" y="1801158"/>
              <a:ext cx="46160" cy="338561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5B3A32-4A35-47EE-B472-2FEA4A33D007}"/>
                </a:ext>
              </a:extLst>
            </p:cNvPr>
            <p:cNvSpPr/>
            <p:nvPr/>
          </p:nvSpPr>
          <p:spPr>
            <a:xfrm>
              <a:off x="7223325" y="1864518"/>
              <a:ext cx="108825" cy="36433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CC95D-D7D7-4D3A-A60C-732B935B29A5}"/>
                </a:ext>
              </a:extLst>
            </p:cNvPr>
            <p:cNvSpPr/>
            <p:nvPr/>
          </p:nvSpPr>
          <p:spPr>
            <a:xfrm flipH="1">
              <a:off x="7679891" y="1835944"/>
              <a:ext cx="91073" cy="36880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C65C89-74FD-47D6-B6D6-23E0C5A23654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34266" y="648434"/>
                    <a:pt x="917589" y="642255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4DCA38-EC6C-44F6-BE05-BC5A85B24F1C}"/>
                </a:ext>
              </a:extLst>
            </p:cNvPr>
            <p:cNvSpPr/>
            <p:nvPr/>
          </p:nvSpPr>
          <p:spPr>
            <a:xfrm rot="21155171" flipH="1" flipV="1">
              <a:off x="6828966" y="2032137"/>
              <a:ext cx="309212" cy="7664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6BB4BE-C375-4670-B447-F921EF5518DE}"/>
                </a:ext>
              </a:extLst>
            </p:cNvPr>
            <p:cNvSpPr/>
            <p:nvPr/>
          </p:nvSpPr>
          <p:spPr>
            <a:xfrm rot="516648" flipV="1">
              <a:off x="7838739" y="2037933"/>
              <a:ext cx="295769" cy="68478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350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52758" y="2123268"/>
            <a:ext cx="6868332" cy="3868429"/>
            <a:chOff x="3383641" y="3721472"/>
            <a:chExt cx="2861922" cy="1611911"/>
          </a:xfrm>
          <a:solidFill>
            <a:schemeClr val="bg1"/>
          </a:solidFill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3641" y="3721472"/>
              <a:ext cx="2861922" cy="1611911"/>
              <a:chOff x="3645426" y="3697287"/>
              <a:chExt cx="2861922" cy="1611911"/>
            </a:xfrm>
            <a:grpFill/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691129" y="4129208"/>
                <a:ext cx="2748126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5426" y="4221677"/>
                <a:ext cx="114889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97313" y="4252122"/>
                <a:ext cx="110035" cy="33586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12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6A4FD4-1DE4-FC66-284E-E341DB1D64D9}"/>
              </a:ext>
            </a:extLst>
          </p:cNvPr>
          <p:cNvGrpSpPr/>
          <p:nvPr/>
        </p:nvGrpSpPr>
        <p:grpSpPr>
          <a:xfrm>
            <a:off x="2346588" y="1673430"/>
            <a:ext cx="5365223" cy="4425540"/>
            <a:chOff x="1291608" y="395292"/>
            <a:chExt cx="1353537" cy="1116474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8A9F3E-0C88-A8B6-B7E0-7CDBD07B2793}"/>
                </a:ext>
              </a:extLst>
            </p:cNvPr>
            <p:cNvSpPr/>
            <p:nvPr/>
          </p:nvSpPr>
          <p:spPr>
            <a:xfrm>
              <a:off x="1406894" y="685917"/>
              <a:ext cx="1143001" cy="504655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05D8DF2-CDC6-0F9B-2F64-E33D514BDCDE}"/>
                </a:ext>
              </a:extLst>
            </p:cNvPr>
            <p:cNvSpPr/>
            <p:nvPr/>
          </p:nvSpPr>
          <p:spPr>
            <a:xfrm>
              <a:off x="1294182" y="395292"/>
              <a:ext cx="1350963" cy="1116474"/>
            </a:xfrm>
            <a:custGeom>
              <a:avLst/>
              <a:gdLst>
                <a:gd name="connsiteX0" fmla="*/ 542299 w 1350963"/>
                <a:gd name="connsiteY0" fmla="*/ 80 h 1116474"/>
                <a:gd name="connsiteX1" fmla="*/ 665163 w 1350963"/>
                <a:gd name="connsiteY1" fmla="*/ 33575 h 1116474"/>
                <a:gd name="connsiteX2" fmla="*/ 1350963 w 1350963"/>
                <a:gd name="connsiteY2" fmla="*/ 677166 h 1116474"/>
                <a:gd name="connsiteX3" fmla="*/ 0 w 1350963"/>
                <a:gd name="connsiteY3" fmla="*/ 678754 h 1116474"/>
                <a:gd name="connsiteX4" fmla="*/ 542299 w 1350963"/>
                <a:gd name="connsiteY4" fmla="*/ 80 h 1116474"/>
                <a:gd name="connsiteX5" fmla="*/ 535064 w 1350963"/>
                <a:gd name="connsiteY5" fmla="*/ 290749 h 1116474"/>
                <a:gd name="connsiteX6" fmla="*/ 112712 w 1350963"/>
                <a:gd name="connsiteY6" fmla="*/ 643123 h 1116474"/>
                <a:gd name="connsiteX7" fmla="*/ 429418 w 1350963"/>
                <a:gd name="connsiteY7" fmla="*/ 771764 h 1116474"/>
                <a:gd name="connsiteX8" fmla="*/ 896144 w 1350963"/>
                <a:gd name="connsiteY8" fmla="*/ 767002 h 1116474"/>
                <a:gd name="connsiteX9" fmla="*/ 1255713 w 1350963"/>
                <a:gd name="connsiteY9" fmla="*/ 638360 h 1116474"/>
                <a:gd name="connsiteX10" fmla="*/ 679451 w 1350963"/>
                <a:gd name="connsiteY10" fmla="*/ 319326 h 1116474"/>
                <a:gd name="connsiteX11" fmla="*/ 535064 w 1350963"/>
                <a:gd name="connsiteY11" fmla="*/ 290749 h 111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963" h="1116474">
                  <a:moveTo>
                    <a:pt x="542299" y="80"/>
                  </a:moveTo>
                  <a:cubicBezTo>
                    <a:pt x="582679" y="1086"/>
                    <a:pt x="623822" y="11576"/>
                    <a:pt x="665163" y="33575"/>
                  </a:cubicBezTo>
                  <a:cubicBezTo>
                    <a:pt x="965200" y="-118608"/>
                    <a:pt x="1279525" y="281661"/>
                    <a:pt x="1350963" y="677166"/>
                  </a:cubicBezTo>
                  <a:cubicBezTo>
                    <a:pt x="1001184" y="1316929"/>
                    <a:pt x="254529" y="1205803"/>
                    <a:pt x="0" y="678754"/>
                  </a:cubicBezTo>
                  <a:cubicBezTo>
                    <a:pt x="14354" y="450757"/>
                    <a:pt x="259639" y="-6957"/>
                    <a:pt x="542299" y="80"/>
                  </a:cubicBezTo>
                  <a:close/>
                  <a:moveTo>
                    <a:pt x="535064" y="290749"/>
                  </a:moveTo>
                  <a:cubicBezTo>
                    <a:pt x="235819" y="282865"/>
                    <a:pt x="187028" y="650778"/>
                    <a:pt x="112712" y="643123"/>
                  </a:cubicBezTo>
                  <a:cubicBezTo>
                    <a:pt x="207169" y="604247"/>
                    <a:pt x="323055" y="736821"/>
                    <a:pt x="429418" y="771764"/>
                  </a:cubicBezTo>
                  <a:cubicBezTo>
                    <a:pt x="592137" y="801133"/>
                    <a:pt x="692944" y="806689"/>
                    <a:pt x="896144" y="767002"/>
                  </a:cubicBezTo>
                  <a:cubicBezTo>
                    <a:pt x="1016000" y="724121"/>
                    <a:pt x="1166813" y="619329"/>
                    <a:pt x="1255713" y="638360"/>
                  </a:cubicBezTo>
                  <a:cubicBezTo>
                    <a:pt x="1119188" y="539159"/>
                    <a:pt x="1120776" y="201834"/>
                    <a:pt x="679451" y="319326"/>
                  </a:cubicBezTo>
                  <a:cubicBezTo>
                    <a:pt x="625674" y="300671"/>
                    <a:pt x="577814" y="291875"/>
                    <a:pt x="535064" y="29074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5D1AD7-9199-6BBF-47E3-AA11558CC768}"/>
                </a:ext>
              </a:extLst>
            </p:cNvPr>
            <p:cNvSpPr/>
            <p:nvPr/>
          </p:nvSpPr>
          <p:spPr>
            <a:xfrm rot="985865" flipH="1">
              <a:off x="2525912" y="1040616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679456-BF37-A807-F2AA-DEE72E158E86}"/>
                </a:ext>
              </a:extLst>
            </p:cNvPr>
            <p:cNvSpPr/>
            <p:nvPr/>
          </p:nvSpPr>
          <p:spPr>
            <a:xfrm rot="21043572">
              <a:off x="1291608" y="1046765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1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52839" y="2123268"/>
            <a:ext cx="6869429" cy="3868429"/>
            <a:chOff x="3383675" y="3721472"/>
            <a:chExt cx="2862379" cy="1611911"/>
          </a:xfrm>
          <a:solidFill>
            <a:schemeClr val="bg1"/>
          </a:solidFill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3675" y="3721472"/>
              <a:ext cx="2862379" cy="1611911"/>
              <a:chOff x="3645460" y="3697287"/>
              <a:chExt cx="2862379" cy="1611911"/>
            </a:xfrm>
            <a:grpFill/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864258" y="4302704"/>
                <a:ext cx="234864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5460" y="4221525"/>
                <a:ext cx="114167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90873" y="4252377"/>
                <a:ext cx="116966" cy="4579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85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66209" y="2123268"/>
            <a:ext cx="6870790" cy="3868429"/>
            <a:chOff x="3382788" y="3721472"/>
            <a:chExt cx="2862946" cy="1611911"/>
          </a:xfrm>
          <a:solidFill>
            <a:schemeClr val="bg1"/>
          </a:solidFill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82788" y="3721472"/>
              <a:ext cx="2862946" cy="1611911"/>
              <a:chOff x="3644573" y="3697287"/>
              <a:chExt cx="2862946" cy="1611911"/>
            </a:xfrm>
            <a:grpFill/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44573" y="4222414"/>
                <a:ext cx="119087" cy="48852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405336" y="4251806"/>
                <a:ext cx="102183" cy="38272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006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8B2CC7-63FF-414B-7487-32C85D8DB29F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  <a:solidFill>
            <a:schemeClr val="bg1"/>
          </a:solidFill>
        </p:grpSpPr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ABE566B3-29A8-0DCA-F044-48A8CE932E8D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3827E6-196C-A878-F938-77DDA151628E}"/>
                </a:ext>
              </a:extLst>
            </p:cNvPr>
            <p:cNvSpPr/>
            <p:nvPr/>
          </p:nvSpPr>
          <p:spPr>
            <a:xfrm>
              <a:off x="4014353" y="895589"/>
              <a:ext cx="617405" cy="68309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57">
              <a:extLst>
                <a:ext uri="{FF2B5EF4-FFF2-40B4-BE49-F238E27FC236}">
                  <a16:creationId xmlns:a16="http://schemas.microsoft.com/office/drawing/2014/main" id="{A540E1F2-3499-E6F7-2AE5-6EC8C17A2E5E}"/>
                </a:ext>
              </a:extLst>
            </p:cNvPr>
            <p:cNvSpPr/>
            <p:nvPr/>
          </p:nvSpPr>
          <p:spPr>
            <a:xfrm>
              <a:off x="4049733" y="83522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D6EBF9-2004-94D7-1CDF-8405856A9EF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C22B4B-FC00-E2DC-5228-06097D934E6E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6188D4C-E3D9-A5C2-9F23-67ED507A3E78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06419C-006B-44B3-7CDA-BDD617B4B4CC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50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chemeClr val="bg1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2555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854265" y="3313604"/>
              <a:ext cx="764453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grpFill/>
            <a:ln w="6350" cap="flat" cmpd="sng" algn="ctr">
              <a:solidFill>
                <a:schemeClr val="tx1">
                  <a:alpha val="50000"/>
                </a:scheme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15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chemeClr val="bg1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41170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147D10-CAA9-8176-45BF-0EBD86F79CCE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  <a:solidFill>
            <a:schemeClr val="bg1"/>
          </a:solidFill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FF70E83A-B1C1-34B4-DF8F-E9C49605E796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FABB8B-9662-ED1A-AD20-D34B983517FC}"/>
                </a:ext>
              </a:extLst>
            </p:cNvPr>
            <p:cNvSpPr/>
            <p:nvPr/>
          </p:nvSpPr>
          <p:spPr>
            <a:xfrm>
              <a:off x="4106528" y="1442126"/>
              <a:ext cx="461450" cy="175228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79822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2747 w 617405"/>
                <a:gd name="connsiteY0" fmla="*/ 18225 h 535926"/>
                <a:gd name="connsiteX1" fmla="*/ 615553 w 617405"/>
                <a:gd name="connsiteY1" fmla="*/ 379190 h 535926"/>
                <a:gd name="connsiteX2" fmla="*/ 617405 w 617405"/>
                <a:gd name="connsiteY2" fmla="*/ 424618 h 535926"/>
                <a:gd name="connsiteX3" fmla="*/ 616493 w 617405"/>
                <a:gd name="connsiteY3" fmla="*/ 425523 h 535926"/>
                <a:gd name="connsiteX4" fmla="*/ 9072 w 617405"/>
                <a:gd name="connsiteY4" fmla="*/ 443494 h 535926"/>
                <a:gd name="connsiteX5" fmla="*/ 0 w 617405"/>
                <a:gd name="connsiteY5" fmla="*/ 436813 h 535926"/>
                <a:gd name="connsiteX6" fmla="*/ 861 w 617405"/>
                <a:gd name="connsiteY6" fmla="*/ 352268 h 535926"/>
                <a:gd name="connsiteX7" fmla="*/ 292747 w 617405"/>
                <a:gd name="connsiteY7" fmla="*/ 18225 h 535926"/>
                <a:gd name="connsiteX0" fmla="*/ 292747 w 617405"/>
                <a:gd name="connsiteY0" fmla="*/ 35518 h 553219"/>
                <a:gd name="connsiteX1" fmla="*/ 615553 w 617405"/>
                <a:gd name="connsiteY1" fmla="*/ 396483 h 553219"/>
                <a:gd name="connsiteX2" fmla="*/ 617405 w 617405"/>
                <a:gd name="connsiteY2" fmla="*/ 441911 h 553219"/>
                <a:gd name="connsiteX3" fmla="*/ 616493 w 617405"/>
                <a:gd name="connsiteY3" fmla="*/ 442816 h 553219"/>
                <a:gd name="connsiteX4" fmla="*/ 9072 w 617405"/>
                <a:gd name="connsiteY4" fmla="*/ 460787 h 553219"/>
                <a:gd name="connsiteX5" fmla="*/ 0 w 617405"/>
                <a:gd name="connsiteY5" fmla="*/ 454106 h 553219"/>
                <a:gd name="connsiteX6" fmla="*/ 861 w 617405"/>
                <a:gd name="connsiteY6" fmla="*/ 369561 h 553219"/>
                <a:gd name="connsiteX7" fmla="*/ 292747 w 617405"/>
                <a:gd name="connsiteY7" fmla="*/ 35518 h 553219"/>
                <a:gd name="connsiteX0" fmla="*/ 292747 w 617405"/>
                <a:gd name="connsiteY0" fmla="*/ 42060 h 559761"/>
                <a:gd name="connsiteX1" fmla="*/ 615553 w 617405"/>
                <a:gd name="connsiteY1" fmla="*/ 403025 h 559761"/>
                <a:gd name="connsiteX2" fmla="*/ 617405 w 617405"/>
                <a:gd name="connsiteY2" fmla="*/ 448453 h 559761"/>
                <a:gd name="connsiteX3" fmla="*/ 616493 w 617405"/>
                <a:gd name="connsiteY3" fmla="*/ 449358 h 559761"/>
                <a:gd name="connsiteX4" fmla="*/ 9072 w 617405"/>
                <a:gd name="connsiteY4" fmla="*/ 467329 h 559761"/>
                <a:gd name="connsiteX5" fmla="*/ 0 w 617405"/>
                <a:gd name="connsiteY5" fmla="*/ 460648 h 559761"/>
                <a:gd name="connsiteX6" fmla="*/ 861 w 617405"/>
                <a:gd name="connsiteY6" fmla="*/ 376103 h 559761"/>
                <a:gd name="connsiteX7" fmla="*/ 292747 w 617405"/>
                <a:gd name="connsiteY7" fmla="*/ 42060 h 55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559761">
                  <a:moveTo>
                    <a:pt x="292747" y="42060"/>
                  </a:moveTo>
                  <a:cubicBezTo>
                    <a:pt x="527358" y="-87555"/>
                    <a:pt x="585843" y="96309"/>
                    <a:pt x="615553" y="403025"/>
                  </a:cubicBezTo>
                  <a:cubicBezTo>
                    <a:pt x="616170" y="418168"/>
                    <a:pt x="616788" y="433310"/>
                    <a:pt x="617405" y="448453"/>
                  </a:cubicBezTo>
                  <a:lnTo>
                    <a:pt x="616493" y="449358"/>
                  </a:lnTo>
                  <a:cubicBezTo>
                    <a:pt x="425446" y="610055"/>
                    <a:pt x="177955" y="576866"/>
                    <a:pt x="9072" y="467329"/>
                  </a:cubicBezTo>
                  <a:lnTo>
                    <a:pt x="0" y="460648"/>
                  </a:lnTo>
                  <a:lnTo>
                    <a:pt x="861" y="376103"/>
                  </a:lnTo>
                  <a:cubicBezTo>
                    <a:pt x="14164" y="163554"/>
                    <a:pt x="27685" y="-87540"/>
                    <a:pt x="292747" y="4206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7">
              <a:extLst>
                <a:ext uri="{FF2B5EF4-FFF2-40B4-BE49-F238E27FC236}">
                  <a16:creationId xmlns:a16="http://schemas.microsoft.com/office/drawing/2014/main" id="{65E4D17F-ED18-8F07-4FA0-D2B977138DED}"/>
                </a:ext>
              </a:extLst>
            </p:cNvPr>
            <p:cNvSpPr/>
            <p:nvPr/>
          </p:nvSpPr>
          <p:spPr>
            <a:xfrm>
              <a:off x="4035380" y="82171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117FCF-EC35-4422-CC79-FEBC89D606A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27C63-5B11-DDBC-BC82-3AD2255E0ADC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28E07D3-CB5D-C065-3D89-C7EF04A01781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304457-5E31-EB4F-8A0D-474DEE985607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9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921083" y="3346538"/>
              <a:ext cx="590399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grpFill/>
            <a:ln w="6350" cap="flat" cmpd="sng" algn="ctr">
              <a:solidFill>
                <a:schemeClr val="tx1">
                  <a:alpha val="50000"/>
                </a:scheme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3232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98491" y="2111316"/>
            <a:ext cx="7726782" cy="4354353"/>
            <a:chOff x="3371374" y="3734379"/>
            <a:chExt cx="2860330" cy="1611911"/>
          </a:xfrm>
          <a:solidFill>
            <a:schemeClr val="bg1"/>
          </a:solidFill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71374" y="3734379"/>
              <a:ext cx="2860330" cy="1611911"/>
              <a:chOff x="3633159" y="3710194"/>
              <a:chExt cx="2860330" cy="1611911"/>
            </a:xfrm>
            <a:grpFill/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47330" y="37101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33159" y="4232653"/>
                <a:ext cx="104291" cy="39315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94868" y="4264572"/>
                <a:ext cx="98621" cy="40287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3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56966" y="2115098"/>
            <a:ext cx="7731510" cy="4354353"/>
            <a:chOff x="3356002" y="3735779"/>
            <a:chExt cx="2862080" cy="1611911"/>
          </a:xfrm>
          <a:solidFill>
            <a:schemeClr val="bg1"/>
          </a:solidFill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56002" y="3735779"/>
              <a:ext cx="2862080" cy="1611911"/>
              <a:chOff x="3617787" y="3711594"/>
              <a:chExt cx="2862080" cy="1611911"/>
            </a:xfrm>
            <a:grpFill/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33771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17787" y="4235873"/>
                <a:ext cx="11436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96262" y="4265382"/>
                <a:ext cx="83605" cy="3924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911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1524F4-27F8-4909-B77C-12AC1AC73E2D}"/>
              </a:ext>
            </a:extLst>
          </p:cNvPr>
          <p:cNvGrpSpPr/>
          <p:nvPr/>
        </p:nvGrpSpPr>
        <p:grpSpPr>
          <a:xfrm>
            <a:off x="1379567" y="1898066"/>
            <a:ext cx="7082131" cy="3976268"/>
            <a:chOff x="4209740" y="3933153"/>
            <a:chExt cx="1427162" cy="801281"/>
          </a:xfrm>
          <a:solidFill>
            <a:schemeClr val="bg1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BCFC61B-DE75-4BF8-97B3-78FA487A210B}"/>
                </a:ext>
              </a:extLst>
            </p:cNvPr>
            <p:cNvGrpSpPr/>
            <p:nvPr/>
          </p:nvGrpSpPr>
          <p:grpSpPr>
            <a:xfrm>
              <a:off x="4209740" y="3933153"/>
              <a:ext cx="1427162" cy="801281"/>
              <a:chOff x="6019006" y="4838660"/>
              <a:chExt cx="1427162" cy="801281"/>
            </a:xfrm>
            <a:grpFill/>
          </p:grpSpPr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6E230B33-3236-4FAD-A03B-1C301632E309}"/>
                  </a:ext>
                </a:extLst>
              </p:cNvPr>
              <p:cNvSpPr/>
              <p:nvPr/>
            </p:nvSpPr>
            <p:spPr>
              <a:xfrm>
                <a:off x="6019006" y="4838660"/>
                <a:ext cx="1427162" cy="801281"/>
              </a:xfrm>
              <a:custGeom>
                <a:avLst/>
                <a:gdLst>
                  <a:gd name="connsiteX0" fmla="*/ 0 w 749300"/>
                  <a:gd name="connsiteY0" fmla="*/ 0 h 279400"/>
                  <a:gd name="connsiteX1" fmla="*/ 749300 w 749300"/>
                  <a:gd name="connsiteY1" fmla="*/ 0 h 279400"/>
                  <a:gd name="connsiteX2" fmla="*/ 749300 w 749300"/>
                  <a:gd name="connsiteY2" fmla="*/ 279400 h 279400"/>
                  <a:gd name="connsiteX3" fmla="*/ 0 w 749300"/>
                  <a:gd name="connsiteY3" fmla="*/ 279400 h 279400"/>
                  <a:gd name="connsiteX4" fmla="*/ 0 w 749300"/>
                  <a:gd name="connsiteY4" fmla="*/ 0 h 279400"/>
                  <a:gd name="connsiteX0" fmla="*/ 0 w 749300"/>
                  <a:gd name="connsiteY0" fmla="*/ 70644 h 350044"/>
                  <a:gd name="connsiteX1" fmla="*/ 381794 w 749300"/>
                  <a:gd name="connsiteY1" fmla="*/ 0 h 350044"/>
                  <a:gd name="connsiteX2" fmla="*/ 749300 w 749300"/>
                  <a:gd name="connsiteY2" fmla="*/ 70644 h 350044"/>
                  <a:gd name="connsiteX3" fmla="*/ 749300 w 749300"/>
                  <a:gd name="connsiteY3" fmla="*/ 350044 h 350044"/>
                  <a:gd name="connsiteX4" fmla="*/ 0 w 749300"/>
                  <a:gd name="connsiteY4" fmla="*/ 350044 h 350044"/>
                  <a:gd name="connsiteX5" fmla="*/ 0 w 749300"/>
                  <a:gd name="connsiteY5" fmla="*/ 70644 h 350044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749300 w 1099344"/>
                  <a:gd name="connsiteY3" fmla="*/ 350044 h 530225"/>
                  <a:gd name="connsiteX4" fmla="*/ 0 w 1099344"/>
                  <a:gd name="connsiteY4" fmla="*/ 350044 h 530225"/>
                  <a:gd name="connsiteX5" fmla="*/ 0 w 1099344"/>
                  <a:gd name="connsiteY5" fmla="*/ 70644 h 530225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0 w 1099344"/>
                  <a:gd name="connsiteY3" fmla="*/ 350044 h 530225"/>
                  <a:gd name="connsiteX4" fmla="*/ 0 w 1099344"/>
                  <a:gd name="connsiteY4" fmla="*/ 70644 h 530225"/>
                  <a:gd name="connsiteX0" fmla="*/ 323850 w 1423194"/>
                  <a:gd name="connsiteY0" fmla="*/ 70644 h 530225"/>
                  <a:gd name="connsiteX1" fmla="*/ 705644 w 1423194"/>
                  <a:gd name="connsiteY1" fmla="*/ 0 h 530225"/>
                  <a:gd name="connsiteX2" fmla="*/ 1423194 w 1423194"/>
                  <a:gd name="connsiteY2" fmla="*/ 530225 h 530225"/>
                  <a:gd name="connsiteX3" fmla="*/ 0 w 1423194"/>
                  <a:gd name="connsiteY3" fmla="*/ 514350 h 530225"/>
                  <a:gd name="connsiteX4" fmla="*/ 323850 w 1423194"/>
                  <a:gd name="connsiteY4" fmla="*/ 70644 h 530225"/>
                  <a:gd name="connsiteX0" fmla="*/ 330993 w 1430337"/>
                  <a:gd name="connsiteY0" fmla="*/ 70644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4" fmla="*/ 330993 w 1430337"/>
                  <a:gd name="connsiteY4" fmla="*/ 70644 h 530225"/>
                  <a:gd name="connsiteX0" fmla="*/ 0 w 1430337"/>
                  <a:gd name="connsiteY0" fmla="*/ 514350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0" fmla="*/ 0 w 1430337"/>
                  <a:gd name="connsiteY0" fmla="*/ 579203 h 595078"/>
                  <a:gd name="connsiteX1" fmla="*/ 712787 w 1430337"/>
                  <a:gd name="connsiteY1" fmla="*/ 64853 h 595078"/>
                  <a:gd name="connsiteX2" fmla="*/ 1430337 w 1430337"/>
                  <a:gd name="connsiteY2" fmla="*/ 595078 h 595078"/>
                  <a:gd name="connsiteX3" fmla="*/ 0 w 1430337"/>
                  <a:gd name="connsiteY3" fmla="*/ 579203 h 595078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77314 h 593189"/>
                  <a:gd name="connsiteX1" fmla="*/ 712787 w 1430337"/>
                  <a:gd name="connsiteY1" fmla="*/ 62964 h 593189"/>
                  <a:gd name="connsiteX2" fmla="*/ 1430337 w 1430337"/>
                  <a:gd name="connsiteY2" fmla="*/ 593189 h 593189"/>
                  <a:gd name="connsiteX3" fmla="*/ 0 w 1430337"/>
                  <a:gd name="connsiteY3" fmla="*/ 577314 h 593189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144 h 597019"/>
                  <a:gd name="connsiteX1" fmla="*/ 712787 w 1430337"/>
                  <a:gd name="connsiteY1" fmla="*/ 66794 h 597019"/>
                  <a:gd name="connsiteX2" fmla="*/ 1430337 w 1430337"/>
                  <a:gd name="connsiteY2" fmla="*/ 597019 h 597019"/>
                  <a:gd name="connsiteX3" fmla="*/ 0 w 1430337"/>
                  <a:gd name="connsiteY3" fmla="*/ 581144 h 597019"/>
                  <a:gd name="connsiteX0" fmla="*/ 0 w 1430337"/>
                  <a:gd name="connsiteY0" fmla="*/ 581144 h 746303"/>
                  <a:gd name="connsiteX1" fmla="*/ 712787 w 1430337"/>
                  <a:gd name="connsiteY1" fmla="*/ 66794 h 746303"/>
                  <a:gd name="connsiteX2" fmla="*/ 1430337 w 1430337"/>
                  <a:gd name="connsiteY2" fmla="*/ 597019 h 746303"/>
                  <a:gd name="connsiteX3" fmla="*/ 0 w 1430337"/>
                  <a:gd name="connsiteY3" fmla="*/ 581144 h 746303"/>
                  <a:gd name="connsiteX0" fmla="*/ 0 w 1430337"/>
                  <a:gd name="connsiteY0" fmla="*/ 581144 h 836642"/>
                  <a:gd name="connsiteX1" fmla="*/ 712787 w 1430337"/>
                  <a:gd name="connsiteY1" fmla="*/ 66794 h 836642"/>
                  <a:gd name="connsiteX2" fmla="*/ 1430337 w 1430337"/>
                  <a:gd name="connsiteY2" fmla="*/ 597019 h 836642"/>
                  <a:gd name="connsiteX3" fmla="*/ 0 w 1430337"/>
                  <a:gd name="connsiteY3" fmla="*/ 581144 h 836642"/>
                  <a:gd name="connsiteX0" fmla="*/ 0 w 1430337"/>
                  <a:gd name="connsiteY0" fmla="*/ 581144 h 828439"/>
                  <a:gd name="connsiteX1" fmla="*/ 712787 w 1430337"/>
                  <a:gd name="connsiteY1" fmla="*/ 66794 h 828439"/>
                  <a:gd name="connsiteX2" fmla="*/ 1430337 w 1430337"/>
                  <a:gd name="connsiteY2" fmla="*/ 597019 h 828439"/>
                  <a:gd name="connsiteX3" fmla="*/ 0 w 1430337"/>
                  <a:gd name="connsiteY3" fmla="*/ 581144 h 828439"/>
                  <a:gd name="connsiteX0" fmla="*/ 0 w 1430337"/>
                  <a:gd name="connsiteY0" fmla="*/ 581144 h 824929"/>
                  <a:gd name="connsiteX1" fmla="*/ 712787 w 1430337"/>
                  <a:gd name="connsiteY1" fmla="*/ 66794 h 824929"/>
                  <a:gd name="connsiteX2" fmla="*/ 1430337 w 1430337"/>
                  <a:gd name="connsiteY2" fmla="*/ 597019 h 824929"/>
                  <a:gd name="connsiteX3" fmla="*/ 0 w 1430337"/>
                  <a:gd name="connsiteY3" fmla="*/ 581144 h 824929"/>
                  <a:gd name="connsiteX0" fmla="*/ 36 w 1430373"/>
                  <a:gd name="connsiteY0" fmla="*/ 581144 h 793146"/>
                  <a:gd name="connsiteX1" fmla="*/ 712823 w 1430373"/>
                  <a:gd name="connsiteY1" fmla="*/ 66794 h 793146"/>
                  <a:gd name="connsiteX2" fmla="*/ 1430373 w 1430373"/>
                  <a:gd name="connsiteY2" fmla="*/ 597019 h 793146"/>
                  <a:gd name="connsiteX3" fmla="*/ 696155 w 1430373"/>
                  <a:gd name="connsiteY3" fmla="*/ 793077 h 793146"/>
                  <a:gd name="connsiteX4" fmla="*/ 36 w 1430373"/>
                  <a:gd name="connsiteY4" fmla="*/ 581144 h 793146"/>
                  <a:gd name="connsiteX0" fmla="*/ 42 w 1430379"/>
                  <a:gd name="connsiteY0" fmla="*/ 581144 h 793698"/>
                  <a:gd name="connsiteX1" fmla="*/ 712829 w 1430379"/>
                  <a:gd name="connsiteY1" fmla="*/ 66794 h 793698"/>
                  <a:gd name="connsiteX2" fmla="*/ 1430379 w 1430379"/>
                  <a:gd name="connsiteY2" fmla="*/ 597019 h 793698"/>
                  <a:gd name="connsiteX3" fmla="*/ 696161 w 1430379"/>
                  <a:gd name="connsiteY3" fmla="*/ 793077 h 793698"/>
                  <a:gd name="connsiteX4" fmla="*/ 42 w 1430379"/>
                  <a:gd name="connsiteY4" fmla="*/ 581144 h 793698"/>
                  <a:gd name="connsiteX0" fmla="*/ 42 w 1430379"/>
                  <a:gd name="connsiteY0" fmla="*/ 581144 h 796256"/>
                  <a:gd name="connsiteX1" fmla="*/ 712829 w 1430379"/>
                  <a:gd name="connsiteY1" fmla="*/ 66794 h 796256"/>
                  <a:gd name="connsiteX2" fmla="*/ 1430379 w 1430379"/>
                  <a:gd name="connsiteY2" fmla="*/ 597019 h 796256"/>
                  <a:gd name="connsiteX3" fmla="*/ 696161 w 1430379"/>
                  <a:gd name="connsiteY3" fmla="*/ 793077 h 796256"/>
                  <a:gd name="connsiteX4" fmla="*/ 42 w 1430379"/>
                  <a:gd name="connsiteY4" fmla="*/ 581144 h 796256"/>
                  <a:gd name="connsiteX0" fmla="*/ 42 w 1430379"/>
                  <a:gd name="connsiteY0" fmla="*/ 581144 h 798469"/>
                  <a:gd name="connsiteX1" fmla="*/ 712829 w 1430379"/>
                  <a:gd name="connsiteY1" fmla="*/ 66794 h 798469"/>
                  <a:gd name="connsiteX2" fmla="*/ 1430379 w 1430379"/>
                  <a:gd name="connsiteY2" fmla="*/ 597019 h 798469"/>
                  <a:gd name="connsiteX3" fmla="*/ 696161 w 1430379"/>
                  <a:gd name="connsiteY3" fmla="*/ 793077 h 798469"/>
                  <a:gd name="connsiteX4" fmla="*/ 42 w 1430379"/>
                  <a:gd name="connsiteY4" fmla="*/ 581144 h 798469"/>
                  <a:gd name="connsiteX0" fmla="*/ 0 w 1430337"/>
                  <a:gd name="connsiteY0" fmla="*/ 581144 h 798469"/>
                  <a:gd name="connsiteX1" fmla="*/ 712787 w 1430337"/>
                  <a:gd name="connsiteY1" fmla="*/ 66794 h 798469"/>
                  <a:gd name="connsiteX2" fmla="*/ 1430337 w 1430337"/>
                  <a:gd name="connsiteY2" fmla="*/ 597019 h 798469"/>
                  <a:gd name="connsiteX3" fmla="*/ 696119 w 1430337"/>
                  <a:gd name="connsiteY3" fmla="*/ 793077 h 798469"/>
                  <a:gd name="connsiteX4" fmla="*/ 0 w 1430337"/>
                  <a:gd name="connsiteY4" fmla="*/ 581144 h 798469"/>
                  <a:gd name="connsiteX0" fmla="*/ 0 w 1427162"/>
                  <a:gd name="connsiteY0" fmla="*/ 583445 h 799152"/>
                  <a:gd name="connsiteX1" fmla="*/ 712787 w 1427162"/>
                  <a:gd name="connsiteY1" fmla="*/ 69095 h 799152"/>
                  <a:gd name="connsiteX2" fmla="*/ 1427162 w 1427162"/>
                  <a:gd name="connsiteY2" fmla="*/ 567570 h 799152"/>
                  <a:gd name="connsiteX3" fmla="*/ 696119 w 1427162"/>
                  <a:gd name="connsiteY3" fmla="*/ 795378 h 799152"/>
                  <a:gd name="connsiteX4" fmla="*/ 0 w 1427162"/>
                  <a:gd name="connsiteY4" fmla="*/ 583445 h 799152"/>
                  <a:gd name="connsiteX0" fmla="*/ 0 w 1427162"/>
                  <a:gd name="connsiteY0" fmla="*/ 583445 h 801281"/>
                  <a:gd name="connsiteX1" fmla="*/ 712787 w 1427162"/>
                  <a:gd name="connsiteY1" fmla="*/ 69095 h 801281"/>
                  <a:gd name="connsiteX2" fmla="*/ 1427162 w 1427162"/>
                  <a:gd name="connsiteY2" fmla="*/ 567570 h 801281"/>
                  <a:gd name="connsiteX3" fmla="*/ 696119 w 1427162"/>
                  <a:gd name="connsiteY3" fmla="*/ 795378 h 801281"/>
                  <a:gd name="connsiteX4" fmla="*/ 0 w 1427162"/>
                  <a:gd name="connsiteY4" fmla="*/ 583445 h 80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162" h="801281">
                    <a:moveTo>
                      <a:pt x="0" y="583445"/>
                    </a:moveTo>
                    <a:cubicBezTo>
                      <a:pt x="47096" y="528676"/>
                      <a:pt x="277548" y="-214275"/>
                      <a:pt x="712787" y="69095"/>
                    </a:cubicBezTo>
                    <a:cubicBezTo>
                      <a:pt x="1128183" y="-220888"/>
                      <a:pt x="1392766" y="490840"/>
                      <a:pt x="1427162" y="567570"/>
                    </a:cubicBezTo>
                    <a:cubicBezTo>
                      <a:pt x="1355725" y="787041"/>
                      <a:pt x="1008327" y="817074"/>
                      <a:pt x="696119" y="795378"/>
                    </a:cubicBezTo>
                    <a:cubicBezTo>
                      <a:pt x="393436" y="804638"/>
                      <a:pt x="14288" y="778310"/>
                      <a:pt x="0" y="583445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7BF9FF3-69F5-4B8D-BFB4-47623E720DEE}"/>
                  </a:ext>
                </a:extLst>
              </p:cNvPr>
              <p:cNvSpPr/>
              <p:nvPr/>
            </p:nvSpPr>
            <p:spPr>
              <a:xfrm rot="232222">
                <a:off x="6027123" y="5356425"/>
                <a:ext cx="287488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109A96F-D435-455C-A40C-FD7339329C95}"/>
                  </a:ext>
                </a:extLst>
              </p:cNvPr>
              <p:cNvSpPr/>
              <p:nvPr/>
            </p:nvSpPr>
            <p:spPr>
              <a:xfrm rot="21318413" flipH="1">
                <a:off x="7139289" y="5344732"/>
                <a:ext cx="306597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24">
                <a:extLst>
                  <a:ext uri="{FF2B5EF4-FFF2-40B4-BE49-F238E27FC236}">
                    <a16:creationId xmlns:a16="http://schemas.microsoft.com/office/drawing/2014/main" id="{952FD79A-CB31-40D9-8F86-D955089E045B}"/>
                  </a:ext>
                </a:extLst>
              </p:cNvPr>
              <p:cNvSpPr/>
              <p:nvPr/>
            </p:nvSpPr>
            <p:spPr>
              <a:xfrm>
                <a:off x="6317455" y="5166440"/>
                <a:ext cx="821549" cy="245578"/>
              </a:xfrm>
              <a:custGeom>
                <a:avLst/>
                <a:gdLst>
                  <a:gd name="connsiteX0" fmla="*/ 0 w 595312"/>
                  <a:gd name="connsiteY0" fmla="*/ 0 h 159543"/>
                  <a:gd name="connsiteX1" fmla="*/ 595312 w 595312"/>
                  <a:gd name="connsiteY1" fmla="*/ 0 h 159543"/>
                  <a:gd name="connsiteX2" fmla="*/ 595312 w 595312"/>
                  <a:gd name="connsiteY2" fmla="*/ 159543 h 159543"/>
                  <a:gd name="connsiteX3" fmla="*/ 0 w 595312"/>
                  <a:gd name="connsiteY3" fmla="*/ 159543 h 159543"/>
                  <a:gd name="connsiteX4" fmla="*/ 0 w 595312"/>
                  <a:gd name="connsiteY4" fmla="*/ 0 h 159543"/>
                  <a:gd name="connsiteX0" fmla="*/ 119063 w 714375"/>
                  <a:gd name="connsiteY0" fmla="*/ 0 h 178593"/>
                  <a:gd name="connsiteX1" fmla="*/ 714375 w 714375"/>
                  <a:gd name="connsiteY1" fmla="*/ 0 h 178593"/>
                  <a:gd name="connsiteX2" fmla="*/ 714375 w 714375"/>
                  <a:gd name="connsiteY2" fmla="*/ 159543 h 178593"/>
                  <a:gd name="connsiteX3" fmla="*/ 0 w 714375"/>
                  <a:gd name="connsiteY3" fmla="*/ 178593 h 178593"/>
                  <a:gd name="connsiteX4" fmla="*/ 119063 w 714375"/>
                  <a:gd name="connsiteY4" fmla="*/ 0 h 178593"/>
                  <a:gd name="connsiteX0" fmla="*/ 119063 w 828675"/>
                  <a:gd name="connsiteY0" fmla="*/ 0 h 188118"/>
                  <a:gd name="connsiteX1" fmla="*/ 714375 w 828675"/>
                  <a:gd name="connsiteY1" fmla="*/ 0 h 188118"/>
                  <a:gd name="connsiteX2" fmla="*/ 828675 w 828675"/>
                  <a:gd name="connsiteY2" fmla="*/ 188118 h 188118"/>
                  <a:gd name="connsiteX3" fmla="*/ 0 w 828675"/>
                  <a:gd name="connsiteY3" fmla="*/ 178593 h 188118"/>
                  <a:gd name="connsiteX4" fmla="*/ 119063 w 828675"/>
                  <a:gd name="connsiteY4" fmla="*/ 0 h 188118"/>
                  <a:gd name="connsiteX0" fmla="*/ 119063 w 828675"/>
                  <a:gd name="connsiteY0" fmla="*/ 0 h 188118"/>
                  <a:gd name="connsiteX1" fmla="*/ 828675 w 828675"/>
                  <a:gd name="connsiteY1" fmla="*/ 188118 h 188118"/>
                  <a:gd name="connsiteX2" fmla="*/ 0 w 828675"/>
                  <a:gd name="connsiteY2" fmla="*/ 178593 h 188118"/>
                  <a:gd name="connsiteX3" fmla="*/ 119063 w 828675"/>
                  <a:gd name="connsiteY3" fmla="*/ 0 h 188118"/>
                  <a:gd name="connsiteX0" fmla="*/ 0 w 828675"/>
                  <a:gd name="connsiteY0" fmla="*/ 0 h 9525"/>
                  <a:gd name="connsiteX1" fmla="*/ 828675 w 828675"/>
                  <a:gd name="connsiteY1" fmla="*/ 9525 h 9525"/>
                  <a:gd name="connsiteX2" fmla="*/ 0 w 828675"/>
                  <a:gd name="connsiteY2" fmla="*/ 0 h 9525"/>
                  <a:gd name="connsiteX0" fmla="*/ 0 w 10000"/>
                  <a:gd name="connsiteY0" fmla="*/ 175575 h 185575"/>
                  <a:gd name="connsiteX1" fmla="*/ 10000 w 10000"/>
                  <a:gd name="connsiteY1" fmla="*/ 185575 h 185575"/>
                  <a:gd name="connsiteX2" fmla="*/ 0 w 10000"/>
                  <a:gd name="connsiteY2" fmla="*/ 175575 h 185575"/>
                  <a:gd name="connsiteX0" fmla="*/ 0 w 10000"/>
                  <a:gd name="connsiteY0" fmla="*/ 175575 h 207938"/>
                  <a:gd name="connsiteX1" fmla="*/ 10000 w 10000"/>
                  <a:gd name="connsiteY1" fmla="*/ 185575 h 207938"/>
                  <a:gd name="connsiteX2" fmla="*/ 0 w 10000"/>
                  <a:gd name="connsiteY2" fmla="*/ 175575 h 207938"/>
                  <a:gd name="connsiteX0" fmla="*/ 0 w 10000"/>
                  <a:gd name="connsiteY0" fmla="*/ 198205 h 230568"/>
                  <a:gd name="connsiteX1" fmla="*/ 10000 w 10000"/>
                  <a:gd name="connsiteY1" fmla="*/ 208205 h 230568"/>
                  <a:gd name="connsiteX2" fmla="*/ 0 w 10000"/>
                  <a:gd name="connsiteY2" fmla="*/ 198205 h 230568"/>
                  <a:gd name="connsiteX0" fmla="*/ 535 w 10544"/>
                  <a:gd name="connsiteY0" fmla="*/ 198205 h 221777"/>
                  <a:gd name="connsiteX1" fmla="*/ 2345 w 10544"/>
                  <a:gd name="connsiteY1" fmla="*/ 221651 h 221777"/>
                  <a:gd name="connsiteX2" fmla="*/ 10535 w 10544"/>
                  <a:gd name="connsiteY2" fmla="*/ 208205 h 221777"/>
                  <a:gd name="connsiteX3" fmla="*/ 535 w 10544"/>
                  <a:gd name="connsiteY3" fmla="*/ 198205 h 221777"/>
                  <a:gd name="connsiteX0" fmla="*/ 535 w 10636"/>
                  <a:gd name="connsiteY0" fmla="*/ 198205 h 222528"/>
                  <a:gd name="connsiteX1" fmla="*/ 2345 w 10636"/>
                  <a:gd name="connsiteY1" fmla="*/ 221651 h 222528"/>
                  <a:gd name="connsiteX2" fmla="*/ 5506 w 10636"/>
                  <a:gd name="connsiteY2" fmla="*/ 219152 h 222528"/>
                  <a:gd name="connsiteX3" fmla="*/ 10535 w 10636"/>
                  <a:gd name="connsiteY3" fmla="*/ 208205 h 222528"/>
                  <a:gd name="connsiteX4" fmla="*/ 535 w 10636"/>
                  <a:gd name="connsiteY4" fmla="*/ 198205 h 222528"/>
                  <a:gd name="connsiteX0" fmla="*/ 535 w 10934"/>
                  <a:gd name="connsiteY0" fmla="*/ 198205 h 222528"/>
                  <a:gd name="connsiteX1" fmla="*/ 2345 w 10934"/>
                  <a:gd name="connsiteY1" fmla="*/ 221651 h 222528"/>
                  <a:gd name="connsiteX2" fmla="*/ 5506 w 10934"/>
                  <a:gd name="connsiteY2" fmla="*/ 219152 h 222528"/>
                  <a:gd name="connsiteX3" fmla="*/ 8610 w 10934"/>
                  <a:gd name="connsiteY3" fmla="*/ 219152 h 222528"/>
                  <a:gd name="connsiteX4" fmla="*/ 10535 w 10934"/>
                  <a:gd name="connsiteY4" fmla="*/ 208205 h 222528"/>
                  <a:gd name="connsiteX5" fmla="*/ 535 w 10934"/>
                  <a:gd name="connsiteY5" fmla="*/ 198205 h 222528"/>
                  <a:gd name="connsiteX0" fmla="*/ 0 w 10399"/>
                  <a:gd name="connsiteY0" fmla="*/ 198205 h 253804"/>
                  <a:gd name="connsiteX1" fmla="*/ 1810 w 10399"/>
                  <a:gd name="connsiteY1" fmla="*/ 221651 h 253804"/>
                  <a:gd name="connsiteX2" fmla="*/ 4971 w 10399"/>
                  <a:gd name="connsiteY2" fmla="*/ 219152 h 253804"/>
                  <a:gd name="connsiteX3" fmla="*/ 8075 w 10399"/>
                  <a:gd name="connsiteY3" fmla="*/ 219152 h 253804"/>
                  <a:gd name="connsiteX4" fmla="*/ 10000 w 10399"/>
                  <a:gd name="connsiteY4" fmla="*/ 208205 h 253804"/>
                  <a:gd name="connsiteX5" fmla="*/ 0 w 10399"/>
                  <a:gd name="connsiteY5" fmla="*/ 198205 h 253804"/>
                  <a:gd name="connsiteX0" fmla="*/ 0 w 10399"/>
                  <a:gd name="connsiteY0" fmla="*/ 198205 h 255194"/>
                  <a:gd name="connsiteX1" fmla="*/ 1810 w 10399"/>
                  <a:gd name="connsiteY1" fmla="*/ 221651 h 255194"/>
                  <a:gd name="connsiteX2" fmla="*/ 4971 w 10399"/>
                  <a:gd name="connsiteY2" fmla="*/ 219152 h 255194"/>
                  <a:gd name="connsiteX3" fmla="*/ 8075 w 10399"/>
                  <a:gd name="connsiteY3" fmla="*/ 219152 h 255194"/>
                  <a:gd name="connsiteX4" fmla="*/ 10000 w 10399"/>
                  <a:gd name="connsiteY4" fmla="*/ 208205 h 255194"/>
                  <a:gd name="connsiteX5" fmla="*/ 0 w 10399"/>
                  <a:gd name="connsiteY5" fmla="*/ 198205 h 255194"/>
                  <a:gd name="connsiteX0" fmla="*/ 0 w 10399"/>
                  <a:gd name="connsiteY0" fmla="*/ 198205 h 238126"/>
                  <a:gd name="connsiteX1" fmla="*/ 1810 w 10399"/>
                  <a:gd name="connsiteY1" fmla="*/ 221651 h 238126"/>
                  <a:gd name="connsiteX2" fmla="*/ 4971 w 10399"/>
                  <a:gd name="connsiteY2" fmla="*/ 219152 h 238126"/>
                  <a:gd name="connsiteX3" fmla="*/ 8075 w 10399"/>
                  <a:gd name="connsiteY3" fmla="*/ 219152 h 238126"/>
                  <a:gd name="connsiteX4" fmla="*/ 10000 w 10399"/>
                  <a:gd name="connsiteY4" fmla="*/ 208205 h 238126"/>
                  <a:gd name="connsiteX5" fmla="*/ 0 w 10399"/>
                  <a:gd name="connsiteY5" fmla="*/ 198205 h 238126"/>
                  <a:gd name="connsiteX0" fmla="*/ 0 w 10399"/>
                  <a:gd name="connsiteY0" fmla="*/ 198205 h 236068"/>
                  <a:gd name="connsiteX1" fmla="*/ 1810 w 10399"/>
                  <a:gd name="connsiteY1" fmla="*/ 221651 h 236068"/>
                  <a:gd name="connsiteX2" fmla="*/ 4971 w 10399"/>
                  <a:gd name="connsiteY2" fmla="*/ 219152 h 236068"/>
                  <a:gd name="connsiteX3" fmla="*/ 8075 w 10399"/>
                  <a:gd name="connsiteY3" fmla="*/ 219152 h 236068"/>
                  <a:gd name="connsiteX4" fmla="*/ 10000 w 10399"/>
                  <a:gd name="connsiteY4" fmla="*/ 208205 h 236068"/>
                  <a:gd name="connsiteX5" fmla="*/ 0 w 10399"/>
                  <a:gd name="connsiteY5" fmla="*/ 198205 h 236068"/>
                  <a:gd name="connsiteX0" fmla="*/ 0 w 10399"/>
                  <a:gd name="connsiteY0" fmla="*/ 198205 h 243609"/>
                  <a:gd name="connsiteX1" fmla="*/ 1810 w 10399"/>
                  <a:gd name="connsiteY1" fmla="*/ 221651 h 243609"/>
                  <a:gd name="connsiteX2" fmla="*/ 4971 w 10399"/>
                  <a:gd name="connsiteY2" fmla="*/ 219152 h 243609"/>
                  <a:gd name="connsiteX3" fmla="*/ 8075 w 10399"/>
                  <a:gd name="connsiteY3" fmla="*/ 219152 h 243609"/>
                  <a:gd name="connsiteX4" fmla="*/ 10000 w 10399"/>
                  <a:gd name="connsiteY4" fmla="*/ 208205 h 243609"/>
                  <a:gd name="connsiteX5" fmla="*/ 0 w 10399"/>
                  <a:gd name="connsiteY5" fmla="*/ 198205 h 243609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51059"/>
                  <a:gd name="connsiteX1" fmla="*/ 1810 w 10399"/>
                  <a:gd name="connsiteY1" fmla="*/ 221651 h 251059"/>
                  <a:gd name="connsiteX2" fmla="*/ 4971 w 10399"/>
                  <a:gd name="connsiteY2" fmla="*/ 219152 h 251059"/>
                  <a:gd name="connsiteX3" fmla="*/ 8075 w 10399"/>
                  <a:gd name="connsiteY3" fmla="*/ 219152 h 251059"/>
                  <a:gd name="connsiteX4" fmla="*/ 10000 w 10399"/>
                  <a:gd name="connsiteY4" fmla="*/ 208205 h 251059"/>
                  <a:gd name="connsiteX5" fmla="*/ 0 w 10399"/>
                  <a:gd name="connsiteY5" fmla="*/ 198205 h 251059"/>
                  <a:gd name="connsiteX0" fmla="*/ 0 w 10415"/>
                  <a:gd name="connsiteY0" fmla="*/ 198205 h 251059"/>
                  <a:gd name="connsiteX1" fmla="*/ 1810 w 10415"/>
                  <a:gd name="connsiteY1" fmla="*/ 221651 h 251059"/>
                  <a:gd name="connsiteX2" fmla="*/ 4971 w 10415"/>
                  <a:gd name="connsiteY2" fmla="*/ 219152 h 251059"/>
                  <a:gd name="connsiteX3" fmla="*/ 8075 w 10415"/>
                  <a:gd name="connsiteY3" fmla="*/ 219152 h 251059"/>
                  <a:gd name="connsiteX4" fmla="*/ 10000 w 10415"/>
                  <a:gd name="connsiteY4" fmla="*/ 208205 h 251059"/>
                  <a:gd name="connsiteX5" fmla="*/ 0 w 10415"/>
                  <a:gd name="connsiteY5" fmla="*/ 198205 h 251059"/>
                  <a:gd name="connsiteX0" fmla="*/ 0 w 10000"/>
                  <a:gd name="connsiteY0" fmla="*/ 198205 h 251059"/>
                  <a:gd name="connsiteX1" fmla="*/ 1810 w 10000"/>
                  <a:gd name="connsiteY1" fmla="*/ 221651 h 251059"/>
                  <a:gd name="connsiteX2" fmla="*/ 4971 w 10000"/>
                  <a:gd name="connsiteY2" fmla="*/ 219152 h 251059"/>
                  <a:gd name="connsiteX3" fmla="*/ 8075 w 10000"/>
                  <a:gd name="connsiteY3" fmla="*/ 219152 h 251059"/>
                  <a:gd name="connsiteX4" fmla="*/ 10000 w 10000"/>
                  <a:gd name="connsiteY4" fmla="*/ 208205 h 251059"/>
                  <a:gd name="connsiteX5" fmla="*/ 0 w 10000"/>
                  <a:gd name="connsiteY5" fmla="*/ 198205 h 251059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9914"/>
                  <a:gd name="connsiteY0" fmla="*/ 202948 h 255802"/>
                  <a:gd name="connsiteX1" fmla="*/ 1810 w 9914"/>
                  <a:gd name="connsiteY1" fmla="*/ 226394 h 255802"/>
                  <a:gd name="connsiteX2" fmla="*/ 4971 w 9914"/>
                  <a:gd name="connsiteY2" fmla="*/ 223895 h 255802"/>
                  <a:gd name="connsiteX3" fmla="*/ 8075 w 9914"/>
                  <a:gd name="connsiteY3" fmla="*/ 223895 h 255802"/>
                  <a:gd name="connsiteX4" fmla="*/ 9914 w 9914"/>
                  <a:gd name="connsiteY4" fmla="*/ 197948 h 255802"/>
                  <a:gd name="connsiteX5" fmla="*/ 0 w 9914"/>
                  <a:gd name="connsiteY5" fmla="*/ 202948 h 255802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9"/>
                  <a:gd name="connsiteY0" fmla="*/ 8013 h 10079"/>
                  <a:gd name="connsiteX1" fmla="*/ 1826 w 10009"/>
                  <a:gd name="connsiteY1" fmla="*/ 8929 h 10079"/>
                  <a:gd name="connsiteX2" fmla="*/ 5014 w 10009"/>
                  <a:gd name="connsiteY2" fmla="*/ 8832 h 10079"/>
                  <a:gd name="connsiteX3" fmla="*/ 8145 w 10009"/>
                  <a:gd name="connsiteY3" fmla="*/ 8832 h 10079"/>
                  <a:gd name="connsiteX4" fmla="*/ 10000 w 10009"/>
                  <a:gd name="connsiteY4" fmla="*/ 7817 h 10079"/>
                  <a:gd name="connsiteX5" fmla="*/ 0 w 10009"/>
                  <a:gd name="connsiteY5" fmla="*/ 8013 h 10079"/>
                  <a:gd name="connsiteX0" fmla="*/ 0 w 10008"/>
                  <a:gd name="connsiteY0" fmla="*/ 8013 h 10079"/>
                  <a:gd name="connsiteX1" fmla="*/ 1826 w 10008"/>
                  <a:gd name="connsiteY1" fmla="*/ 8929 h 10079"/>
                  <a:gd name="connsiteX2" fmla="*/ 5014 w 10008"/>
                  <a:gd name="connsiteY2" fmla="*/ 8832 h 10079"/>
                  <a:gd name="connsiteX3" fmla="*/ 8145 w 10008"/>
                  <a:gd name="connsiteY3" fmla="*/ 8832 h 10079"/>
                  <a:gd name="connsiteX4" fmla="*/ 10000 w 10008"/>
                  <a:gd name="connsiteY4" fmla="*/ 7817 h 10079"/>
                  <a:gd name="connsiteX5" fmla="*/ 0 w 10008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79">
                    <a:moveTo>
                      <a:pt x="0" y="8013"/>
                    </a:moveTo>
                    <a:cubicBezTo>
                      <a:pt x="672" y="10576"/>
                      <a:pt x="956" y="9060"/>
                      <a:pt x="1826" y="8929"/>
                    </a:cubicBezTo>
                    <a:cubicBezTo>
                      <a:pt x="3531" y="10874"/>
                      <a:pt x="4015" y="9603"/>
                      <a:pt x="5014" y="8832"/>
                    </a:cubicBezTo>
                    <a:cubicBezTo>
                      <a:pt x="6680" y="11275"/>
                      <a:pt x="7184" y="9489"/>
                      <a:pt x="8145" y="8832"/>
                    </a:cubicBezTo>
                    <a:cubicBezTo>
                      <a:pt x="9020" y="9250"/>
                      <a:pt x="9826" y="10316"/>
                      <a:pt x="10000" y="7817"/>
                    </a:cubicBezTo>
                    <a:cubicBezTo>
                      <a:pt x="8754" y="3680"/>
                      <a:pt x="4550" y="-7592"/>
                      <a:pt x="0" y="8013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E2078D-1D19-4771-882D-1ABD73EEAD7A}"/>
                </a:ext>
              </a:extLst>
            </p:cNvPr>
            <p:cNvSpPr/>
            <p:nvPr/>
          </p:nvSpPr>
          <p:spPr>
            <a:xfrm flipH="1">
              <a:off x="5170928" y="4362450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B36C5D-E991-4293-B21B-1EAEC2C98B45}"/>
                </a:ext>
              </a:extLst>
            </p:cNvPr>
            <p:cNvSpPr/>
            <p:nvPr/>
          </p:nvSpPr>
          <p:spPr>
            <a:xfrm rot="20955638" flipH="1">
              <a:off x="4905336" y="4262542"/>
              <a:ext cx="45719" cy="21096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92C398-F89E-44A6-8E42-DDB9F694E957}"/>
                </a:ext>
              </a:extLst>
            </p:cNvPr>
            <p:cNvSpPr/>
            <p:nvPr/>
          </p:nvSpPr>
          <p:spPr>
            <a:xfrm rot="457402">
              <a:off x="4625355" y="4358677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671F70-4C36-7CB2-1568-E0E613E84626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85627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058EA-BC2E-4456-B6FE-680845AD663B}"/>
              </a:ext>
            </a:extLst>
          </p:cNvPr>
          <p:cNvGrpSpPr/>
          <p:nvPr/>
        </p:nvGrpSpPr>
        <p:grpSpPr>
          <a:xfrm>
            <a:off x="1428287" y="1601086"/>
            <a:ext cx="7201826" cy="4570228"/>
            <a:chOff x="1518313" y="4650921"/>
            <a:chExt cx="1346329" cy="854371"/>
          </a:xfrm>
          <a:solidFill>
            <a:schemeClr val="bg1"/>
          </a:solidFill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DECCB1D-1444-44D8-BC7B-CDF848EFEB7D}"/>
                </a:ext>
              </a:extLst>
            </p:cNvPr>
            <p:cNvSpPr/>
            <p:nvPr/>
          </p:nvSpPr>
          <p:spPr>
            <a:xfrm>
              <a:off x="1518313" y="4650921"/>
              <a:ext cx="1346329" cy="854371"/>
            </a:xfrm>
            <a:custGeom>
              <a:avLst/>
              <a:gdLst>
                <a:gd name="connsiteX0" fmla="*/ 0 w 1199485"/>
                <a:gd name="connsiteY0" fmla="*/ 0 h 645767"/>
                <a:gd name="connsiteX1" fmla="*/ 1199485 w 1199485"/>
                <a:gd name="connsiteY1" fmla="*/ 0 h 645767"/>
                <a:gd name="connsiteX2" fmla="*/ 1199485 w 1199485"/>
                <a:gd name="connsiteY2" fmla="*/ 645767 h 645767"/>
                <a:gd name="connsiteX3" fmla="*/ 0 w 1199485"/>
                <a:gd name="connsiteY3" fmla="*/ 645767 h 645767"/>
                <a:gd name="connsiteX4" fmla="*/ 0 w 1199485"/>
                <a:gd name="connsiteY4" fmla="*/ 0 h 645767"/>
                <a:gd name="connsiteX0" fmla="*/ 0 w 1199485"/>
                <a:gd name="connsiteY0" fmla="*/ 183 h 645950"/>
                <a:gd name="connsiteX1" fmla="*/ 605761 w 1199485"/>
                <a:gd name="connsiteY1" fmla="*/ 12883 h 645950"/>
                <a:gd name="connsiteX2" fmla="*/ 1199485 w 1199485"/>
                <a:gd name="connsiteY2" fmla="*/ 183 h 645950"/>
                <a:gd name="connsiteX3" fmla="*/ 1199485 w 1199485"/>
                <a:gd name="connsiteY3" fmla="*/ 645950 h 645950"/>
                <a:gd name="connsiteX4" fmla="*/ 0 w 1199485"/>
                <a:gd name="connsiteY4" fmla="*/ 645950 h 645950"/>
                <a:gd name="connsiteX5" fmla="*/ 0 w 1199485"/>
                <a:gd name="connsiteY5" fmla="*/ 183 h 645950"/>
                <a:gd name="connsiteX0" fmla="*/ 0 w 1294735"/>
                <a:gd name="connsiteY0" fmla="*/ 183 h 645950"/>
                <a:gd name="connsiteX1" fmla="*/ 605761 w 1294735"/>
                <a:gd name="connsiteY1" fmla="*/ 12883 h 645950"/>
                <a:gd name="connsiteX2" fmla="*/ 1294735 w 1294735"/>
                <a:gd name="connsiteY2" fmla="*/ 495483 h 645950"/>
                <a:gd name="connsiteX3" fmla="*/ 1199485 w 1294735"/>
                <a:gd name="connsiteY3" fmla="*/ 645950 h 645950"/>
                <a:gd name="connsiteX4" fmla="*/ 0 w 1294735"/>
                <a:gd name="connsiteY4" fmla="*/ 645950 h 645950"/>
                <a:gd name="connsiteX5" fmla="*/ 0 w 1294735"/>
                <a:gd name="connsiteY5" fmla="*/ 183 h 645950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44450 w 1339185"/>
                <a:gd name="connsiteY4" fmla="*/ 633067 h 633067"/>
                <a:gd name="connsiteX5" fmla="*/ 0 w 1339185"/>
                <a:gd name="connsiteY5" fmla="*/ 438150 h 633067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137319 w 1339185"/>
                <a:gd name="connsiteY4" fmla="*/ 542580 h 633067"/>
                <a:gd name="connsiteX5" fmla="*/ 0 w 1339185"/>
                <a:gd name="connsiteY5" fmla="*/ 438150 h 633067"/>
                <a:gd name="connsiteX0" fmla="*/ 0 w 1339185"/>
                <a:gd name="connsiteY0" fmla="*/ 438150 h 542580"/>
                <a:gd name="connsiteX1" fmla="*/ 650211 w 1339185"/>
                <a:gd name="connsiteY1" fmla="*/ 0 h 542580"/>
                <a:gd name="connsiteX2" fmla="*/ 1339185 w 1339185"/>
                <a:gd name="connsiteY2" fmla="*/ 482600 h 542580"/>
                <a:gd name="connsiteX3" fmla="*/ 1191548 w 1339185"/>
                <a:gd name="connsiteY3" fmla="*/ 542579 h 542580"/>
                <a:gd name="connsiteX4" fmla="*/ 137319 w 1339185"/>
                <a:gd name="connsiteY4" fmla="*/ 542580 h 542580"/>
                <a:gd name="connsiteX5" fmla="*/ 0 w 1339185"/>
                <a:gd name="connsiteY5" fmla="*/ 438150 h 542580"/>
                <a:gd name="connsiteX0" fmla="*/ 0 w 1339185"/>
                <a:gd name="connsiteY0" fmla="*/ 478797 h 583227"/>
                <a:gd name="connsiteX1" fmla="*/ 650211 w 1339185"/>
                <a:gd name="connsiteY1" fmla="*/ 40647 h 583227"/>
                <a:gd name="connsiteX2" fmla="*/ 1339185 w 1339185"/>
                <a:gd name="connsiteY2" fmla="*/ 523247 h 583227"/>
                <a:gd name="connsiteX3" fmla="*/ 1191548 w 1339185"/>
                <a:gd name="connsiteY3" fmla="*/ 583226 h 583227"/>
                <a:gd name="connsiteX4" fmla="*/ 137319 w 1339185"/>
                <a:gd name="connsiteY4" fmla="*/ 583227 h 583227"/>
                <a:gd name="connsiteX5" fmla="*/ 0 w 1339185"/>
                <a:gd name="connsiteY5" fmla="*/ 478797 h 583227"/>
                <a:gd name="connsiteX0" fmla="*/ 0 w 1339185"/>
                <a:gd name="connsiteY0" fmla="*/ 474333 h 578763"/>
                <a:gd name="connsiteX1" fmla="*/ 671642 w 1339185"/>
                <a:gd name="connsiteY1" fmla="*/ 40945 h 578763"/>
                <a:gd name="connsiteX2" fmla="*/ 1339185 w 1339185"/>
                <a:gd name="connsiteY2" fmla="*/ 518783 h 578763"/>
                <a:gd name="connsiteX3" fmla="*/ 1191548 w 1339185"/>
                <a:gd name="connsiteY3" fmla="*/ 578762 h 578763"/>
                <a:gd name="connsiteX4" fmla="*/ 137319 w 1339185"/>
                <a:gd name="connsiteY4" fmla="*/ 578763 h 578763"/>
                <a:gd name="connsiteX5" fmla="*/ 0 w 1339185"/>
                <a:gd name="connsiteY5" fmla="*/ 474333 h 578763"/>
                <a:gd name="connsiteX0" fmla="*/ 0 w 1339185"/>
                <a:gd name="connsiteY0" fmla="*/ 488919 h 593349"/>
                <a:gd name="connsiteX1" fmla="*/ 671642 w 1339185"/>
                <a:gd name="connsiteY1" fmla="*/ 55531 h 593349"/>
                <a:gd name="connsiteX2" fmla="*/ 1339185 w 1339185"/>
                <a:gd name="connsiteY2" fmla="*/ 533369 h 593349"/>
                <a:gd name="connsiteX3" fmla="*/ 1191548 w 1339185"/>
                <a:gd name="connsiteY3" fmla="*/ 593348 h 593349"/>
                <a:gd name="connsiteX4" fmla="*/ 137319 w 1339185"/>
                <a:gd name="connsiteY4" fmla="*/ 593349 h 593349"/>
                <a:gd name="connsiteX5" fmla="*/ 0 w 1339185"/>
                <a:gd name="connsiteY5" fmla="*/ 488919 h 593349"/>
                <a:gd name="connsiteX0" fmla="*/ 0 w 1336804"/>
                <a:gd name="connsiteY0" fmla="*/ 490412 h 594842"/>
                <a:gd name="connsiteX1" fmla="*/ 671642 w 1336804"/>
                <a:gd name="connsiteY1" fmla="*/ 57024 h 594842"/>
                <a:gd name="connsiteX2" fmla="*/ 1336804 w 1336804"/>
                <a:gd name="connsiteY2" fmla="*/ 515812 h 594842"/>
                <a:gd name="connsiteX3" fmla="*/ 1191548 w 1336804"/>
                <a:gd name="connsiteY3" fmla="*/ 594841 h 594842"/>
                <a:gd name="connsiteX4" fmla="*/ 137319 w 1336804"/>
                <a:gd name="connsiteY4" fmla="*/ 594842 h 594842"/>
                <a:gd name="connsiteX5" fmla="*/ 0 w 1336804"/>
                <a:gd name="connsiteY5" fmla="*/ 490412 h 594842"/>
                <a:gd name="connsiteX0" fmla="*/ 0 w 1336804"/>
                <a:gd name="connsiteY0" fmla="*/ 484716 h 589146"/>
                <a:gd name="connsiteX1" fmla="*/ 671642 w 1336804"/>
                <a:gd name="connsiteY1" fmla="*/ 51328 h 589146"/>
                <a:gd name="connsiteX2" fmla="*/ 1336804 w 1336804"/>
                <a:gd name="connsiteY2" fmla="*/ 510116 h 589146"/>
                <a:gd name="connsiteX3" fmla="*/ 1191548 w 1336804"/>
                <a:gd name="connsiteY3" fmla="*/ 589145 h 589146"/>
                <a:gd name="connsiteX4" fmla="*/ 137319 w 1336804"/>
                <a:gd name="connsiteY4" fmla="*/ 589146 h 589146"/>
                <a:gd name="connsiteX5" fmla="*/ 0 w 1336804"/>
                <a:gd name="connsiteY5" fmla="*/ 48471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12682 h 598062"/>
                <a:gd name="connsiteX1" fmla="*/ 681167 w 1346329"/>
                <a:gd name="connsiteY1" fmla="*/ 60244 h 598062"/>
                <a:gd name="connsiteX2" fmla="*/ 1346329 w 1346329"/>
                <a:gd name="connsiteY2" fmla="*/ 519032 h 598062"/>
                <a:gd name="connsiteX3" fmla="*/ 1201073 w 1346329"/>
                <a:gd name="connsiteY3" fmla="*/ 598061 h 598062"/>
                <a:gd name="connsiteX4" fmla="*/ 146844 w 1346329"/>
                <a:gd name="connsiteY4" fmla="*/ 598062 h 598062"/>
                <a:gd name="connsiteX5" fmla="*/ 0 w 1346329"/>
                <a:gd name="connsiteY5" fmla="*/ 512682 h 598062"/>
                <a:gd name="connsiteX0" fmla="*/ 0 w 1346329"/>
                <a:gd name="connsiteY0" fmla="*/ 510556 h 595936"/>
                <a:gd name="connsiteX1" fmla="*/ 671642 w 1346329"/>
                <a:gd name="connsiteY1" fmla="*/ 60499 h 595936"/>
                <a:gd name="connsiteX2" fmla="*/ 1346329 w 1346329"/>
                <a:gd name="connsiteY2" fmla="*/ 516906 h 595936"/>
                <a:gd name="connsiteX3" fmla="*/ 1201073 w 1346329"/>
                <a:gd name="connsiteY3" fmla="*/ 595935 h 595936"/>
                <a:gd name="connsiteX4" fmla="*/ 146844 w 1346329"/>
                <a:gd name="connsiteY4" fmla="*/ 595936 h 595936"/>
                <a:gd name="connsiteX5" fmla="*/ 0 w 1346329"/>
                <a:gd name="connsiteY5" fmla="*/ 510556 h 595936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825608"/>
                <a:gd name="connsiteX1" fmla="*/ 671642 w 1346329"/>
                <a:gd name="connsiteY1" fmla="*/ 55222 h 825608"/>
                <a:gd name="connsiteX2" fmla="*/ 1346329 w 1346329"/>
                <a:gd name="connsiteY2" fmla="*/ 511629 h 825608"/>
                <a:gd name="connsiteX3" fmla="*/ 1201073 w 1346329"/>
                <a:gd name="connsiteY3" fmla="*/ 590658 h 825608"/>
                <a:gd name="connsiteX4" fmla="*/ 146844 w 1346329"/>
                <a:gd name="connsiteY4" fmla="*/ 590659 h 825608"/>
                <a:gd name="connsiteX5" fmla="*/ 0 w 1346329"/>
                <a:gd name="connsiteY5" fmla="*/ 512423 h 825608"/>
                <a:gd name="connsiteX0" fmla="*/ 0 w 1346329"/>
                <a:gd name="connsiteY0" fmla="*/ 512423 h 854371"/>
                <a:gd name="connsiteX1" fmla="*/ 671642 w 1346329"/>
                <a:gd name="connsiteY1" fmla="*/ 55222 h 854371"/>
                <a:gd name="connsiteX2" fmla="*/ 1346329 w 1346329"/>
                <a:gd name="connsiteY2" fmla="*/ 511629 h 854371"/>
                <a:gd name="connsiteX3" fmla="*/ 1201073 w 1346329"/>
                <a:gd name="connsiteY3" fmla="*/ 590658 h 854371"/>
                <a:gd name="connsiteX4" fmla="*/ 146844 w 1346329"/>
                <a:gd name="connsiteY4" fmla="*/ 590659 h 854371"/>
                <a:gd name="connsiteX5" fmla="*/ 0 w 1346329"/>
                <a:gd name="connsiteY5" fmla="*/ 512423 h 85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6329" h="854371">
                  <a:moveTo>
                    <a:pt x="0" y="512423"/>
                  </a:moveTo>
                  <a:cubicBezTo>
                    <a:pt x="142389" y="274563"/>
                    <a:pt x="307797" y="-152211"/>
                    <a:pt x="671642" y="55222"/>
                  </a:cubicBezTo>
                  <a:cubicBezTo>
                    <a:pt x="1063226" y="-174436"/>
                    <a:pt x="1259546" y="434106"/>
                    <a:pt x="1346329" y="511629"/>
                  </a:cubicBezTo>
                  <a:cubicBezTo>
                    <a:pt x="1297910" y="537972"/>
                    <a:pt x="1261398" y="547646"/>
                    <a:pt x="1201073" y="590658"/>
                  </a:cubicBezTo>
                  <a:cubicBezTo>
                    <a:pt x="1059213" y="709720"/>
                    <a:pt x="667323" y="1119297"/>
                    <a:pt x="146844" y="590659"/>
                  </a:cubicBezTo>
                  <a:cubicBezTo>
                    <a:pt x="93133" y="555055"/>
                    <a:pt x="48948" y="538502"/>
                    <a:pt x="0" y="512423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1D9138F-AFB0-4234-B61C-2DB23B30AD40}"/>
                </a:ext>
              </a:extLst>
            </p:cNvPr>
            <p:cNvSpPr/>
            <p:nvPr/>
          </p:nvSpPr>
          <p:spPr>
            <a:xfrm>
              <a:off x="1905791" y="5053143"/>
              <a:ext cx="569961" cy="99910"/>
            </a:xfrm>
            <a:custGeom>
              <a:avLst/>
              <a:gdLst>
                <a:gd name="connsiteX0" fmla="*/ 0 w 295275"/>
                <a:gd name="connsiteY0" fmla="*/ 0 h 54769"/>
                <a:gd name="connsiteX1" fmla="*/ 295275 w 295275"/>
                <a:gd name="connsiteY1" fmla="*/ 0 h 54769"/>
                <a:gd name="connsiteX2" fmla="*/ 295275 w 295275"/>
                <a:gd name="connsiteY2" fmla="*/ 54769 h 54769"/>
                <a:gd name="connsiteX3" fmla="*/ 0 w 295275"/>
                <a:gd name="connsiteY3" fmla="*/ 54769 h 54769"/>
                <a:gd name="connsiteX4" fmla="*/ 0 w 295275"/>
                <a:gd name="connsiteY4" fmla="*/ 0 h 54769"/>
                <a:gd name="connsiteX0" fmla="*/ 0 w 442912"/>
                <a:gd name="connsiteY0" fmla="*/ 0 h 54769"/>
                <a:gd name="connsiteX1" fmla="*/ 442912 w 442912"/>
                <a:gd name="connsiteY1" fmla="*/ 0 h 54769"/>
                <a:gd name="connsiteX2" fmla="*/ 295275 w 442912"/>
                <a:gd name="connsiteY2" fmla="*/ 54769 h 54769"/>
                <a:gd name="connsiteX3" fmla="*/ 0 w 442912"/>
                <a:gd name="connsiteY3" fmla="*/ 54769 h 54769"/>
                <a:gd name="connsiteX4" fmla="*/ 0 w 442912"/>
                <a:gd name="connsiteY4" fmla="*/ 0 h 54769"/>
                <a:gd name="connsiteX0" fmla="*/ 0 w 552449"/>
                <a:gd name="connsiteY0" fmla="*/ 0 h 54769"/>
                <a:gd name="connsiteX1" fmla="*/ 552449 w 552449"/>
                <a:gd name="connsiteY1" fmla="*/ 0 h 54769"/>
                <a:gd name="connsiteX2" fmla="*/ 404812 w 552449"/>
                <a:gd name="connsiteY2" fmla="*/ 54769 h 54769"/>
                <a:gd name="connsiteX3" fmla="*/ 109537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109537 w 552449"/>
                <a:gd name="connsiteY4" fmla="*/ 54769 h 54769"/>
                <a:gd name="connsiteX5" fmla="*/ 0 w 552449"/>
                <a:gd name="connsiteY5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9525"/>
                <a:gd name="connsiteX1" fmla="*/ 271462 w 552449"/>
                <a:gd name="connsiteY1" fmla="*/ 9525 h 9525"/>
                <a:gd name="connsiteX2" fmla="*/ 552449 w 552449"/>
                <a:gd name="connsiteY2" fmla="*/ 0 h 9525"/>
                <a:gd name="connsiteX3" fmla="*/ 0 w 552449"/>
                <a:gd name="connsiteY3" fmla="*/ 0 h 9525"/>
                <a:gd name="connsiteX0" fmla="*/ 0 w 10000"/>
                <a:gd name="connsiteY0" fmla="*/ 9139 h 19139"/>
                <a:gd name="connsiteX1" fmla="*/ 4914 w 10000"/>
                <a:gd name="connsiteY1" fmla="*/ 19139 h 19139"/>
                <a:gd name="connsiteX2" fmla="*/ 10000 w 10000"/>
                <a:gd name="connsiteY2" fmla="*/ 9139 h 19139"/>
                <a:gd name="connsiteX3" fmla="*/ 0 w 10000"/>
                <a:gd name="connsiteY3" fmla="*/ 9139 h 19139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74043"/>
                <a:gd name="connsiteX1" fmla="*/ 4914 w 10000"/>
                <a:gd name="connsiteY1" fmla="*/ 28488 h 74043"/>
                <a:gd name="connsiteX2" fmla="*/ 10000 w 10000"/>
                <a:gd name="connsiteY2" fmla="*/ 18488 h 74043"/>
                <a:gd name="connsiteX3" fmla="*/ 0 w 10000"/>
                <a:gd name="connsiteY3" fmla="*/ 18488 h 74043"/>
                <a:gd name="connsiteX0" fmla="*/ 0 w 10000"/>
                <a:gd name="connsiteY0" fmla="*/ 18488 h 107376"/>
                <a:gd name="connsiteX1" fmla="*/ 4914 w 10000"/>
                <a:gd name="connsiteY1" fmla="*/ 28488 h 107376"/>
                <a:gd name="connsiteX2" fmla="*/ 10000 w 10000"/>
                <a:gd name="connsiteY2" fmla="*/ 18488 h 107376"/>
                <a:gd name="connsiteX3" fmla="*/ 0 w 10000"/>
                <a:gd name="connsiteY3" fmla="*/ 18488 h 107376"/>
                <a:gd name="connsiteX0" fmla="*/ 208 w 10208"/>
                <a:gd name="connsiteY0" fmla="*/ 18488 h 33489"/>
                <a:gd name="connsiteX1" fmla="*/ 5122 w 10208"/>
                <a:gd name="connsiteY1" fmla="*/ 28488 h 33489"/>
                <a:gd name="connsiteX2" fmla="*/ 10208 w 10208"/>
                <a:gd name="connsiteY2" fmla="*/ 18488 h 33489"/>
                <a:gd name="connsiteX3" fmla="*/ 1846 w 10208"/>
                <a:gd name="connsiteY3" fmla="*/ 33489 h 33489"/>
                <a:gd name="connsiteX4" fmla="*/ 208 w 10208"/>
                <a:gd name="connsiteY4" fmla="*/ 18488 h 33489"/>
                <a:gd name="connsiteX0" fmla="*/ 208 w 10208"/>
                <a:gd name="connsiteY0" fmla="*/ 18488 h 105263"/>
                <a:gd name="connsiteX1" fmla="*/ 5122 w 10208"/>
                <a:gd name="connsiteY1" fmla="*/ 28488 h 105263"/>
                <a:gd name="connsiteX2" fmla="*/ 10208 w 10208"/>
                <a:gd name="connsiteY2" fmla="*/ 18488 h 105263"/>
                <a:gd name="connsiteX3" fmla="*/ 1846 w 10208"/>
                <a:gd name="connsiteY3" fmla="*/ 33489 h 105263"/>
                <a:gd name="connsiteX4" fmla="*/ 208 w 10208"/>
                <a:gd name="connsiteY4" fmla="*/ 18488 h 105263"/>
                <a:gd name="connsiteX0" fmla="*/ 208 w 10208"/>
                <a:gd name="connsiteY0" fmla="*/ 18488 h 103228"/>
                <a:gd name="connsiteX1" fmla="*/ 5122 w 10208"/>
                <a:gd name="connsiteY1" fmla="*/ 28488 h 103228"/>
                <a:gd name="connsiteX2" fmla="*/ 10208 w 10208"/>
                <a:gd name="connsiteY2" fmla="*/ 18488 h 103228"/>
                <a:gd name="connsiteX3" fmla="*/ 1846 w 10208"/>
                <a:gd name="connsiteY3" fmla="*/ 33489 h 103228"/>
                <a:gd name="connsiteX4" fmla="*/ 208 w 10208"/>
                <a:gd name="connsiteY4" fmla="*/ 18488 h 103228"/>
                <a:gd name="connsiteX0" fmla="*/ 208 w 10490"/>
                <a:gd name="connsiteY0" fmla="*/ 18488 h 33867"/>
                <a:gd name="connsiteX1" fmla="*/ 5122 w 10490"/>
                <a:gd name="connsiteY1" fmla="*/ 28488 h 33867"/>
                <a:gd name="connsiteX2" fmla="*/ 10208 w 10490"/>
                <a:gd name="connsiteY2" fmla="*/ 18488 h 33867"/>
                <a:gd name="connsiteX3" fmla="*/ 8958 w 10490"/>
                <a:gd name="connsiteY3" fmla="*/ 25989 h 33867"/>
                <a:gd name="connsiteX4" fmla="*/ 1846 w 10490"/>
                <a:gd name="connsiteY4" fmla="*/ 33489 h 33867"/>
                <a:gd name="connsiteX5" fmla="*/ 208 w 10490"/>
                <a:gd name="connsiteY5" fmla="*/ 18488 h 33867"/>
                <a:gd name="connsiteX0" fmla="*/ 208 w 10490"/>
                <a:gd name="connsiteY0" fmla="*/ 18488 h 79618"/>
                <a:gd name="connsiteX1" fmla="*/ 5122 w 10490"/>
                <a:gd name="connsiteY1" fmla="*/ 28488 h 79618"/>
                <a:gd name="connsiteX2" fmla="*/ 10208 w 10490"/>
                <a:gd name="connsiteY2" fmla="*/ 18488 h 79618"/>
                <a:gd name="connsiteX3" fmla="*/ 8958 w 10490"/>
                <a:gd name="connsiteY3" fmla="*/ 25989 h 79618"/>
                <a:gd name="connsiteX4" fmla="*/ 1846 w 10490"/>
                <a:gd name="connsiteY4" fmla="*/ 33489 h 79618"/>
                <a:gd name="connsiteX5" fmla="*/ 208 w 10490"/>
                <a:gd name="connsiteY5" fmla="*/ 18488 h 79618"/>
                <a:gd name="connsiteX0" fmla="*/ 208 w 10490"/>
                <a:gd name="connsiteY0" fmla="*/ 18488 h 107424"/>
                <a:gd name="connsiteX1" fmla="*/ 5122 w 10490"/>
                <a:gd name="connsiteY1" fmla="*/ 28488 h 107424"/>
                <a:gd name="connsiteX2" fmla="*/ 10208 w 10490"/>
                <a:gd name="connsiteY2" fmla="*/ 18488 h 107424"/>
                <a:gd name="connsiteX3" fmla="*/ 8958 w 10490"/>
                <a:gd name="connsiteY3" fmla="*/ 25989 h 107424"/>
                <a:gd name="connsiteX4" fmla="*/ 1846 w 10490"/>
                <a:gd name="connsiteY4" fmla="*/ 33489 h 107424"/>
                <a:gd name="connsiteX5" fmla="*/ 208 w 10490"/>
                <a:gd name="connsiteY5" fmla="*/ 18488 h 107424"/>
                <a:gd name="connsiteX0" fmla="*/ 208 w 10490"/>
                <a:gd name="connsiteY0" fmla="*/ 18488 h 106008"/>
                <a:gd name="connsiteX1" fmla="*/ 5122 w 10490"/>
                <a:gd name="connsiteY1" fmla="*/ 28488 h 106008"/>
                <a:gd name="connsiteX2" fmla="*/ 10208 w 10490"/>
                <a:gd name="connsiteY2" fmla="*/ 18488 h 106008"/>
                <a:gd name="connsiteX3" fmla="*/ 8958 w 10490"/>
                <a:gd name="connsiteY3" fmla="*/ 25989 h 106008"/>
                <a:gd name="connsiteX4" fmla="*/ 5337 w 10490"/>
                <a:gd name="connsiteY4" fmla="*/ 105989 h 106008"/>
                <a:gd name="connsiteX5" fmla="*/ 1846 w 10490"/>
                <a:gd name="connsiteY5" fmla="*/ 33489 h 106008"/>
                <a:gd name="connsiteX6" fmla="*/ 208 w 10490"/>
                <a:gd name="connsiteY6" fmla="*/ 18488 h 106008"/>
                <a:gd name="connsiteX0" fmla="*/ 215 w 10497"/>
                <a:gd name="connsiteY0" fmla="*/ 18488 h 106011"/>
                <a:gd name="connsiteX1" fmla="*/ 5129 w 10497"/>
                <a:gd name="connsiteY1" fmla="*/ 28488 h 106011"/>
                <a:gd name="connsiteX2" fmla="*/ 10215 w 10497"/>
                <a:gd name="connsiteY2" fmla="*/ 18488 h 106011"/>
                <a:gd name="connsiteX3" fmla="*/ 8965 w 10497"/>
                <a:gd name="connsiteY3" fmla="*/ 25989 h 106011"/>
                <a:gd name="connsiteX4" fmla="*/ 5344 w 10497"/>
                <a:gd name="connsiteY4" fmla="*/ 105989 h 106011"/>
                <a:gd name="connsiteX5" fmla="*/ 1810 w 10497"/>
                <a:gd name="connsiteY5" fmla="*/ 40990 h 106011"/>
                <a:gd name="connsiteX6" fmla="*/ 215 w 10497"/>
                <a:gd name="connsiteY6" fmla="*/ 18488 h 106011"/>
                <a:gd name="connsiteX0" fmla="*/ 151 w 10433"/>
                <a:gd name="connsiteY0" fmla="*/ 18488 h 106011"/>
                <a:gd name="connsiteX1" fmla="*/ 5065 w 10433"/>
                <a:gd name="connsiteY1" fmla="*/ 28488 h 106011"/>
                <a:gd name="connsiteX2" fmla="*/ 10151 w 10433"/>
                <a:gd name="connsiteY2" fmla="*/ 18488 h 106011"/>
                <a:gd name="connsiteX3" fmla="*/ 8901 w 10433"/>
                <a:gd name="connsiteY3" fmla="*/ 25989 h 106011"/>
                <a:gd name="connsiteX4" fmla="*/ 5280 w 10433"/>
                <a:gd name="connsiteY4" fmla="*/ 105989 h 106011"/>
                <a:gd name="connsiteX5" fmla="*/ 1746 w 10433"/>
                <a:gd name="connsiteY5" fmla="*/ 40990 h 106011"/>
                <a:gd name="connsiteX6" fmla="*/ 151 w 10433"/>
                <a:gd name="connsiteY6" fmla="*/ 18488 h 106011"/>
                <a:gd name="connsiteX0" fmla="*/ 151 w 10433"/>
                <a:gd name="connsiteY0" fmla="*/ 18488 h 106018"/>
                <a:gd name="connsiteX1" fmla="*/ 5065 w 10433"/>
                <a:gd name="connsiteY1" fmla="*/ 28488 h 106018"/>
                <a:gd name="connsiteX2" fmla="*/ 10151 w 10433"/>
                <a:gd name="connsiteY2" fmla="*/ 18488 h 106018"/>
                <a:gd name="connsiteX3" fmla="*/ 8901 w 10433"/>
                <a:gd name="connsiteY3" fmla="*/ 25989 h 106018"/>
                <a:gd name="connsiteX4" fmla="*/ 5280 w 10433"/>
                <a:gd name="connsiteY4" fmla="*/ 105989 h 106018"/>
                <a:gd name="connsiteX5" fmla="*/ 1746 w 10433"/>
                <a:gd name="connsiteY5" fmla="*/ 40990 h 106018"/>
                <a:gd name="connsiteX6" fmla="*/ 151 w 10433"/>
                <a:gd name="connsiteY6" fmla="*/ 18488 h 106018"/>
                <a:gd name="connsiteX0" fmla="*/ 151 w 10353"/>
                <a:gd name="connsiteY0" fmla="*/ 18488 h 106018"/>
                <a:gd name="connsiteX1" fmla="*/ 5065 w 10353"/>
                <a:gd name="connsiteY1" fmla="*/ 28488 h 106018"/>
                <a:gd name="connsiteX2" fmla="*/ 10151 w 10353"/>
                <a:gd name="connsiteY2" fmla="*/ 18488 h 106018"/>
                <a:gd name="connsiteX3" fmla="*/ 8901 w 10353"/>
                <a:gd name="connsiteY3" fmla="*/ 25989 h 106018"/>
                <a:gd name="connsiteX4" fmla="*/ 5280 w 10353"/>
                <a:gd name="connsiteY4" fmla="*/ 105989 h 106018"/>
                <a:gd name="connsiteX5" fmla="*/ 1746 w 10353"/>
                <a:gd name="connsiteY5" fmla="*/ 40990 h 106018"/>
                <a:gd name="connsiteX6" fmla="*/ 151 w 10353"/>
                <a:gd name="connsiteY6" fmla="*/ 18488 h 106018"/>
                <a:gd name="connsiteX0" fmla="*/ 151 w 10353"/>
                <a:gd name="connsiteY0" fmla="*/ 15343 h 102873"/>
                <a:gd name="connsiteX1" fmla="*/ 5367 w 10353"/>
                <a:gd name="connsiteY1" fmla="*/ 32843 h 102873"/>
                <a:gd name="connsiteX2" fmla="*/ 10151 w 10353"/>
                <a:gd name="connsiteY2" fmla="*/ 15343 h 102873"/>
                <a:gd name="connsiteX3" fmla="*/ 8901 w 10353"/>
                <a:gd name="connsiteY3" fmla="*/ 22844 h 102873"/>
                <a:gd name="connsiteX4" fmla="*/ 5280 w 10353"/>
                <a:gd name="connsiteY4" fmla="*/ 102844 h 102873"/>
                <a:gd name="connsiteX5" fmla="*/ 1746 w 10353"/>
                <a:gd name="connsiteY5" fmla="*/ 37845 h 102873"/>
                <a:gd name="connsiteX6" fmla="*/ 151 w 10353"/>
                <a:gd name="connsiteY6" fmla="*/ 15343 h 102873"/>
                <a:gd name="connsiteX0" fmla="*/ 151 w 10353"/>
                <a:gd name="connsiteY0" fmla="*/ 15592 h 103122"/>
                <a:gd name="connsiteX1" fmla="*/ 5367 w 10353"/>
                <a:gd name="connsiteY1" fmla="*/ 33092 h 103122"/>
                <a:gd name="connsiteX2" fmla="*/ 10151 w 10353"/>
                <a:gd name="connsiteY2" fmla="*/ 15592 h 103122"/>
                <a:gd name="connsiteX3" fmla="*/ 8901 w 10353"/>
                <a:gd name="connsiteY3" fmla="*/ 23093 h 103122"/>
                <a:gd name="connsiteX4" fmla="*/ 5280 w 10353"/>
                <a:gd name="connsiteY4" fmla="*/ 103093 h 103122"/>
                <a:gd name="connsiteX5" fmla="*/ 1746 w 10353"/>
                <a:gd name="connsiteY5" fmla="*/ 38094 h 103122"/>
                <a:gd name="connsiteX6" fmla="*/ 151 w 10353"/>
                <a:gd name="connsiteY6" fmla="*/ 15592 h 103122"/>
                <a:gd name="connsiteX0" fmla="*/ 151 w 10353"/>
                <a:gd name="connsiteY0" fmla="*/ 17364 h 104894"/>
                <a:gd name="connsiteX1" fmla="*/ 5195 w 10353"/>
                <a:gd name="connsiteY1" fmla="*/ 29865 h 104894"/>
                <a:gd name="connsiteX2" fmla="*/ 10151 w 10353"/>
                <a:gd name="connsiteY2" fmla="*/ 17364 h 104894"/>
                <a:gd name="connsiteX3" fmla="*/ 8901 w 10353"/>
                <a:gd name="connsiteY3" fmla="*/ 24865 h 104894"/>
                <a:gd name="connsiteX4" fmla="*/ 5280 w 10353"/>
                <a:gd name="connsiteY4" fmla="*/ 104865 h 104894"/>
                <a:gd name="connsiteX5" fmla="*/ 1746 w 10353"/>
                <a:gd name="connsiteY5" fmla="*/ 39866 h 104894"/>
                <a:gd name="connsiteX6" fmla="*/ 151 w 10353"/>
                <a:gd name="connsiteY6" fmla="*/ 17364 h 104894"/>
                <a:gd name="connsiteX0" fmla="*/ 115 w 10317"/>
                <a:gd name="connsiteY0" fmla="*/ 17364 h 104894"/>
                <a:gd name="connsiteX1" fmla="*/ 5159 w 10317"/>
                <a:gd name="connsiteY1" fmla="*/ 29865 h 104894"/>
                <a:gd name="connsiteX2" fmla="*/ 10115 w 10317"/>
                <a:gd name="connsiteY2" fmla="*/ 17364 h 104894"/>
                <a:gd name="connsiteX3" fmla="*/ 8865 w 10317"/>
                <a:gd name="connsiteY3" fmla="*/ 24865 h 104894"/>
                <a:gd name="connsiteX4" fmla="*/ 5244 w 10317"/>
                <a:gd name="connsiteY4" fmla="*/ 104865 h 104894"/>
                <a:gd name="connsiteX5" fmla="*/ 1710 w 10317"/>
                <a:gd name="connsiteY5" fmla="*/ 39866 h 104894"/>
                <a:gd name="connsiteX6" fmla="*/ 115 w 10317"/>
                <a:gd name="connsiteY6" fmla="*/ 17364 h 10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7" h="104894">
                  <a:moveTo>
                    <a:pt x="115" y="17364"/>
                  </a:moveTo>
                  <a:cubicBezTo>
                    <a:pt x="2213" y="-20135"/>
                    <a:pt x="3363" y="14865"/>
                    <a:pt x="5159" y="29865"/>
                  </a:cubicBezTo>
                  <a:cubicBezTo>
                    <a:pt x="8061" y="-8468"/>
                    <a:pt x="9541" y="-6803"/>
                    <a:pt x="10115" y="17364"/>
                  </a:cubicBezTo>
                  <a:cubicBezTo>
                    <a:pt x="10769" y="17781"/>
                    <a:pt x="9699" y="14866"/>
                    <a:pt x="8865" y="24865"/>
                  </a:cubicBezTo>
                  <a:cubicBezTo>
                    <a:pt x="8003" y="39448"/>
                    <a:pt x="6429" y="103615"/>
                    <a:pt x="5244" y="104865"/>
                  </a:cubicBezTo>
                  <a:cubicBezTo>
                    <a:pt x="4059" y="106115"/>
                    <a:pt x="2731" y="66949"/>
                    <a:pt x="1710" y="39866"/>
                  </a:cubicBezTo>
                  <a:cubicBezTo>
                    <a:pt x="1120" y="29866"/>
                    <a:pt x="-431" y="22364"/>
                    <a:pt x="115" y="17364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E974F7-DAFB-42C2-AE70-56D4D846FDFA}"/>
                </a:ext>
              </a:extLst>
            </p:cNvPr>
            <p:cNvSpPr/>
            <p:nvPr/>
          </p:nvSpPr>
          <p:spPr>
            <a:xfrm>
              <a:off x="1524000" y="5072063"/>
              <a:ext cx="395041" cy="85725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213519" y="5715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F5DB43-AAC8-4C1D-AED4-3FAEABF198AE}"/>
                </a:ext>
              </a:extLst>
            </p:cNvPr>
            <p:cNvSpPr/>
            <p:nvPr/>
          </p:nvSpPr>
          <p:spPr>
            <a:xfrm flipH="1">
              <a:off x="2438985" y="5061636"/>
              <a:ext cx="419970" cy="96152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184239" y="6328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90BB16-B9A1-673C-7831-BB2684B94297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6246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42649" y="1747095"/>
            <a:ext cx="7733267" cy="4355527"/>
            <a:chOff x="3375477" y="3735779"/>
            <a:chExt cx="2861959" cy="1611911"/>
          </a:xfrm>
          <a:solidFill>
            <a:schemeClr val="bg1"/>
          </a:solidFill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5477" y="3735779"/>
              <a:ext cx="2861959" cy="1611911"/>
              <a:chOff x="3637262" y="3711594"/>
              <a:chExt cx="2861959" cy="1611911"/>
            </a:xfrm>
            <a:grpFill/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7262" y="4234376"/>
                <a:ext cx="107444" cy="46631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95506" y="4264094"/>
                <a:ext cx="103715" cy="42868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740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63240" y="1835328"/>
            <a:ext cx="7726903" cy="4355527"/>
            <a:chOff x="3376945" y="3735779"/>
            <a:chExt cx="2859604" cy="1611911"/>
          </a:xfrm>
          <a:solidFill>
            <a:schemeClr val="bg1"/>
          </a:solidFill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6945" y="3735779"/>
              <a:ext cx="2859604" cy="1611911"/>
              <a:chOff x="3638730" y="3711594"/>
              <a:chExt cx="2859604" cy="1611911"/>
            </a:xfrm>
            <a:grpFill/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3873693" y="4445419"/>
                <a:ext cx="2407487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42105" y="4042290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8730" y="4236002"/>
                <a:ext cx="96142" cy="43024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94779" y="4260529"/>
                <a:ext cx="103555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6759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42982" y="1747095"/>
            <a:ext cx="7733240" cy="4355527"/>
            <a:chOff x="3375600" y="3735779"/>
            <a:chExt cx="2861949" cy="1611911"/>
          </a:xfrm>
          <a:solidFill>
            <a:schemeClr val="bg1"/>
          </a:solidFill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5600" y="3735779"/>
              <a:ext cx="2861949" cy="1611911"/>
              <a:chOff x="3637385" y="3711594"/>
              <a:chExt cx="2861949" cy="1611911"/>
            </a:xfrm>
            <a:grpFill/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7385" y="4234734"/>
                <a:ext cx="108946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grp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401885" y="4265922"/>
                <a:ext cx="97449" cy="41806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5715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02285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26</Words>
  <Application>Microsoft Office PowerPoint</Application>
  <PresentationFormat>Custom</PresentationFormat>
  <Paragraphs>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25</cp:revision>
  <dcterms:created xsi:type="dcterms:W3CDTF">2025-04-04T21:06:29Z</dcterms:created>
  <dcterms:modified xsi:type="dcterms:W3CDTF">2025-05-15T14:14:14Z</dcterms:modified>
</cp:coreProperties>
</file>