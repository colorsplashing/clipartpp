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86" r:id="rId2"/>
    <p:sldId id="289" r:id="rId3"/>
    <p:sldId id="294" r:id="rId4"/>
    <p:sldId id="295" r:id="rId5"/>
    <p:sldId id="296" r:id="rId6"/>
    <p:sldId id="297" r:id="rId7"/>
    <p:sldId id="298" r:id="rId8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CFDB"/>
    <a:srgbClr val="A08BA7"/>
    <a:srgbClr val="EDE9EF"/>
    <a:srgbClr val="927A9A"/>
    <a:srgbClr val="E4DEE6"/>
    <a:srgbClr val="856C8E"/>
    <a:srgbClr val="F9B651"/>
    <a:srgbClr val="FD8FAA"/>
    <a:srgbClr val="FF7F50"/>
    <a:srgbClr val="FF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111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59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36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664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085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037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91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53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574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564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95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828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9E5BE-372F-4D7C-BC0C-F3FB3BEE47A0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10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3523842-0099-6A01-CB15-D2A838AC543C}"/>
              </a:ext>
            </a:extLst>
          </p:cNvPr>
          <p:cNvSpPr/>
          <p:nvPr/>
        </p:nvSpPr>
        <p:spPr>
          <a:xfrm>
            <a:off x="0" y="-54941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62DD030A-B422-CF65-B5AF-919A68ADBC88}"/>
              </a:ext>
            </a:extLst>
          </p:cNvPr>
          <p:cNvGrpSpPr/>
          <p:nvPr/>
        </p:nvGrpSpPr>
        <p:grpSpPr>
          <a:xfrm>
            <a:off x="6182425" y="2384995"/>
            <a:ext cx="3307986" cy="3474590"/>
            <a:chOff x="3375206" y="2245360"/>
            <a:chExt cx="3307986" cy="3474590"/>
          </a:xfrm>
        </p:grpSpPr>
        <p:sp>
          <p:nvSpPr>
            <p:cNvPr id="112" name="Rectangle: Top Corners Rounded 111">
              <a:extLst>
                <a:ext uri="{FF2B5EF4-FFF2-40B4-BE49-F238E27FC236}">
                  <a16:creationId xmlns:a16="http://schemas.microsoft.com/office/drawing/2014/main" id="{8FAB24E0-CFFC-A7FF-4A83-6B19C578258E}"/>
                </a:ext>
              </a:extLst>
            </p:cNvPr>
            <p:cNvSpPr/>
            <p:nvPr/>
          </p:nvSpPr>
          <p:spPr>
            <a:xfrm>
              <a:off x="3931920" y="2245360"/>
              <a:ext cx="2197982" cy="1145971"/>
            </a:xfrm>
            <a:prstGeom prst="round2SameRect">
              <a:avLst>
                <a:gd name="adj1" fmla="val 17997"/>
                <a:gd name="adj2" fmla="val 0"/>
              </a:avLst>
            </a:prstGeom>
            <a:solidFill>
              <a:srgbClr val="A08BA7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3">
              <a:extLst>
                <a:ext uri="{FF2B5EF4-FFF2-40B4-BE49-F238E27FC236}">
                  <a16:creationId xmlns:a16="http://schemas.microsoft.com/office/drawing/2014/main" id="{09FFC167-DDDB-1986-D4FF-35F48BC696B5}"/>
                </a:ext>
              </a:extLst>
            </p:cNvPr>
            <p:cNvSpPr/>
            <p:nvPr/>
          </p:nvSpPr>
          <p:spPr>
            <a:xfrm>
              <a:off x="3375207" y="3306090"/>
              <a:ext cx="3307985" cy="1681954"/>
            </a:xfrm>
            <a:custGeom>
              <a:avLst/>
              <a:gdLst>
                <a:gd name="connsiteX0" fmla="*/ 0 w 2185262"/>
                <a:gd name="connsiteY0" fmla="*/ 0 h 1100380"/>
                <a:gd name="connsiteX1" fmla="*/ 2185262 w 2185262"/>
                <a:gd name="connsiteY1" fmla="*/ 0 h 1100380"/>
                <a:gd name="connsiteX2" fmla="*/ 2185262 w 2185262"/>
                <a:gd name="connsiteY2" fmla="*/ 1100380 h 1100380"/>
                <a:gd name="connsiteX3" fmla="*/ 0 w 2185262"/>
                <a:gd name="connsiteY3" fmla="*/ 1100380 h 1100380"/>
                <a:gd name="connsiteX4" fmla="*/ 0 w 2185262"/>
                <a:gd name="connsiteY4" fmla="*/ 0 h 1100380"/>
                <a:gd name="connsiteX0" fmla="*/ 511444 w 2696706"/>
                <a:gd name="connsiteY0" fmla="*/ 0 h 1704814"/>
                <a:gd name="connsiteX1" fmla="*/ 2696706 w 2696706"/>
                <a:gd name="connsiteY1" fmla="*/ 0 h 1704814"/>
                <a:gd name="connsiteX2" fmla="*/ 2696706 w 2696706"/>
                <a:gd name="connsiteY2" fmla="*/ 1100380 h 1704814"/>
                <a:gd name="connsiteX3" fmla="*/ 0 w 2696706"/>
                <a:gd name="connsiteY3" fmla="*/ 1704814 h 1704814"/>
                <a:gd name="connsiteX4" fmla="*/ 511444 w 2696706"/>
                <a:gd name="connsiteY4" fmla="*/ 0 h 1704814"/>
                <a:gd name="connsiteX0" fmla="*/ 511444 w 3270143"/>
                <a:gd name="connsiteY0" fmla="*/ 0 h 1704814"/>
                <a:gd name="connsiteX1" fmla="*/ 2696706 w 3270143"/>
                <a:gd name="connsiteY1" fmla="*/ 0 h 1704814"/>
                <a:gd name="connsiteX2" fmla="*/ 3270143 w 3270143"/>
                <a:gd name="connsiteY2" fmla="*/ 1596326 h 1704814"/>
                <a:gd name="connsiteX3" fmla="*/ 0 w 3270143"/>
                <a:gd name="connsiteY3" fmla="*/ 1704814 h 1704814"/>
                <a:gd name="connsiteX4" fmla="*/ 511444 w 3270143"/>
                <a:gd name="connsiteY4" fmla="*/ 0 h 1704814"/>
                <a:gd name="connsiteX0" fmla="*/ 511444 w 3254645"/>
                <a:gd name="connsiteY0" fmla="*/ 0 h 1704814"/>
                <a:gd name="connsiteX1" fmla="*/ 2696706 w 3254645"/>
                <a:gd name="connsiteY1" fmla="*/ 0 h 1704814"/>
                <a:gd name="connsiteX2" fmla="*/ 3254645 w 3254645"/>
                <a:gd name="connsiteY2" fmla="*/ 1673817 h 1704814"/>
                <a:gd name="connsiteX3" fmla="*/ 0 w 3254645"/>
                <a:gd name="connsiteY3" fmla="*/ 1704814 h 1704814"/>
                <a:gd name="connsiteX4" fmla="*/ 511444 w 3254645"/>
                <a:gd name="connsiteY4" fmla="*/ 0 h 1704814"/>
                <a:gd name="connsiteX0" fmla="*/ 564784 w 3307985"/>
                <a:gd name="connsiteY0" fmla="*/ 0 h 1681954"/>
                <a:gd name="connsiteX1" fmla="*/ 2750046 w 3307985"/>
                <a:gd name="connsiteY1" fmla="*/ 0 h 1681954"/>
                <a:gd name="connsiteX2" fmla="*/ 3307985 w 3307985"/>
                <a:gd name="connsiteY2" fmla="*/ 1673817 h 1681954"/>
                <a:gd name="connsiteX3" fmla="*/ 0 w 3307985"/>
                <a:gd name="connsiteY3" fmla="*/ 1681954 h 1681954"/>
                <a:gd name="connsiteX4" fmla="*/ 564784 w 3307985"/>
                <a:gd name="connsiteY4" fmla="*/ 0 h 1681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07985" h="1681954">
                  <a:moveTo>
                    <a:pt x="564784" y="0"/>
                  </a:moveTo>
                  <a:lnTo>
                    <a:pt x="2750046" y="0"/>
                  </a:lnTo>
                  <a:lnTo>
                    <a:pt x="3307985" y="1673817"/>
                  </a:lnTo>
                  <a:lnTo>
                    <a:pt x="0" y="1681954"/>
                  </a:lnTo>
                  <a:lnTo>
                    <a:pt x="564784" y="0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4DCEB777-2105-7AAC-1D7D-2C6782A0FAE6}"/>
                </a:ext>
              </a:extLst>
            </p:cNvPr>
            <p:cNvSpPr/>
            <p:nvPr/>
          </p:nvSpPr>
          <p:spPr>
            <a:xfrm>
              <a:off x="3375207" y="4988043"/>
              <a:ext cx="3307984" cy="731907"/>
            </a:xfrm>
            <a:prstGeom prst="rect">
              <a:avLst/>
            </a:prstGeom>
            <a:solidFill>
              <a:srgbClr val="A08BA7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5C016F8F-C7CB-82FA-BCE4-959CB16A7A35}"/>
                </a:ext>
              </a:extLst>
            </p:cNvPr>
            <p:cNvSpPr/>
            <p:nvPr/>
          </p:nvSpPr>
          <p:spPr>
            <a:xfrm>
              <a:off x="3375207" y="4988042"/>
              <a:ext cx="3307984" cy="32055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8">
              <a:extLst>
                <a:ext uri="{FF2B5EF4-FFF2-40B4-BE49-F238E27FC236}">
                  <a16:creationId xmlns:a16="http://schemas.microsoft.com/office/drawing/2014/main" id="{B090495E-5058-69A4-5C06-9339F307E250}"/>
                </a:ext>
              </a:extLst>
            </p:cNvPr>
            <p:cNvSpPr/>
            <p:nvPr/>
          </p:nvSpPr>
          <p:spPr>
            <a:xfrm>
              <a:off x="4137660" y="3057170"/>
              <a:ext cx="807720" cy="624840"/>
            </a:xfrm>
            <a:custGeom>
              <a:avLst/>
              <a:gdLst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720" h="624840">
                  <a:moveTo>
                    <a:pt x="0" y="0"/>
                  </a:moveTo>
                  <a:cubicBezTo>
                    <a:pt x="314960" y="68580"/>
                    <a:pt x="454660" y="76200"/>
                    <a:pt x="807720" y="0"/>
                  </a:cubicBezTo>
                  <a:cubicBezTo>
                    <a:pt x="739140" y="284480"/>
                    <a:pt x="746760" y="447040"/>
                    <a:pt x="807720" y="624840"/>
                  </a:cubicBezTo>
                  <a:cubicBezTo>
                    <a:pt x="469900" y="579120"/>
                    <a:pt x="360680" y="533400"/>
                    <a:pt x="0" y="624840"/>
                  </a:cubicBezTo>
                  <a:cubicBezTo>
                    <a:pt x="83820" y="447040"/>
                    <a:pt x="76200" y="269240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8">
              <a:extLst>
                <a:ext uri="{FF2B5EF4-FFF2-40B4-BE49-F238E27FC236}">
                  <a16:creationId xmlns:a16="http://schemas.microsoft.com/office/drawing/2014/main" id="{03079ADD-D1B9-8BB8-2E60-80E65DAB7A68}"/>
                </a:ext>
              </a:extLst>
            </p:cNvPr>
            <p:cNvSpPr/>
            <p:nvPr/>
          </p:nvSpPr>
          <p:spPr>
            <a:xfrm>
              <a:off x="5113022" y="3037281"/>
              <a:ext cx="807720" cy="624840"/>
            </a:xfrm>
            <a:custGeom>
              <a:avLst/>
              <a:gdLst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720" h="624840">
                  <a:moveTo>
                    <a:pt x="0" y="0"/>
                  </a:moveTo>
                  <a:cubicBezTo>
                    <a:pt x="314960" y="68580"/>
                    <a:pt x="454660" y="76200"/>
                    <a:pt x="807720" y="0"/>
                  </a:cubicBezTo>
                  <a:cubicBezTo>
                    <a:pt x="739140" y="284480"/>
                    <a:pt x="746760" y="447040"/>
                    <a:pt x="807720" y="624840"/>
                  </a:cubicBezTo>
                  <a:cubicBezTo>
                    <a:pt x="469900" y="579120"/>
                    <a:pt x="360680" y="533400"/>
                    <a:pt x="0" y="624840"/>
                  </a:cubicBezTo>
                  <a:cubicBezTo>
                    <a:pt x="83820" y="447040"/>
                    <a:pt x="76200" y="269240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0">
              <a:extLst>
                <a:ext uri="{FF2B5EF4-FFF2-40B4-BE49-F238E27FC236}">
                  <a16:creationId xmlns:a16="http://schemas.microsoft.com/office/drawing/2014/main" id="{F6B26D29-5AFD-D1B4-3E4B-F21C480EE29B}"/>
                </a:ext>
              </a:extLst>
            </p:cNvPr>
            <p:cNvSpPr/>
            <p:nvPr/>
          </p:nvSpPr>
          <p:spPr>
            <a:xfrm>
              <a:off x="3375206" y="3928865"/>
              <a:ext cx="3307984" cy="1059180"/>
            </a:xfrm>
            <a:custGeom>
              <a:avLst/>
              <a:gdLst>
                <a:gd name="connsiteX0" fmla="*/ 0 w 2461259"/>
                <a:gd name="connsiteY0" fmla="*/ 0 h 510540"/>
                <a:gd name="connsiteX1" fmla="*/ 2461259 w 2461259"/>
                <a:gd name="connsiteY1" fmla="*/ 0 h 510540"/>
                <a:gd name="connsiteX2" fmla="*/ 2461259 w 2461259"/>
                <a:gd name="connsiteY2" fmla="*/ 510540 h 510540"/>
                <a:gd name="connsiteX3" fmla="*/ 0 w 2461259"/>
                <a:gd name="connsiteY3" fmla="*/ 510540 h 510540"/>
                <a:gd name="connsiteX4" fmla="*/ 0 w 2461259"/>
                <a:gd name="connsiteY4" fmla="*/ 0 h 510540"/>
                <a:gd name="connsiteX0" fmla="*/ 373380 w 2834639"/>
                <a:gd name="connsiteY0" fmla="*/ 0 h 1051560"/>
                <a:gd name="connsiteX1" fmla="*/ 2834639 w 2834639"/>
                <a:gd name="connsiteY1" fmla="*/ 0 h 1051560"/>
                <a:gd name="connsiteX2" fmla="*/ 2834639 w 2834639"/>
                <a:gd name="connsiteY2" fmla="*/ 510540 h 1051560"/>
                <a:gd name="connsiteX3" fmla="*/ 0 w 2834639"/>
                <a:gd name="connsiteY3" fmla="*/ 1051560 h 1051560"/>
                <a:gd name="connsiteX4" fmla="*/ 373380 w 2834639"/>
                <a:gd name="connsiteY4" fmla="*/ 0 h 1051560"/>
                <a:gd name="connsiteX0" fmla="*/ 373380 w 3200399"/>
                <a:gd name="connsiteY0" fmla="*/ 0 h 1059180"/>
                <a:gd name="connsiteX1" fmla="*/ 2834639 w 3200399"/>
                <a:gd name="connsiteY1" fmla="*/ 0 h 1059180"/>
                <a:gd name="connsiteX2" fmla="*/ 3200399 w 3200399"/>
                <a:gd name="connsiteY2" fmla="*/ 1059180 h 1059180"/>
                <a:gd name="connsiteX3" fmla="*/ 0 w 3200399"/>
                <a:gd name="connsiteY3" fmla="*/ 1051560 h 1059180"/>
                <a:gd name="connsiteX4" fmla="*/ 373380 w 3200399"/>
                <a:gd name="connsiteY4" fmla="*/ 0 h 1059180"/>
                <a:gd name="connsiteX0" fmla="*/ 354330 w 3200399"/>
                <a:gd name="connsiteY0" fmla="*/ 0 h 1059180"/>
                <a:gd name="connsiteX1" fmla="*/ 2834639 w 3200399"/>
                <a:gd name="connsiteY1" fmla="*/ 0 h 1059180"/>
                <a:gd name="connsiteX2" fmla="*/ 3200399 w 3200399"/>
                <a:gd name="connsiteY2" fmla="*/ 1059180 h 1059180"/>
                <a:gd name="connsiteX3" fmla="*/ 0 w 3200399"/>
                <a:gd name="connsiteY3" fmla="*/ 1051560 h 1059180"/>
                <a:gd name="connsiteX4" fmla="*/ 354330 w 3200399"/>
                <a:gd name="connsiteY4" fmla="*/ 0 h 1059180"/>
                <a:gd name="connsiteX0" fmla="*/ 354330 w 3200399"/>
                <a:gd name="connsiteY0" fmla="*/ 0 h 1059180"/>
                <a:gd name="connsiteX1" fmla="*/ 2859213 w 3200399"/>
                <a:gd name="connsiteY1" fmla="*/ 0 h 1059180"/>
                <a:gd name="connsiteX2" fmla="*/ 3200399 w 3200399"/>
                <a:gd name="connsiteY2" fmla="*/ 1059180 h 1059180"/>
                <a:gd name="connsiteX3" fmla="*/ 0 w 3200399"/>
                <a:gd name="connsiteY3" fmla="*/ 1051560 h 1059180"/>
                <a:gd name="connsiteX4" fmla="*/ 354330 w 3200399"/>
                <a:gd name="connsiteY4" fmla="*/ 0 h 1059180"/>
                <a:gd name="connsiteX0" fmla="*/ 345115 w 3200399"/>
                <a:gd name="connsiteY0" fmla="*/ 0 h 1059180"/>
                <a:gd name="connsiteX1" fmla="*/ 2859213 w 3200399"/>
                <a:gd name="connsiteY1" fmla="*/ 0 h 1059180"/>
                <a:gd name="connsiteX2" fmla="*/ 3200399 w 3200399"/>
                <a:gd name="connsiteY2" fmla="*/ 1059180 h 1059180"/>
                <a:gd name="connsiteX3" fmla="*/ 0 w 3200399"/>
                <a:gd name="connsiteY3" fmla="*/ 1051560 h 1059180"/>
                <a:gd name="connsiteX4" fmla="*/ 345115 w 3200399"/>
                <a:gd name="connsiteY4" fmla="*/ 0 h 1059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0399" h="1059180">
                  <a:moveTo>
                    <a:pt x="345115" y="0"/>
                  </a:moveTo>
                  <a:lnTo>
                    <a:pt x="2859213" y="0"/>
                  </a:lnTo>
                  <a:lnTo>
                    <a:pt x="3200399" y="1059180"/>
                  </a:lnTo>
                  <a:lnTo>
                    <a:pt x="0" y="1051560"/>
                  </a:lnTo>
                  <a:lnTo>
                    <a:pt x="345115" y="0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2EE7B43C-7C28-45CD-15A3-37431D8220BA}"/>
              </a:ext>
            </a:extLst>
          </p:cNvPr>
          <p:cNvSpPr/>
          <p:nvPr/>
        </p:nvSpPr>
        <p:spPr>
          <a:xfrm>
            <a:off x="0" y="0"/>
            <a:ext cx="10058400" cy="10090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101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6221F8C-D9F5-0E07-B06B-7AC734F5E09A}"/>
              </a:ext>
            </a:extLst>
          </p:cNvPr>
          <p:cNvSpPr txBox="1"/>
          <p:nvPr/>
        </p:nvSpPr>
        <p:spPr>
          <a:xfrm>
            <a:off x="0" y="0"/>
            <a:ext cx="10058400" cy="1015663"/>
          </a:xfrm>
          <a:prstGeom prst="rect">
            <a:avLst/>
          </a:prstGeom>
          <a:noFill/>
          <a:ln>
            <a:noFill/>
          </a:ln>
          <a:effectLst>
            <a:softEdge rad="457200"/>
          </a:effec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chemeClr val="accent2"/>
                </a:solidFill>
                <a:latin typeface="Arial Black" panose="020B0A04020102020204" pitchFamily="34" charset="0"/>
              </a:rPr>
              <a:t>B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2CB4AC"/>
                </a:solidFill>
                <a:latin typeface="Arial Black" panose="020B0A04020102020204" pitchFamily="34" charset="0"/>
              </a:rPr>
              <a:t>e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latin typeface="Arial Black" panose="020B0A04020102020204" pitchFamily="34" charset="0"/>
              </a:rPr>
              <a:t>d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B0CF71"/>
                </a:solidFill>
                <a:latin typeface="Arial Black" panose="020B0A04020102020204" pitchFamily="34" charset="0"/>
              </a:rPr>
              <a:t>r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EA5B6B"/>
                </a:solidFill>
                <a:latin typeface="Arial Black" panose="020B0A04020102020204" pitchFamily="34" charset="0"/>
              </a:rPr>
              <a:t>o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FFFF53"/>
                </a:solidFill>
                <a:latin typeface="Arial Black" panose="020B0A04020102020204" pitchFamily="34" charset="0"/>
              </a:rPr>
              <a:t>o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7030A0"/>
                </a:solidFill>
                <a:latin typeface="Arial Black" panose="020B0A04020102020204" pitchFamily="34" charset="0"/>
              </a:rPr>
              <a:t>m</a:t>
            </a:r>
            <a:endParaRPr kumimoji="0" lang="en-US" sz="6000" b="0" i="0" u="none" strike="noStrike" kern="1200" cap="none" spc="0" normalizeH="0" baseline="0" noProof="0" dirty="0">
              <a:ln w="12700">
                <a:solidFill>
                  <a:sysClr val="windowText" lastClr="000000"/>
                </a:solidFill>
              </a:ln>
              <a:solidFill>
                <a:srgbClr val="218781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1E1FCD4-4900-B6E8-6AD2-4EE8B2285E9D}"/>
              </a:ext>
            </a:extLst>
          </p:cNvPr>
          <p:cNvSpPr txBox="1"/>
          <p:nvPr/>
        </p:nvSpPr>
        <p:spPr>
          <a:xfrm>
            <a:off x="0" y="1009080"/>
            <a:ext cx="1005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Clipart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A72A9C4-FA08-AC04-F1A3-77ACA8C9C80F}"/>
              </a:ext>
            </a:extLst>
          </p:cNvPr>
          <p:cNvGrpSpPr/>
          <p:nvPr/>
        </p:nvGrpSpPr>
        <p:grpSpPr>
          <a:xfrm>
            <a:off x="271717" y="2257112"/>
            <a:ext cx="4110234" cy="4506208"/>
            <a:chOff x="2333035" y="957943"/>
            <a:chExt cx="5693002" cy="6241458"/>
          </a:xfrm>
        </p:grpSpPr>
        <p:sp>
          <p:nvSpPr>
            <p:cNvPr id="3" name="Rectangle: Top Corners Rounded 2">
              <a:extLst>
                <a:ext uri="{FF2B5EF4-FFF2-40B4-BE49-F238E27FC236}">
                  <a16:creationId xmlns:a16="http://schemas.microsoft.com/office/drawing/2014/main" id="{58424034-C755-E3DD-C243-145BF1E7DCD3}"/>
                </a:ext>
              </a:extLst>
            </p:cNvPr>
            <p:cNvSpPr/>
            <p:nvPr/>
          </p:nvSpPr>
          <p:spPr>
            <a:xfrm>
              <a:off x="3149600" y="957943"/>
              <a:ext cx="4059872" cy="258898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DE9E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Top Corners Rounded 3">
              <a:extLst>
                <a:ext uri="{FF2B5EF4-FFF2-40B4-BE49-F238E27FC236}">
                  <a16:creationId xmlns:a16="http://schemas.microsoft.com/office/drawing/2014/main" id="{70AA47C9-0CEB-F07A-E7D2-20EF8BB3A3F5}"/>
                </a:ext>
              </a:extLst>
            </p:cNvPr>
            <p:cNvSpPr/>
            <p:nvPr/>
          </p:nvSpPr>
          <p:spPr>
            <a:xfrm rot="10800000">
              <a:off x="2874167" y="6704325"/>
              <a:ext cx="559595" cy="495075"/>
            </a:xfrm>
            <a:prstGeom prst="round2SameRect">
              <a:avLst>
                <a:gd name="adj1" fmla="val 39899"/>
                <a:gd name="adj2" fmla="val 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Top Corners Rounded 4">
              <a:extLst>
                <a:ext uri="{FF2B5EF4-FFF2-40B4-BE49-F238E27FC236}">
                  <a16:creationId xmlns:a16="http://schemas.microsoft.com/office/drawing/2014/main" id="{8043C559-AB15-65DC-6EC0-74B6131B698A}"/>
                </a:ext>
              </a:extLst>
            </p:cNvPr>
            <p:cNvSpPr/>
            <p:nvPr/>
          </p:nvSpPr>
          <p:spPr>
            <a:xfrm rot="10800000">
              <a:off x="7050857" y="6704325"/>
              <a:ext cx="559595" cy="495076"/>
            </a:xfrm>
            <a:prstGeom prst="round2SameRect">
              <a:avLst>
                <a:gd name="adj1" fmla="val 39899"/>
                <a:gd name="adj2" fmla="val 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5E098B7-16BB-7C5B-DD62-F4A40986DA6F}"/>
                </a:ext>
              </a:extLst>
            </p:cNvPr>
            <p:cNvGrpSpPr/>
            <p:nvPr/>
          </p:nvGrpSpPr>
          <p:grpSpPr>
            <a:xfrm>
              <a:off x="2333035" y="3470728"/>
              <a:ext cx="5693002" cy="3343728"/>
              <a:chOff x="-3359377" y="-543379"/>
              <a:chExt cx="5693002" cy="3343728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C7B7913-B099-0A51-5360-4E39A23FE00E}"/>
                  </a:ext>
                </a:extLst>
              </p:cNvPr>
              <p:cNvSpPr/>
              <p:nvPr/>
            </p:nvSpPr>
            <p:spPr>
              <a:xfrm>
                <a:off x="-3165021" y="-467179"/>
                <a:ext cx="5297714" cy="3200854"/>
              </a:xfrm>
              <a:prstGeom prst="rect">
                <a:avLst/>
              </a:prstGeom>
              <a:solidFill>
                <a:srgbClr val="927A9A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: Top Corners Rounded 29">
                <a:extLst>
                  <a:ext uri="{FF2B5EF4-FFF2-40B4-BE49-F238E27FC236}">
                    <a16:creationId xmlns:a16="http://schemas.microsoft.com/office/drawing/2014/main" id="{D04AF093-E837-B23E-FF71-4A464446A1DA}"/>
                  </a:ext>
                </a:extLst>
              </p:cNvPr>
              <p:cNvSpPr/>
              <p:nvPr/>
            </p:nvSpPr>
            <p:spPr>
              <a:xfrm>
                <a:off x="-3352800" y="-543379"/>
                <a:ext cx="5686425" cy="11012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: Top Corners Rounded 30">
                <a:extLst>
                  <a:ext uri="{FF2B5EF4-FFF2-40B4-BE49-F238E27FC236}">
                    <a16:creationId xmlns:a16="http://schemas.microsoft.com/office/drawing/2014/main" id="{5AB37B12-125C-7AAC-B3DE-F230E2251721}"/>
                  </a:ext>
                </a:extLst>
              </p:cNvPr>
              <p:cNvSpPr/>
              <p:nvPr/>
            </p:nvSpPr>
            <p:spPr>
              <a:xfrm>
                <a:off x="-3359377" y="2690220"/>
                <a:ext cx="5686425" cy="11012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F333566-4988-AA33-26A0-B8E514E14027}"/>
                </a:ext>
              </a:extLst>
            </p:cNvPr>
            <p:cNvSpPr/>
            <p:nvPr/>
          </p:nvSpPr>
          <p:spPr>
            <a:xfrm>
              <a:off x="5276850" y="4305300"/>
              <a:ext cx="2463800" cy="577850"/>
            </a:xfrm>
            <a:prstGeom prst="roundRect">
              <a:avLst/>
            </a:prstGeom>
            <a:solidFill>
              <a:srgbClr val="A08BA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F3A407D-4A10-6931-01C6-E1B757239D2A}"/>
                </a:ext>
              </a:extLst>
            </p:cNvPr>
            <p:cNvSpPr/>
            <p:nvPr/>
          </p:nvSpPr>
          <p:spPr>
            <a:xfrm>
              <a:off x="6397625" y="4483100"/>
              <a:ext cx="222250" cy="22225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9398EA7-2C53-AAF0-C25B-839958C20777}"/>
                </a:ext>
              </a:extLst>
            </p:cNvPr>
            <p:cNvSpPr/>
            <p:nvPr/>
          </p:nvSpPr>
          <p:spPr>
            <a:xfrm>
              <a:off x="2695575" y="4305300"/>
              <a:ext cx="2463800" cy="577850"/>
            </a:xfrm>
            <a:prstGeom prst="roundRect">
              <a:avLst/>
            </a:prstGeom>
            <a:solidFill>
              <a:srgbClr val="A08BA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F6097F1-146F-2007-969B-D54DA490FB95}"/>
                </a:ext>
              </a:extLst>
            </p:cNvPr>
            <p:cNvSpPr/>
            <p:nvPr/>
          </p:nvSpPr>
          <p:spPr>
            <a:xfrm>
              <a:off x="3816350" y="4483100"/>
              <a:ext cx="222250" cy="22225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186D0A19-109A-ABEE-1005-8C2BD2A4C9A2}"/>
                </a:ext>
              </a:extLst>
            </p:cNvPr>
            <p:cNvSpPr/>
            <p:nvPr/>
          </p:nvSpPr>
          <p:spPr>
            <a:xfrm>
              <a:off x="5276850" y="4959350"/>
              <a:ext cx="2463800" cy="770890"/>
            </a:xfrm>
            <a:prstGeom prst="roundRect">
              <a:avLst/>
            </a:prstGeom>
            <a:solidFill>
              <a:srgbClr val="A08BA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31C632-D17A-9F3B-F047-4E40539FFB71}"/>
                </a:ext>
              </a:extLst>
            </p:cNvPr>
            <p:cNvSpPr/>
            <p:nvPr/>
          </p:nvSpPr>
          <p:spPr>
            <a:xfrm>
              <a:off x="6397625" y="5216848"/>
              <a:ext cx="222250" cy="22225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029C844-052E-7227-2967-8B01F62F9D93}"/>
                </a:ext>
              </a:extLst>
            </p:cNvPr>
            <p:cNvSpPr/>
            <p:nvPr/>
          </p:nvSpPr>
          <p:spPr>
            <a:xfrm>
              <a:off x="2695575" y="4959350"/>
              <a:ext cx="2463800" cy="770890"/>
            </a:xfrm>
            <a:prstGeom prst="roundRect">
              <a:avLst/>
            </a:prstGeom>
            <a:solidFill>
              <a:srgbClr val="A08BA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A6E41E2-84F9-25B0-D5EF-43FBF7113B45}"/>
                </a:ext>
              </a:extLst>
            </p:cNvPr>
            <p:cNvSpPr/>
            <p:nvPr/>
          </p:nvSpPr>
          <p:spPr>
            <a:xfrm>
              <a:off x="3816350" y="5216848"/>
              <a:ext cx="222250" cy="22225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CE09F28-D4E4-3425-80DD-1638E9C6FEA8}"/>
                </a:ext>
              </a:extLst>
            </p:cNvPr>
            <p:cNvSpPr/>
            <p:nvPr/>
          </p:nvSpPr>
          <p:spPr>
            <a:xfrm>
              <a:off x="5276850" y="5831840"/>
              <a:ext cx="2463800" cy="770890"/>
            </a:xfrm>
            <a:prstGeom prst="roundRect">
              <a:avLst/>
            </a:prstGeom>
            <a:solidFill>
              <a:srgbClr val="A08BA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EEE918B-CDB6-76DC-51D9-865DD0D81CBE}"/>
                </a:ext>
              </a:extLst>
            </p:cNvPr>
            <p:cNvSpPr/>
            <p:nvPr/>
          </p:nvSpPr>
          <p:spPr>
            <a:xfrm>
              <a:off x="6397625" y="6092825"/>
              <a:ext cx="222250" cy="22225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FCEC054-AD12-2CB7-211F-204673975DEE}"/>
                </a:ext>
              </a:extLst>
            </p:cNvPr>
            <p:cNvSpPr/>
            <p:nvPr/>
          </p:nvSpPr>
          <p:spPr>
            <a:xfrm>
              <a:off x="2695575" y="5831840"/>
              <a:ext cx="2463800" cy="770890"/>
            </a:xfrm>
            <a:prstGeom prst="roundRect">
              <a:avLst/>
            </a:prstGeom>
            <a:solidFill>
              <a:srgbClr val="A08BA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0B10CDE-9BD5-724F-4A4E-9A7289BA7480}"/>
                </a:ext>
              </a:extLst>
            </p:cNvPr>
            <p:cNvSpPr/>
            <p:nvPr/>
          </p:nvSpPr>
          <p:spPr>
            <a:xfrm>
              <a:off x="3816350" y="6092825"/>
              <a:ext cx="222250" cy="22225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80D1EED9-A573-8A04-430E-DEAE98AC12C0}"/>
                </a:ext>
              </a:extLst>
            </p:cNvPr>
            <p:cNvSpPr/>
            <p:nvPr/>
          </p:nvSpPr>
          <p:spPr>
            <a:xfrm>
              <a:off x="2695575" y="3651250"/>
              <a:ext cx="5045075" cy="577850"/>
            </a:xfrm>
            <a:prstGeom prst="roundRect">
              <a:avLst/>
            </a:prstGeom>
            <a:solidFill>
              <a:srgbClr val="A08BA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204310C-6B0E-C7F6-F388-9938FC0FE912}"/>
                </a:ext>
              </a:extLst>
            </p:cNvPr>
            <p:cNvSpPr/>
            <p:nvPr/>
          </p:nvSpPr>
          <p:spPr>
            <a:xfrm>
              <a:off x="3816350" y="3864227"/>
              <a:ext cx="222250" cy="22225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D7A6EFD-4709-5FE4-7260-43D413F4E45C}"/>
                </a:ext>
              </a:extLst>
            </p:cNvPr>
            <p:cNvSpPr/>
            <p:nvPr/>
          </p:nvSpPr>
          <p:spPr>
            <a:xfrm>
              <a:off x="6397625" y="3864227"/>
              <a:ext cx="222250" cy="22225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7F809A6-9EAD-C0CD-6548-B98ADF078107}"/>
                </a:ext>
              </a:extLst>
            </p:cNvPr>
            <p:cNvGrpSpPr/>
            <p:nvPr/>
          </p:nvGrpSpPr>
          <p:grpSpPr>
            <a:xfrm>
              <a:off x="3505407" y="2635914"/>
              <a:ext cx="60969" cy="767296"/>
              <a:chOff x="3505407" y="2635914"/>
              <a:chExt cx="60969" cy="767296"/>
            </a:xfrm>
          </p:grpSpPr>
          <p:sp>
            <p:nvSpPr>
              <p:cNvPr id="27" name="Moon 38">
                <a:extLst>
                  <a:ext uri="{FF2B5EF4-FFF2-40B4-BE49-F238E27FC236}">
                    <a16:creationId xmlns:a16="http://schemas.microsoft.com/office/drawing/2014/main" id="{5A8E875E-A1D6-D6C6-8D08-39F28B99AD9B}"/>
                  </a:ext>
                </a:extLst>
              </p:cNvPr>
              <p:cNvSpPr/>
              <p:nvPr/>
            </p:nvSpPr>
            <p:spPr>
              <a:xfrm rot="20138687">
                <a:off x="3505407" y="2802383"/>
                <a:ext cx="60968" cy="600827"/>
              </a:xfrm>
              <a:custGeom>
                <a:avLst/>
                <a:gdLst>
                  <a:gd name="connsiteX0" fmla="*/ 130175 w 130175"/>
                  <a:gd name="connsiteY0" fmla="*/ 598349 h 598349"/>
                  <a:gd name="connsiteX1" fmla="*/ 0 w 130175"/>
                  <a:gd name="connsiteY1" fmla="*/ 299174 h 598349"/>
                  <a:gd name="connsiteX2" fmla="*/ 130175 w 130175"/>
                  <a:gd name="connsiteY2" fmla="*/ -1 h 598349"/>
                  <a:gd name="connsiteX3" fmla="*/ 65087 w 130175"/>
                  <a:gd name="connsiteY3" fmla="*/ 299174 h 598349"/>
                  <a:gd name="connsiteX4" fmla="*/ 130175 w 130175"/>
                  <a:gd name="connsiteY4" fmla="*/ 598349 h 598349"/>
                  <a:gd name="connsiteX0" fmla="*/ 130175 w 131336"/>
                  <a:gd name="connsiteY0" fmla="*/ 598350 h 598350"/>
                  <a:gd name="connsiteX1" fmla="*/ 0 w 131336"/>
                  <a:gd name="connsiteY1" fmla="*/ 299175 h 598350"/>
                  <a:gd name="connsiteX2" fmla="*/ 130175 w 131336"/>
                  <a:gd name="connsiteY2" fmla="*/ 0 h 598350"/>
                  <a:gd name="connsiteX3" fmla="*/ 65087 w 131336"/>
                  <a:gd name="connsiteY3" fmla="*/ 299175 h 598350"/>
                  <a:gd name="connsiteX4" fmla="*/ 130175 w 131336"/>
                  <a:gd name="connsiteY4" fmla="*/ 598350 h 598350"/>
                  <a:gd name="connsiteX0" fmla="*/ 130175 w 131336"/>
                  <a:gd name="connsiteY0" fmla="*/ 598350 h 599960"/>
                  <a:gd name="connsiteX1" fmla="*/ 0 w 131336"/>
                  <a:gd name="connsiteY1" fmla="*/ 299175 h 599960"/>
                  <a:gd name="connsiteX2" fmla="*/ 130175 w 131336"/>
                  <a:gd name="connsiteY2" fmla="*/ 0 h 599960"/>
                  <a:gd name="connsiteX3" fmla="*/ 65087 w 131336"/>
                  <a:gd name="connsiteY3" fmla="*/ 299175 h 599960"/>
                  <a:gd name="connsiteX4" fmla="*/ 130175 w 131336"/>
                  <a:gd name="connsiteY4" fmla="*/ 598350 h 599960"/>
                  <a:gd name="connsiteX0" fmla="*/ 130175 w 131732"/>
                  <a:gd name="connsiteY0" fmla="*/ 598350 h 599960"/>
                  <a:gd name="connsiteX1" fmla="*/ 0 w 131732"/>
                  <a:gd name="connsiteY1" fmla="*/ 299175 h 599960"/>
                  <a:gd name="connsiteX2" fmla="*/ 130175 w 131732"/>
                  <a:gd name="connsiteY2" fmla="*/ 0 h 599960"/>
                  <a:gd name="connsiteX3" fmla="*/ 86519 w 131732"/>
                  <a:gd name="connsiteY3" fmla="*/ 327750 h 599960"/>
                  <a:gd name="connsiteX4" fmla="*/ 130175 w 131732"/>
                  <a:gd name="connsiteY4" fmla="*/ 598350 h 599960"/>
                  <a:gd name="connsiteX0" fmla="*/ 130175 w 131192"/>
                  <a:gd name="connsiteY0" fmla="*/ 598350 h 599960"/>
                  <a:gd name="connsiteX1" fmla="*/ 0 w 131192"/>
                  <a:gd name="connsiteY1" fmla="*/ 299175 h 599960"/>
                  <a:gd name="connsiteX2" fmla="*/ 130175 w 131192"/>
                  <a:gd name="connsiteY2" fmla="*/ 0 h 599960"/>
                  <a:gd name="connsiteX3" fmla="*/ 53181 w 131192"/>
                  <a:gd name="connsiteY3" fmla="*/ 351562 h 599960"/>
                  <a:gd name="connsiteX4" fmla="*/ 130175 w 131192"/>
                  <a:gd name="connsiteY4" fmla="*/ 598350 h 599960"/>
                  <a:gd name="connsiteX0" fmla="*/ 130175 w 130858"/>
                  <a:gd name="connsiteY0" fmla="*/ 598350 h 599960"/>
                  <a:gd name="connsiteX1" fmla="*/ 0 w 130858"/>
                  <a:gd name="connsiteY1" fmla="*/ 299175 h 599960"/>
                  <a:gd name="connsiteX2" fmla="*/ 130175 w 130858"/>
                  <a:gd name="connsiteY2" fmla="*/ 0 h 599960"/>
                  <a:gd name="connsiteX3" fmla="*/ 53181 w 130858"/>
                  <a:gd name="connsiteY3" fmla="*/ 351562 h 599960"/>
                  <a:gd name="connsiteX4" fmla="*/ 130175 w 130858"/>
                  <a:gd name="connsiteY4" fmla="*/ 598350 h 599960"/>
                  <a:gd name="connsiteX0" fmla="*/ 130175 w 130858"/>
                  <a:gd name="connsiteY0" fmla="*/ 598350 h 599960"/>
                  <a:gd name="connsiteX1" fmla="*/ 0 w 130858"/>
                  <a:gd name="connsiteY1" fmla="*/ 299175 h 599960"/>
                  <a:gd name="connsiteX2" fmla="*/ 130175 w 130858"/>
                  <a:gd name="connsiteY2" fmla="*/ 0 h 599960"/>
                  <a:gd name="connsiteX3" fmla="*/ 53181 w 130858"/>
                  <a:gd name="connsiteY3" fmla="*/ 351562 h 599960"/>
                  <a:gd name="connsiteX4" fmla="*/ 130175 w 130858"/>
                  <a:gd name="connsiteY4" fmla="*/ 598350 h 599960"/>
                  <a:gd name="connsiteX0" fmla="*/ 130175 w 130858"/>
                  <a:gd name="connsiteY0" fmla="*/ 599960 h 601570"/>
                  <a:gd name="connsiteX1" fmla="*/ 0 w 130858"/>
                  <a:gd name="connsiteY1" fmla="*/ 300785 h 601570"/>
                  <a:gd name="connsiteX2" fmla="*/ 130175 w 130858"/>
                  <a:gd name="connsiteY2" fmla="*/ 1610 h 601570"/>
                  <a:gd name="connsiteX3" fmla="*/ 53181 w 130858"/>
                  <a:gd name="connsiteY3" fmla="*/ 353172 h 601570"/>
                  <a:gd name="connsiteX4" fmla="*/ 130175 w 130858"/>
                  <a:gd name="connsiteY4" fmla="*/ 599960 h 601570"/>
                  <a:gd name="connsiteX0" fmla="*/ 134507 w 135190"/>
                  <a:gd name="connsiteY0" fmla="*/ 599589 h 600827"/>
                  <a:gd name="connsiteX1" fmla="*/ 4332 w 135190"/>
                  <a:gd name="connsiteY1" fmla="*/ 300414 h 600827"/>
                  <a:gd name="connsiteX2" fmla="*/ 134507 w 135190"/>
                  <a:gd name="connsiteY2" fmla="*/ 1239 h 600827"/>
                  <a:gd name="connsiteX3" fmla="*/ 57513 w 135190"/>
                  <a:gd name="connsiteY3" fmla="*/ 352801 h 600827"/>
                  <a:gd name="connsiteX4" fmla="*/ 134507 w 135190"/>
                  <a:gd name="connsiteY4" fmla="*/ 599589 h 600827"/>
                  <a:gd name="connsiteX0" fmla="*/ 134507 w 135512"/>
                  <a:gd name="connsiteY0" fmla="*/ 599589 h 600827"/>
                  <a:gd name="connsiteX1" fmla="*/ 4332 w 135512"/>
                  <a:gd name="connsiteY1" fmla="*/ 300414 h 600827"/>
                  <a:gd name="connsiteX2" fmla="*/ 134507 w 135512"/>
                  <a:gd name="connsiteY2" fmla="*/ 1239 h 600827"/>
                  <a:gd name="connsiteX3" fmla="*/ 57513 w 135512"/>
                  <a:gd name="connsiteY3" fmla="*/ 352801 h 600827"/>
                  <a:gd name="connsiteX4" fmla="*/ 134507 w 135512"/>
                  <a:gd name="connsiteY4" fmla="*/ 599589 h 6008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512" h="600827">
                    <a:moveTo>
                      <a:pt x="134507" y="599589"/>
                    </a:moveTo>
                    <a:cubicBezTo>
                      <a:pt x="76901" y="618639"/>
                      <a:pt x="-21862" y="413257"/>
                      <a:pt x="4332" y="300414"/>
                    </a:cubicBezTo>
                    <a:cubicBezTo>
                      <a:pt x="30526" y="187571"/>
                      <a:pt x="110238" y="-17811"/>
                      <a:pt x="134507" y="1239"/>
                    </a:cubicBezTo>
                    <a:cubicBezTo>
                      <a:pt x="114964" y="57576"/>
                      <a:pt x="58644" y="259699"/>
                      <a:pt x="57513" y="352801"/>
                    </a:cubicBezTo>
                    <a:cubicBezTo>
                      <a:pt x="56382" y="445903"/>
                      <a:pt x="145921" y="593257"/>
                      <a:pt x="134507" y="599589"/>
                    </a:cubicBezTo>
                    <a:close/>
                  </a:path>
                </a:pathLst>
              </a:custGeom>
              <a:solidFill>
                <a:schemeClr val="bg1">
                  <a:alpha val="3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Moon 38">
                <a:extLst>
                  <a:ext uri="{FF2B5EF4-FFF2-40B4-BE49-F238E27FC236}">
                    <a16:creationId xmlns:a16="http://schemas.microsoft.com/office/drawing/2014/main" id="{35A0FE07-E975-3739-2620-0FE42080507C}"/>
                  </a:ext>
                </a:extLst>
              </p:cNvPr>
              <p:cNvSpPr/>
              <p:nvPr/>
            </p:nvSpPr>
            <p:spPr>
              <a:xfrm rot="20444265">
                <a:off x="3505408" y="2635914"/>
                <a:ext cx="60968" cy="600827"/>
              </a:xfrm>
              <a:custGeom>
                <a:avLst/>
                <a:gdLst>
                  <a:gd name="connsiteX0" fmla="*/ 130175 w 130175"/>
                  <a:gd name="connsiteY0" fmla="*/ 598349 h 598349"/>
                  <a:gd name="connsiteX1" fmla="*/ 0 w 130175"/>
                  <a:gd name="connsiteY1" fmla="*/ 299174 h 598349"/>
                  <a:gd name="connsiteX2" fmla="*/ 130175 w 130175"/>
                  <a:gd name="connsiteY2" fmla="*/ -1 h 598349"/>
                  <a:gd name="connsiteX3" fmla="*/ 65087 w 130175"/>
                  <a:gd name="connsiteY3" fmla="*/ 299174 h 598349"/>
                  <a:gd name="connsiteX4" fmla="*/ 130175 w 130175"/>
                  <a:gd name="connsiteY4" fmla="*/ 598349 h 598349"/>
                  <a:gd name="connsiteX0" fmla="*/ 130175 w 131336"/>
                  <a:gd name="connsiteY0" fmla="*/ 598350 h 598350"/>
                  <a:gd name="connsiteX1" fmla="*/ 0 w 131336"/>
                  <a:gd name="connsiteY1" fmla="*/ 299175 h 598350"/>
                  <a:gd name="connsiteX2" fmla="*/ 130175 w 131336"/>
                  <a:gd name="connsiteY2" fmla="*/ 0 h 598350"/>
                  <a:gd name="connsiteX3" fmla="*/ 65087 w 131336"/>
                  <a:gd name="connsiteY3" fmla="*/ 299175 h 598350"/>
                  <a:gd name="connsiteX4" fmla="*/ 130175 w 131336"/>
                  <a:gd name="connsiteY4" fmla="*/ 598350 h 598350"/>
                  <a:gd name="connsiteX0" fmla="*/ 130175 w 131336"/>
                  <a:gd name="connsiteY0" fmla="*/ 598350 h 599960"/>
                  <a:gd name="connsiteX1" fmla="*/ 0 w 131336"/>
                  <a:gd name="connsiteY1" fmla="*/ 299175 h 599960"/>
                  <a:gd name="connsiteX2" fmla="*/ 130175 w 131336"/>
                  <a:gd name="connsiteY2" fmla="*/ 0 h 599960"/>
                  <a:gd name="connsiteX3" fmla="*/ 65087 w 131336"/>
                  <a:gd name="connsiteY3" fmla="*/ 299175 h 599960"/>
                  <a:gd name="connsiteX4" fmla="*/ 130175 w 131336"/>
                  <a:gd name="connsiteY4" fmla="*/ 598350 h 599960"/>
                  <a:gd name="connsiteX0" fmla="*/ 130175 w 131732"/>
                  <a:gd name="connsiteY0" fmla="*/ 598350 h 599960"/>
                  <a:gd name="connsiteX1" fmla="*/ 0 w 131732"/>
                  <a:gd name="connsiteY1" fmla="*/ 299175 h 599960"/>
                  <a:gd name="connsiteX2" fmla="*/ 130175 w 131732"/>
                  <a:gd name="connsiteY2" fmla="*/ 0 h 599960"/>
                  <a:gd name="connsiteX3" fmla="*/ 86519 w 131732"/>
                  <a:gd name="connsiteY3" fmla="*/ 327750 h 599960"/>
                  <a:gd name="connsiteX4" fmla="*/ 130175 w 131732"/>
                  <a:gd name="connsiteY4" fmla="*/ 598350 h 599960"/>
                  <a:gd name="connsiteX0" fmla="*/ 130175 w 131192"/>
                  <a:gd name="connsiteY0" fmla="*/ 598350 h 599960"/>
                  <a:gd name="connsiteX1" fmla="*/ 0 w 131192"/>
                  <a:gd name="connsiteY1" fmla="*/ 299175 h 599960"/>
                  <a:gd name="connsiteX2" fmla="*/ 130175 w 131192"/>
                  <a:gd name="connsiteY2" fmla="*/ 0 h 599960"/>
                  <a:gd name="connsiteX3" fmla="*/ 53181 w 131192"/>
                  <a:gd name="connsiteY3" fmla="*/ 351562 h 599960"/>
                  <a:gd name="connsiteX4" fmla="*/ 130175 w 131192"/>
                  <a:gd name="connsiteY4" fmla="*/ 598350 h 599960"/>
                  <a:gd name="connsiteX0" fmla="*/ 130175 w 130858"/>
                  <a:gd name="connsiteY0" fmla="*/ 598350 h 599960"/>
                  <a:gd name="connsiteX1" fmla="*/ 0 w 130858"/>
                  <a:gd name="connsiteY1" fmla="*/ 299175 h 599960"/>
                  <a:gd name="connsiteX2" fmla="*/ 130175 w 130858"/>
                  <a:gd name="connsiteY2" fmla="*/ 0 h 599960"/>
                  <a:gd name="connsiteX3" fmla="*/ 53181 w 130858"/>
                  <a:gd name="connsiteY3" fmla="*/ 351562 h 599960"/>
                  <a:gd name="connsiteX4" fmla="*/ 130175 w 130858"/>
                  <a:gd name="connsiteY4" fmla="*/ 598350 h 599960"/>
                  <a:gd name="connsiteX0" fmla="*/ 130175 w 130858"/>
                  <a:gd name="connsiteY0" fmla="*/ 598350 h 599960"/>
                  <a:gd name="connsiteX1" fmla="*/ 0 w 130858"/>
                  <a:gd name="connsiteY1" fmla="*/ 299175 h 599960"/>
                  <a:gd name="connsiteX2" fmla="*/ 130175 w 130858"/>
                  <a:gd name="connsiteY2" fmla="*/ 0 h 599960"/>
                  <a:gd name="connsiteX3" fmla="*/ 53181 w 130858"/>
                  <a:gd name="connsiteY3" fmla="*/ 351562 h 599960"/>
                  <a:gd name="connsiteX4" fmla="*/ 130175 w 130858"/>
                  <a:gd name="connsiteY4" fmla="*/ 598350 h 599960"/>
                  <a:gd name="connsiteX0" fmla="*/ 130175 w 130858"/>
                  <a:gd name="connsiteY0" fmla="*/ 599960 h 601570"/>
                  <a:gd name="connsiteX1" fmla="*/ 0 w 130858"/>
                  <a:gd name="connsiteY1" fmla="*/ 300785 h 601570"/>
                  <a:gd name="connsiteX2" fmla="*/ 130175 w 130858"/>
                  <a:gd name="connsiteY2" fmla="*/ 1610 h 601570"/>
                  <a:gd name="connsiteX3" fmla="*/ 53181 w 130858"/>
                  <a:gd name="connsiteY3" fmla="*/ 353172 h 601570"/>
                  <a:gd name="connsiteX4" fmla="*/ 130175 w 130858"/>
                  <a:gd name="connsiteY4" fmla="*/ 599960 h 601570"/>
                  <a:gd name="connsiteX0" fmla="*/ 134507 w 135190"/>
                  <a:gd name="connsiteY0" fmla="*/ 599589 h 600827"/>
                  <a:gd name="connsiteX1" fmla="*/ 4332 w 135190"/>
                  <a:gd name="connsiteY1" fmla="*/ 300414 h 600827"/>
                  <a:gd name="connsiteX2" fmla="*/ 134507 w 135190"/>
                  <a:gd name="connsiteY2" fmla="*/ 1239 h 600827"/>
                  <a:gd name="connsiteX3" fmla="*/ 57513 w 135190"/>
                  <a:gd name="connsiteY3" fmla="*/ 352801 h 600827"/>
                  <a:gd name="connsiteX4" fmla="*/ 134507 w 135190"/>
                  <a:gd name="connsiteY4" fmla="*/ 599589 h 600827"/>
                  <a:gd name="connsiteX0" fmla="*/ 134507 w 135512"/>
                  <a:gd name="connsiteY0" fmla="*/ 599589 h 600827"/>
                  <a:gd name="connsiteX1" fmla="*/ 4332 w 135512"/>
                  <a:gd name="connsiteY1" fmla="*/ 300414 h 600827"/>
                  <a:gd name="connsiteX2" fmla="*/ 134507 w 135512"/>
                  <a:gd name="connsiteY2" fmla="*/ 1239 h 600827"/>
                  <a:gd name="connsiteX3" fmla="*/ 57513 w 135512"/>
                  <a:gd name="connsiteY3" fmla="*/ 352801 h 600827"/>
                  <a:gd name="connsiteX4" fmla="*/ 134507 w 135512"/>
                  <a:gd name="connsiteY4" fmla="*/ 599589 h 6008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512" h="600827">
                    <a:moveTo>
                      <a:pt x="134507" y="599589"/>
                    </a:moveTo>
                    <a:cubicBezTo>
                      <a:pt x="76901" y="618639"/>
                      <a:pt x="-21862" y="413257"/>
                      <a:pt x="4332" y="300414"/>
                    </a:cubicBezTo>
                    <a:cubicBezTo>
                      <a:pt x="30526" y="187571"/>
                      <a:pt x="110238" y="-17811"/>
                      <a:pt x="134507" y="1239"/>
                    </a:cubicBezTo>
                    <a:cubicBezTo>
                      <a:pt x="114964" y="57576"/>
                      <a:pt x="58644" y="259699"/>
                      <a:pt x="57513" y="352801"/>
                    </a:cubicBezTo>
                    <a:cubicBezTo>
                      <a:pt x="56382" y="445903"/>
                      <a:pt x="145921" y="593257"/>
                      <a:pt x="134507" y="599589"/>
                    </a:cubicBezTo>
                    <a:close/>
                  </a:path>
                </a:pathLst>
              </a:custGeom>
              <a:solidFill>
                <a:schemeClr val="bg1">
                  <a:alpha val="3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A4E1E8C-0F56-615F-F7A2-268F970A4E4D}"/>
                </a:ext>
              </a:extLst>
            </p:cNvPr>
            <p:cNvGrpSpPr/>
            <p:nvPr/>
          </p:nvGrpSpPr>
          <p:grpSpPr>
            <a:xfrm rot="17925918" flipH="1">
              <a:off x="6478265" y="1178859"/>
              <a:ext cx="60969" cy="767296"/>
              <a:chOff x="3505407" y="2635914"/>
              <a:chExt cx="60969" cy="767296"/>
            </a:xfrm>
          </p:grpSpPr>
          <p:sp>
            <p:nvSpPr>
              <p:cNvPr id="24" name="Moon 38">
                <a:extLst>
                  <a:ext uri="{FF2B5EF4-FFF2-40B4-BE49-F238E27FC236}">
                    <a16:creationId xmlns:a16="http://schemas.microsoft.com/office/drawing/2014/main" id="{E7ECA05F-A9D5-0829-E219-7311AE0ACE62}"/>
                  </a:ext>
                </a:extLst>
              </p:cNvPr>
              <p:cNvSpPr/>
              <p:nvPr/>
            </p:nvSpPr>
            <p:spPr>
              <a:xfrm rot="20138687">
                <a:off x="3505407" y="2802383"/>
                <a:ext cx="60968" cy="600827"/>
              </a:xfrm>
              <a:custGeom>
                <a:avLst/>
                <a:gdLst>
                  <a:gd name="connsiteX0" fmla="*/ 130175 w 130175"/>
                  <a:gd name="connsiteY0" fmla="*/ 598349 h 598349"/>
                  <a:gd name="connsiteX1" fmla="*/ 0 w 130175"/>
                  <a:gd name="connsiteY1" fmla="*/ 299174 h 598349"/>
                  <a:gd name="connsiteX2" fmla="*/ 130175 w 130175"/>
                  <a:gd name="connsiteY2" fmla="*/ -1 h 598349"/>
                  <a:gd name="connsiteX3" fmla="*/ 65087 w 130175"/>
                  <a:gd name="connsiteY3" fmla="*/ 299174 h 598349"/>
                  <a:gd name="connsiteX4" fmla="*/ 130175 w 130175"/>
                  <a:gd name="connsiteY4" fmla="*/ 598349 h 598349"/>
                  <a:gd name="connsiteX0" fmla="*/ 130175 w 131336"/>
                  <a:gd name="connsiteY0" fmla="*/ 598350 h 598350"/>
                  <a:gd name="connsiteX1" fmla="*/ 0 w 131336"/>
                  <a:gd name="connsiteY1" fmla="*/ 299175 h 598350"/>
                  <a:gd name="connsiteX2" fmla="*/ 130175 w 131336"/>
                  <a:gd name="connsiteY2" fmla="*/ 0 h 598350"/>
                  <a:gd name="connsiteX3" fmla="*/ 65087 w 131336"/>
                  <a:gd name="connsiteY3" fmla="*/ 299175 h 598350"/>
                  <a:gd name="connsiteX4" fmla="*/ 130175 w 131336"/>
                  <a:gd name="connsiteY4" fmla="*/ 598350 h 598350"/>
                  <a:gd name="connsiteX0" fmla="*/ 130175 w 131336"/>
                  <a:gd name="connsiteY0" fmla="*/ 598350 h 599960"/>
                  <a:gd name="connsiteX1" fmla="*/ 0 w 131336"/>
                  <a:gd name="connsiteY1" fmla="*/ 299175 h 599960"/>
                  <a:gd name="connsiteX2" fmla="*/ 130175 w 131336"/>
                  <a:gd name="connsiteY2" fmla="*/ 0 h 599960"/>
                  <a:gd name="connsiteX3" fmla="*/ 65087 w 131336"/>
                  <a:gd name="connsiteY3" fmla="*/ 299175 h 599960"/>
                  <a:gd name="connsiteX4" fmla="*/ 130175 w 131336"/>
                  <a:gd name="connsiteY4" fmla="*/ 598350 h 599960"/>
                  <a:gd name="connsiteX0" fmla="*/ 130175 w 131732"/>
                  <a:gd name="connsiteY0" fmla="*/ 598350 h 599960"/>
                  <a:gd name="connsiteX1" fmla="*/ 0 w 131732"/>
                  <a:gd name="connsiteY1" fmla="*/ 299175 h 599960"/>
                  <a:gd name="connsiteX2" fmla="*/ 130175 w 131732"/>
                  <a:gd name="connsiteY2" fmla="*/ 0 h 599960"/>
                  <a:gd name="connsiteX3" fmla="*/ 86519 w 131732"/>
                  <a:gd name="connsiteY3" fmla="*/ 327750 h 599960"/>
                  <a:gd name="connsiteX4" fmla="*/ 130175 w 131732"/>
                  <a:gd name="connsiteY4" fmla="*/ 598350 h 599960"/>
                  <a:gd name="connsiteX0" fmla="*/ 130175 w 131192"/>
                  <a:gd name="connsiteY0" fmla="*/ 598350 h 599960"/>
                  <a:gd name="connsiteX1" fmla="*/ 0 w 131192"/>
                  <a:gd name="connsiteY1" fmla="*/ 299175 h 599960"/>
                  <a:gd name="connsiteX2" fmla="*/ 130175 w 131192"/>
                  <a:gd name="connsiteY2" fmla="*/ 0 h 599960"/>
                  <a:gd name="connsiteX3" fmla="*/ 53181 w 131192"/>
                  <a:gd name="connsiteY3" fmla="*/ 351562 h 599960"/>
                  <a:gd name="connsiteX4" fmla="*/ 130175 w 131192"/>
                  <a:gd name="connsiteY4" fmla="*/ 598350 h 599960"/>
                  <a:gd name="connsiteX0" fmla="*/ 130175 w 130858"/>
                  <a:gd name="connsiteY0" fmla="*/ 598350 h 599960"/>
                  <a:gd name="connsiteX1" fmla="*/ 0 w 130858"/>
                  <a:gd name="connsiteY1" fmla="*/ 299175 h 599960"/>
                  <a:gd name="connsiteX2" fmla="*/ 130175 w 130858"/>
                  <a:gd name="connsiteY2" fmla="*/ 0 h 599960"/>
                  <a:gd name="connsiteX3" fmla="*/ 53181 w 130858"/>
                  <a:gd name="connsiteY3" fmla="*/ 351562 h 599960"/>
                  <a:gd name="connsiteX4" fmla="*/ 130175 w 130858"/>
                  <a:gd name="connsiteY4" fmla="*/ 598350 h 599960"/>
                  <a:gd name="connsiteX0" fmla="*/ 130175 w 130858"/>
                  <a:gd name="connsiteY0" fmla="*/ 598350 h 599960"/>
                  <a:gd name="connsiteX1" fmla="*/ 0 w 130858"/>
                  <a:gd name="connsiteY1" fmla="*/ 299175 h 599960"/>
                  <a:gd name="connsiteX2" fmla="*/ 130175 w 130858"/>
                  <a:gd name="connsiteY2" fmla="*/ 0 h 599960"/>
                  <a:gd name="connsiteX3" fmla="*/ 53181 w 130858"/>
                  <a:gd name="connsiteY3" fmla="*/ 351562 h 599960"/>
                  <a:gd name="connsiteX4" fmla="*/ 130175 w 130858"/>
                  <a:gd name="connsiteY4" fmla="*/ 598350 h 599960"/>
                  <a:gd name="connsiteX0" fmla="*/ 130175 w 130858"/>
                  <a:gd name="connsiteY0" fmla="*/ 599960 h 601570"/>
                  <a:gd name="connsiteX1" fmla="*/ 0 w 130858"/>
                  <a:gd name="connsiteY1" fmla="*/ 300785 h 601570"/>
                  <a:gd name="connsiteX2" fmla="*/ 130175 w 130858"/>
                  <a:gd name="connsiteY2" fmla="*/ 1610 h 601570"/>
                  <a:gd name="connsiteX3" fmla="*/ 53181 w 130858"/>
                  <a:gd name="connsiteY3" fmla="*/ 353172 h 601570"/>
                  <a:gd name="connsiteX4" fmla="*/ 130175 w 130858"/>
                  <a:gd name="connsiteY4" fmla="*/ 599960 h 601570"/>
                  <a:gd name="connsiteX0" fmla="*/ 134507 w 135190"/>
                  <a:gd name="connsiteY0" fmla="*/ 599589 h 600827"/>
                  <a:gd name="connsiteX1" fmla="*/ 4332 w 135190"/>
                  <a:gd name="connsiteY1" fmla="*/ 300414 h 600827"/>
                  <a:gd name="connsiteX2" fmla="*/ 134507 w 135190"/>
                  <a:gd name="connsiteY2" fmla="*/ 1239 h 600827"/>
                  <a:gd name="connsiteX3" fmla="*/ 57513 w 135190"/>
                  <a:gd name="connsiteY3" fmla="*/ 352801 h 600827"/>
                  <a:gd name="connsiteX4" fmla="*/ 134507 w 135190"/>
                  <a:gd name="connsiteY4" fmla="*/ 599589 h 600827"/>
                  <a:gd name="connsiteX0" fmla="*/ 134507 w 135512"/>
                  <a:gd name="connsiteY0" fmla="*/ 599589 h 600827"/>
                  <a:gd name="connsiteX1" fmla="*/ 4332 w 135512"/>
                  <a:gd name="connsiteY1" fmla="*/ 300414 h 600827"/>
                  <a:gd name="connsiteX2" fmla="*/ 134507 w 135512"/>
                  <a:gd name="connsiteY2" fmla="*/ 1239 h 600827"/>
                  <a:gd name="connsiteX3" fmla="*/ 57513 w 135512"/>
                  <a:gd name="connsiteY3" fmla="*/ 352801 h 600827"/>
                  <a:gd name="connsiteX4" fmla="*/ 134507 w 135512"/>
                  <a:gd name="connsiteY4" fmla="*/ 599589 h 6008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512" h="600827">
                    <a:moveTo>
                      <a:pt x="134507" y="599589"/>
                    </a:moveTo>
                    <a:cubicBezTo>
                      <a:pt x="76901" y="618639"/>
                      <a:pt x="-21862" y="413257"/>
                      <a:pt x="4332" y="300414"/>
                    </a:cubicBezTo>
                    <a:cubicBezTo>
                      <a:pt x="30526" y="187571"/>
                      <a:pt x="110238" y="-17811"/>
                      <a:pt x="134507" y="1239"/>
                    </a:cubicBezTo>
                    <a:cubicBezTo>
                      <a:pt x="114964" y="57576"/>
                      <a:pt x="58644" y="259699"/>
                      <a:pt x="57513" y="352801"/>
                    </a:cubicBezTo>
                    <a:cubicBezTo>
                      <a:pt x="56382" y="445903"/>
                      <a:pt x="145921" y="593257"/>
                      <a:pt x="134507" y="599589"/>
                    </a:cubicBezTo>
                    <a:close/>
                  </a:path>
                </a:pathLst>
              </a:custGeom>
              <a:solidFill>
                <a:schemeClr val="bg1">
                  <a:alpha val="3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Moon 38">
                <a:extLst>
                  <a:ext uri="{FF2B5EF4-FFF2-40B4-BE49-F238E27FC236}">
                    <a16:creationId xmlns:a16="http://schemas.microsoft.com/office/drawing/2014/main" id="{078D2656-C4CE-65D2-3021-B376AFAC3619}"/>
                  </a:ext>
                </a:extLst>
              </p:cNvPr>
              <p:cNvSpPr/>
              <p:nvPr/>
            </p:nvSpPr>
            <p:spPr>
              <a:xfrm rot="20444265">
                <a:off x="3505408" y="2635914"/>
                <a:ext cx="60968" cy="600827"/>
              </a:xfrm>
              <a:custGeom>
                <a:avLst/>
                <a:gdLst>
                  <a:gd name="connsiteX0" fmla="*/ 130175 w 130175"/>
                  <a:gd name="connsiteY0" fmla="*/ 598349 h 598349"/>
                  <a:gd name="connsiteX1" fmla="*/ 0 w 130175"/>
                  <a:gd name="connsiteY1" fmla="*/ 299174 h 598349"/>
                  <a:gd name="connsiteX2" fmla="*/ 130175 w 130175"/>
                  <a:gd name="connsiteY2" fmla="*/ -1 h 598349"/>
                  <a:gd name="connsiteX3" fmla="*/ 65087 w 130175"/>
                  <a:gd name="connsiteY3" fmla="*/ 299174 h 598349"/>
                  <a:gd name="connsiteX4" fmla="*/ 130175 w 130175"/>
                  <a:gd name="connsiteY4" fmla="*/ 598349 h 598349"/>
                  <a:gd name="connsiteX0" fmla="*/ 130175 w 131336"/>
                  <a:gd name="connsiteY0" fmla="*/ 598350 h 598350"/>
                  <a:gd name="connsiteX1" fmla="*/ 0 w 131336"/>
                  <a:gd name="connsiteY1" fmla="*/ 299175 h 598350"/>
                  <a:gd name="connsiteX2" fmla="*/ 130175 w 131336"/>
                  <a:gd name="connsiteY2" fmla="*/ 0 h 598350"/>
                  <a:gd name="connsiteX3" fmla="*/ 65087 w 131336"/>
                  <a:gd name="connsiteY3" fmla="*/ 299175 h 598350"/>
                  <a:gd name="connsiteX4" fmla="*/ 130175 w 131336"/>
                  <a:gd name="connsiteY4" fmla="*/ 598350 h 598350"/>
                  <a:gd name="connsiteX0" fmla="*/ 130175 w 131336"/>
                  <a:gd name="connsiteY0" fmla="*/ 598350 h 599960"/>
                  <a:gd name="connsiteX1" fmla="*/ 0 w 131336"/>
                  <a:gd name="connsiteY1" fmla="*/ 299175 h 599960"/>
                  <a:gd name="connsiteX2" fmla="*/ 130175 w 131336"/>
                  <a:gd name="connsiteY2" fmla="*/ 0 h 599960"/>
                  <a:gd name="connsiteX3" fmla="*/ 65087 w 131336"/>
                  <a:gd name="connsiteY3" fmla="*/ 299175 h 599960"/>
                  <a:gd name="connsiteX4" fmla="*/ 130175 w 131336"/>
                  <a:gd name="connsiteY4" fmla="*/ 598350 h 599960"/>
                  <a:gd name="connsiteX0" fmla="*/ 130175 w 131732"/>
                  <a:gd name="connsiteY0" fmla="*/ 598350 h 599960"/>
                  <a:gd name="connsiteX1" fmla="*/ 0 w 131732"/>
                  <a:gd name="connsiteY1" fmla="*/ 299175 h 599960"/>
                  <a:gd name="connsiteX2" fmla="*/ 130175 w 131732"/>
                  <a:gd name="connsiteY2" fmla="*/ 0 h 599960"/>
                  <a:gd name="connsiteX3" fmla="*/ 86519 w 131732"/>
                  <a:gd name="connsiteY3" fmla="*/ 327750 h 599960"/>
                  <a:gd name="connsiteX4" fmla="*/ 130175 w 131732"/>
                  <a:gd name="connsiteY4" fmla="*/ 598350 h 599960"/>
                  <a:gd name="connsiteX0" fmla="*/ 130175 w 131192"/>
                  <a:gd name="connsiteY0" fmla="*/ 598350 h 599960"/>
                  <a:gd name="connsiteX1" fmla="*/ 0 w 131192"/>
                  <a:gd name="connsiteY1" fmla="*/ 299175 h 599960"/>
                  <a:gd name="connsiteX2" fmla="*/ 130175 w 131192"/>
                  <a:gd name="connsiteY2" fmla="*/ 0 h 599960"/>
                  <a:gd name="connsiteX3" fmla="*/ 53181 w 131192"/>
                  <a:gd name="connsiteY3" fmla="*/ 351562 h 599960"/>
                  <a:gd name="connsiteX4" fmla="*/ 130175 w 131192"/>
                  <a:gd name="connsiteY4" fmla="*/ 598350 h 599960"/>
                  <a:gd name="connsiteX0" fmla="*/ 130175 w 130858"/>
                  <a:gd name="connsiteY0" fmla="*/ 598350 h 599960"/>
                  <a:gd name="connsiteX1" fmla="*/ 0 w 130858"/>
                  <a:gd name="connsiteY1" fmla="*/ 299175 h 599960"/>
                  <a:gd name="connsiteX2" fmla="*/ 130175 w 130858"/>
                  <a:gd name="connsiteY2" fmla="*/ 0 h 599960"/>
                  <a:gd name="connsiteX3" fmla="*/ 53181 w 130858"/>
                  <a:gd name="connsiteY3" fmla="*/ 351562 h 599960"/>
                  <a:gd name="connsiteX4" fmla="*/ 130175 w 130858"/>
                  <a:gd name="connsiteY4" fmla="*/ 598350 h 599960"/>
                  <a:gd name="connsiteX0" fmla="*/ 130175 w 130858"/>
                  <a:gd name="connsiteY0" fmla="*/ 598350 h 599960"/>
                  <a:gd name="connsiteX1" fmla="*/ 0 w 130858"/>
                  <a:gd name="connsiteY1" fmla="*/ 299175 h 599960"/>
                  <a:gd name="connsiteX2" fmla="*/ 130175 w 130858"/>
                  <a:gd name="connsiteY2" fmla="*/ 0 h 599960"/>
                  <a:gd name="connsiteX3" fmla="*/ 53181 w 130858"/>
                  <a:gd name="connsiteY3" fmla="*/ 351562 h 599960"/>
                  <a:gd name="connsiteX4" fmla="*/ 130175 w 130858"/>
                  <a:gd name="connsiteY4" fmla="*/ 598350 h 599960"/>
                  <a:gd name="connsiteX0" fmla="*/ 130175 w 130858"/>
                  <a:gd name="connsiteY0" fmla="*/ 599960 h 601570"/>
                  <a:gd name="connsiteX1" fmla="*/ 0 w 130858"/>
                  <a:gd name="connsiteY1" fmla="*/ 300785 h 601570"/>
                  <a:gd name="connsiteX2" fmla="*/ 130175 w 130858"/>
                  <a:gd name="connsiteY2" fmla="*/ 1610 h 601570"/>
                  <a:gd name="connsiteX3" fmla="*/ 53181 w 130858"/>
                  <a:gd name="connsiteY3" fmla="*/ 353172 h 601570"/>
                  <a:gd name="connsiteX4" fmla="*/ 130175 w 130858"/>
                  <a:gd name="connsiteY4" fmla="*/ 599960 h 601570"/>
                  <a:gd name="connsiteX0" fmla="*/ 134507 w 135190"/>
                  <a:gd name="connsiteY0" fmla="*/ 599589 h 600827"/>
                  <a:gd name="connsiteX1" fmla="*/ 4332 w 135190"/>
                  <a:gd name="connsiteY1" fmla="*/ 300414 h 600827"/>
                  <a:gd name="connsiteX2" fmla="*/ 134507 w 135190"/>
                  <a:gd name="connsiteY2" fmla="*/ 1239 h 600827"/>
                  <a:gd name="connsiteX3" fmla="*/ 57513 w 135190"/>
                  <a:gd name="connsiteY3" fmla="*/ 352801 h 600827"/>
                  <a:gd name="connsiteX4" fmla="*/ 134507 w 135190"/>
                  <a:gd name="connsiteY4" fmla="*/ 599589 h 600827"/>
                  <a:gd name="connsiteX0" fmla="*/ 134507 w 135512"/>
                  <a:gd name="connsiteY0" fmla="*/ 599589 h 600827"/>
                  <a:gd name="connsiteX1" fmla="*/ 4332 w 135512"/>
                  <a:gd name="connsiteY1" fmla="*/ 300414 h 600827"/>
                  <a:gd name="connsiteX2" fmla="*/ 134507 w 135512"/>
                  <a:gd name="connsiteY2" fmla="*/ 1239 h 600827"/>
                  <a:gd name="connsiteX3" fmla="*/ 57513 w 135512"/>
                  <a:gd name="connsiteY3" fmla="*/ 352801 h 600827"/>
                  <a:gd name="connsiteX4" fmla="*/ 134507 w 135512"/>
                  <a:gd name="connsiteY4" fmla="*/ 599589 h 6008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512" h="600827">
                    <a:moveTo>
                      <a:pt x="134507" y="599589"/>
                    </a:moveTo>
                    <a:cubicBezTo>
                      <a:pt x="76901" y="618639"/>
                      <a:pt x="-21862" y="413257"/>
                      <a:pt x="4332" y="300414"/>
                    </a:cubicBezTo>
                    <a:cubicBezTo>
                      <a:pt x="30526" y="187571"/>
                      <a:pt x="110238" y="-17811"/>
                      <a:pt x="134507" y="1239"/>
                    </a:cubicBezTo>
                    <a:cubicBezTo>
                      <a:pt x="114964" y="57576"/>
                      <a:pt x="58644" y="259699"/>
                      <a:pt x="57513" y="352801"/>
                    </a:cubicBezTo>
                    <a:cubicBezTo>
                      <a:pt x="56382" y="445903"/>
                      <a:pt x="145921" y="593257"/>
                      <a:pt x="134507" y="599589"/>
                    </a:cubicBezTo>
                    <a:close/>
                  </a:path>
                </a:pathLst>
              </a:custGeom>
              <a:solidFill>
                <a:schemeClr val="bg1">
                  <a:alpha val="3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0072485B-CFF5-4B61-B6D7-2B30DBAA110F}"/>
              </a:ext>
            </a:extLst>
          </p:cNvPr>
          <p:cNvGrpSpPr/>
          <p:nvPr/>
        </p:nvGrpSpPr>
        <p:grpSpPr>
          <a:xfrm>
            <a:off x="3677890" y="3944582"/>
            <a:ext cx="3306310" cy="3613807"/>
            <a:chOff x="3386677" y="3626286"/>
            <a:chExt cx="3597523" cy="3932104"/>
          </a:xfrm>
        </p:grpSpPr>
        <p:sp>
          <p:nvSpPr>
            <p:cNvPr id="109" name="Trapezoid 108">
              <a:extLst>
                <a:ext uri="{FF2B5EF4-FFF2-40B4-BE49-F238E27FC236}">
                  <a16:creationId xmlns:a16="http://schemas.microsoft.com/office/drawing/2014/main" id="{3DFD9E35-F8A4-01A4-00FF-1D94B8E0F9F2}"/>
                </a:ext>
              </a:extLst>
            </p:cNvPr>
            <p:cNvSpPr/>
            <p:nvPr/>
          </p:nvSpPr>
          <p:spPr>
            <a:xfrm>
              <a:off x="3423890" y="3626286"/>
              <a:ext cx="3489207" cy="471325"/>
            </a:xfrm>
            <a:custGeom>
              <a:avLst/>
              <a:gdLst>
                <a:gd name="connsiteX0" fmla="*/ 0 w 3089157"/>
                <a:gd name="connsiteY0" fmla="*/ 275719 h 275719"/>
                <a:gd name="connsiteX1" fmla="*/ 68930 w 3089157"/>
                <a:gd name="connsiteY1" fmla="*/ 0 h 275719"/>
                <a:gd name="connsiteX2" fmla="*/ 3020227 w 3089157"/>
                <a:gd name="connsiteY2" fmla="*/ 0 h 275719"/>
                <a:gd name="connsiteX3" fmla="*/ 3089157 w 3089157"/>
                <a:gd name="connsiteY3" fmla="*/ 275719 h 275719"/>
                <a:gd name="connsiteX4" fmla="*/ 0 w 3089157"/>
                <a:gd name="connsiteY4" fmla="*/ 275719 h 275719"/>
                <a:gd name="connsiteX0" fmla="*/ 0 w 3343157"/>
                <a:gd name="connsiteY0" fmla="*/ 370969 h 370969"/>
                <a:gd name="connsiteX1" fmla="*/ 322930 w 3343157"/>
                <a:gd name="connsiteY1" fmla="*/ 0 h 370969"/>
                <a:gd name="connsiteX2" fmla="*/ 3274227 w 3343157"/>
                <a:gd name="connsiteY2" fmla="*/ 0 h 370969"/>
                <a:gd name="connsiteX3" fmla="*/ 3343157 w 3343157"/>
                <a:gd name="connsiteY3" fmla="*/ 275719 h 370969"/>
                <a:gd name="connsiteX4" fmla="*/ 0 w 3343157"/>
                <a:gd name="connsiteY4" fmla="*/ 370969 h 370969"/>
                <a:gd name="connsiteX0" fmla="*/ 0 w 3489207"/>
                <a:gd name="connsiteY0" fmla="*/ 370969 h 377319"/>
                <a:gd name="connsiteX1" fmla="*/ 322930 w 3489207"/>
                <a:gd name="connsiteY1" fmla="*/ 0 h 377319"/>
                <a:gd name="connsiteX2" fmla="*/ 3274227 w 3489207"/>
                <a:gd name="connsiteY2" fmla="*/ 0 h 377319"/>
                <a:gd name="connsiteX3" fmla="*/ 3489207 w 3489207"/>
                <a:gd name="connsiteY3" fmla="*/ 377319 h 377319"/>
                <a:gd name="connsiteX4" fmla="*/ 0 w 3489207"/>
                <a:gd name="connsiteY4" fmla="*/ 370969 h 37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89207" h="377319">
                  <a:moveTo>
                    <a:pt x="0" y="370969"/>
                  </a:moveTo>
                  <a:lnTo>
                    <a:pt x="322930" y="0"/>
                  </a:lnTo>
                  <a:lnTo>
                    <a:pt x="3274227" y="0"/>
                  </a:lnTo>
                  <a:lnTo>
                    <a:pt x="3489207" y="377319"/>
                  </a:lnTo>
                  <a:lnTo>
                    <a:pt x="0" y="370969"/>
                  </a:lnTo>
                  <a:close/>
                </a:path>
              </a:pathLst>
            </a:custGeom>
            <a:solidFill>
              <a:srgbClr val="D8CF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DD0CE978-D6CE-3CBB-C35A-1DC842513E5A}"/>
                </a:ext>
              </a:extLst>
            </p:cNvPr>
            <p:cNvGrpSpPr/>
            <p:nvPr/>
          </p:nvGrpSpPr>
          <p:grpSpPr>
            <a:xfrm>
              <a:off x="3386677" y="3909849"/>
              <a:ext cx="3597523" cy="3648541"/>
              <a:chOff x="2913681" y="1751308"/>
              <a:chExt cx="4231037" cy="4291039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0EC99F81-D4BF-AE5A-AD02-7071D3E73755}"/>
                  </a:ext>
                </a:extLst>
              </p:cNvPr>
              <p:cNvSpPr/>
              <p:nvPr/>
            </p:nvSpPr>
            <p:spPr>
              <a:xfrm rot="16816921">
                <a:off x="2870584" y="5129925"/>
                <a:ext cx="1422728" cy="40211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99EF31A1-09BC-3079-2252-4E9F869B4315}"/>
                  </a:ext>
                </a:extLst>
              </p:cNvPr>
              <p:cNvSpPr/>
              <p:nvPr/>
            </p:nvSpPr>
            <p:spPr>
              <a:xfrm rot="4783079" flipH="1">
                <a:off x="5765090" y="5129926"/>
                <a:ext cx="1422728" cy="40211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00FC9C66-DD1C-AFE6-5222-4CE73796F610}"/>
                  </a:ext>
                </a:extLst>
              </p:cNvPr>
              <p:cNvSpPr/>
              <p:nvPr/>
            </p:nvSpPr>
            <p:spPr>
              <a:xfrm>
                <a:off x="2913681" y="1751308"/>
                <a:ext cx="4231037" cy="3223647"/>
              </a:xfrm>
              <a:prstGeom prst="roundRect">
                <a:avLst>
                  <a:gd name="adj" fmla="val 11467"/>
                </a:avLst>
              </a:prstGeom>
              <a:solidFill>
                <a:srgbClr val="A08BA7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E971948F-46E0-A321-D41B-3EBAFC2896B7}"/>
                  </a:ext>
                </a:extLst>
              </p:cNvPr>
              <p:cNvCxnSpPr>
                <a:stCxn id="35" idx="1"/>
                <a:endCxn id="35" idx="3"/>
              </p:cNvCxnSpPr>
              <p:nvPr/>
            </p:nvCxnSpPr>
            <p:spPr>
              <a:xfrm>
                <a:off x="2913681" y="3363132"/>
                <a:ext cx="4231037" cy="0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7E2291F0-5F18-91CD-38E0-B3B861725260}"/>
                  </a:ext>
                </a:extLst>
              </p:cNvPr>
              <p:cNvSpPr/>
              <p:nvPr/>
            </p:nvSpPr>
            <p:spPr>
              <a:xfrm>
                <a:off x="4618491" y="2356010"/>
                <a:ext cx="821411" cy="5018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2E53A749-9D39-93B0-69CB-8307C9B1BF73}"/>
                  </a:ext>
                </a:extLst>
              </p:cNvPr>
              <p:cNvSpPr/>
              <p:nvPr/>
            </p:nvSpPr>
            <p:spPr>
              <a:xfrm>
                <a:off x="4618492" y="3868412"/>
                <a:ext cx="821411" cy="5018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5132B60-8A8A-AF3C-B8C6-C3092FBF2C4C}"/>
              </a:ext>
            </a:extLst>
          </p:cNvPr>
          <p:cNvGrpSpPr/>
          <p:nvPr/>
        </p:nvGrpSpPr>
        <p:grpSpPr>
          <a:xfrm>
            <a:off x="4841287" y="2594482"/>
            <a:ext cx="1041789" cy="1604177"/>
            <a:chOff x="4165600" y="488950"/>
            <a:chExt cx="3830612" cy="5898490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17B54B1E-2BAB-D968-92FC-FA2E964A7A5A}"/>
                </a:ext>
              </a:extLst>
            </p:cNvPr>
            <p:cNvSpPr/>
            <p:nvPr/>
          </p:nvSpPr>
          <p:spPr>
            <a:xfrm>
              <a:off x="6821020" y="3170699"/>
              <a:ext cx="95251" cy="1040789"/>
            </a:xfrm>
            <a:prstGeom prst="rect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303F841-C4ED-3A2A-524D-7652044D674B}"/>
                </a:ext>
              </a:extLst>
            </p:cNvPr>
            <p:cNvSpPr/>
            <p:nvPr/>
          </p:nvSpPr>
          <p:spPr>
            <a:xfrm>
              <a:off x="6721731" y="4185911"/>
              <a:ext cx="286702" cy="286702"/>
            </a:xfrm>
            <a:custGeom>
              <a:avLst/>
              <a:gdLst>
                <a:gd name="connsiteX0" fmla="*/ 457200 w 914400"/>
                <a:gd name="connsiteY0" fmla="*/ 0 h 914400"/>
                <a:gd name="connsiteX1" fmla="*/ 914400 w 914400"/>
                <a:gd name="connsiteY1" fmla="*/ 457200 h 914400"/>
                <a:gd name="connsiteX2" fmla="*/ 457200 w 914400"/>
                <a:gd name="connsiteY2" fmla="*/ 914400 h 914400"/>
                <a:gd name="connsiteX3" fmla="*/ 0 w 914400"/>
                <a:gd name="connsiteY3" fmla="*/ 457200 h 914400"/>
                <a:gd name="connsiteX4" fmla="*/ 457200 w 914400"/>
                <a:gd name="connsiteY4" fmla="*/ 0 h 914400"/>
                <a:gd name="connsiteX5" fmla="*/ 457200 w 914400"/>
                <a:gd name="connsiteY5" fmla="*/ 155258 h 914400"/>
                <a:gd name="connsiteX6" fmla="*/ 155258 w 914400"/>
                <a:gd name="connsiteY6" fmla="*/ 457200 h 914400"/>
                <a:gd name="connsiteX7" fmla="*/ 457200 w 914400"/>
                <a:gd name="connsiteY7" fmla="*/ 759142 h 914400"/>
                <a:gd name="connsiteX8" fmla="*/ 759142 w 914400"/>
                <a:gd name="connsiteY8" fmla="*/ 457200 h 914400"/>
                <a:gd name="connsiteX9" fmla="*/ 457200 w 914400"/>
                <a:gd name="connsiteY9" fmla="*/ 155258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4400" h="914400">
                  <a:moveTo>
                    <a:pt x="457200" y="0"/>
                  </a:moveTo>
                  <a:cubicBezTo>
                    <a:pt x="709705" y="0"/>
                    <a:pt x="914400" y="204695"/>
                    <a:pt x="914400" y="457200"/>
                  </a:cubicBezTo>
                  <a:cubicBezTo>
                    <a:pt x="914400" y="709705"/>
                    <a:pt x="709705" y="914400"/>
                    <a:pt x="457200" y="914400"/>
                  </a:cubicBezTo>
                  <a:cubicBezTo>
                    <a:pt x="204695" y="914400"/>
                    <a:pt x="0" y="709705"/>
                    <a:pt x="0" y="457200"/>
                  </a:cubicBezTo>
                  <a:cubicBezTo>
                    <a:pt x="0" y="204695"/>
                    <a:pt x="204695" y="0"/>
                    <a:pt x="457200" y="0"/>
                  </a:cubicBezTo>
                  <a:close/>
                  <a:moveTo>
                    <a:pt x="457200" y="155258"/>
                  </a:moveTo>
                  <a:cubicBezTo>
                    <a:pt x="290442" y="155258"/>
                    <a:pt x="155258" y="290442"/>
                    <a:pt x="155258" y="457200"/>
                  </a:cubicBezTo>
                  <a:cubicBezTo>
                    <a:pt x="155258" y="623958"/>
                    <a:pt x="290442" y="759142"/>
                    <a:pt x="457200" y="759142"/>
                  </a:cubicBezTo>
                  <a:cubicBezTo>
                    <a:pt x="623958" y="759142"/>
                    <a:pt x="759142" y="623958"/>
                    <a:pt x="759142" y="457200"/>
                  </a:cubicBezTo>
                  <a:cubicBezTo>
                    <a:pt x="759142" y="290442"/>
                    <a:pt x="623958" y="155258"/>
                    <a:pt x="457200" y="155258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4ABB9DC4-9B91-F154-9D4E-130EF3EA3557}"/>
                </a:ext>
              </a:extLst>
            </p:cNvPr>
            <p:cNvSpPr/>
            <p:nvPr/>
          </p:nvSpPr>
          <p:spPr>
            <a:xfrm>
              <a:off x="4176640" y="5548197"/>
              <a:ext cx="3729179" cy="839243"/>
            </a:xfrm>
            <a:prstGeom prst="ellipse">
              <a:avLst/>
            </a:prstGeom>
            <a:solidFill>
              <a:srgbClr val="A5A5A5">
                <a:lumMod val="75000"/>
                <a:alpha val="29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4F9F2347-0D43-1D70-DFCE-7AB077297239}"/>
                </a:ext>
              </a:extLst>
            </p:cNvPr>
            <p:cNvSpPr/>
            <p:nvPr/>
          </p:nvSpPr>
          <p:spPr>
            <a:xfrm>
              <a:off x="5519737" y="5751008"/>
              <a:ext cx="1042987" cy="326365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42B0EE64-A841-AB06-10D1-D125CA42E82A}"/>
                </a:ext>
              </a:extLst>
            </p:cNvPr>
            <p:cNvSpPr/>
            <p:nvPr/>
          </p:nvSpPr>
          <p:spPr>
            <a:xfrm>
              <a:off x="5820556" y="2706060"/>
              <a:ext cx="444500" cy="3246405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E52BF8F5-C665-1BAE-0A58-5917FE114274}"/>
                </a:ext>
              </a:extLst>
            </p:cNvPr>
            <p:cNvSpPr/>
            <p:nvPr/>
          </p:nvSpPr>
          <p:spPr>
            <a:xfrm>
              <a:off x="5816287" y="5923385"/>
              <a:ext cx="506103" cy="9153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Flowchart: Manual Operation 5">
              <a:extLst>
                <a:ext uri="{FF2B5EF4-FFF2-40B4-BE49-F238E27FC236}">
                  <a16:creationId xmlns:a16="http://schemas.microsoft.com/office/drawing/2014/main" id="{117DFAE6-4E1F-B12C-A628-CD2CD2A6731B}"/>
                </a:ext>
              </a:extLst>
            </p:cNvPr>
            <p:cNvSpPr/>
            <p:nvPr/>
          </p:nvSpPr>
          <p:spPr>
            <a:xfrm flipV="1">
              <a:off x="4165600" y="736580"/>
              <a:ext cx="3830612" cy="2604131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  <a:gd name="connsiteX0" fmla="*/ 0 w 10000"/>
                <a:gd name="connsiteY0" fmla="*/ 0 h 11183"/>
                <a:gd name="connsiteX1" fmla="*/ 10000 w 10000"/>
                <a:gd name="connsiteY1" fmla="*/ 0 h 11183"/>
                <a:gd name="connsiteX2" fmla="*/ 8000 w 10000"/>
                <a:gd name="connsiteY2" fmla="*/ 10000 h 11183"/>
                <a:gd name="connsiteX3" fmla="*/ 1867 w 10000"/>
                <a:gd name="connsiteY3" fmla="*/ 11183 h 11183"/>
                <a:gd name="connsiteX4" fmla="*/ 0 w 10000"/>
                <a:gd name="connsiteY4" fmla="*/ 0 h 11183"/>
                <a:gd name="connsiteX0" fmla="*/ 0 w 10000"/>
                <a:gd name="connsiteY0" fmla="*/ 0 h 11183"/>
                <a:gd name="connsiteX1" fmla="*/ 10000 w 10000"/>
                <a:gd name="connsiteY1" fmla="*/ 0 h 11183"/>
                <a:gd name="connsiteX2" fmla="*/ 7934 w 10000"/>
                <a:gd name="connsiteY2" fmla="*/ 11058 h 11183"/>
                <a:gd name="connsiteX3" fmla="*/ 1867 w 10000"/>
                <a:gd name="connsiteY3" fmla="*/ 11183 h 11183"/>
                <a:gd name="connsiteX4" fmla="*/ 0 w 10000"/>
                <a:gd name="connsiteY4" fmla="*/ 0 h 11183"/>
                <a:gd name="connsiteX0" fmla="*/ 0 w 10000"/>
                <a:gd name="connsiteY0" fmla="*/ 1134 h 12317"/>
                <a:gd name="connsiteX1" fmla="*/ 10000 w 10000"/>
                <a:gd name="connsiteY1" fmla="*/ 1134 h 12317"/>
                <a:gd name="connsiteX2" fmla="*/ 7934 w 10000"/>
                <a:gd name="connsiteY2" fmla="*/ 12192 h 12317"/>
                <a:gd name="connsiteX3" fmla="*/ 1867 w 10000"/>
                <a:gd name="connsiteY3" fmla="*/ 12317 h 12317"/>
                <a:gd name="connsiteX4" fmla="*/ 0 w 10000"/>
                <a:gd name="connsiteY4" fmla="*/ 1134 h 12317"/>
                <a:gd name="connsiteX0" fmla="*/ 0 w 10000"/>
                <a:gd name="connsiteY0" fmla="*/ 1583 h 12766"/>
                <a:gd name="connsiteX1" fmla="*/ 10000 w 10000"/>
                <a:gd name="connsiteY1" fmla="*/ 1583 h 12766"/>
                <a:gd name="connsiteX2" fmla="*/ 7934 w 10000"/>
                <a:gd name="connsiteY2" fmla="*/ 12641 h 12766"/>
                <a:gd name="connsiteX3" fmla="*/ 1867 w 10000"/>
                <a:gd name="connsiteY3" fmla="*/ 12766 h 12766"/>
                <a:gd name="connsiteX4" fmla="*/ 0 w 10000"/>
                <a:gd name="connsiteY4" fmla="*/ 1583 h 12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2766">
                  <a:moveTo>
                    <a:pt x="0" y="1583"/>
                  </a:moveTo>
                  <a:cubicBezTo>
                    <a:pt x="3167" y="-970"/>
                    <a:pt x="7231" y="-36"/>
                    <a:pt x="10000" y="1583"/>
                  </a:cubicBezTo>
                  <a:lnTo>
                    <a:pt x="7934" y="12641"/>
                  </a:lnTo>
                  <a:lnTo>
                    <a:pt x="1867" y="12766"/>
                  </a:lnTo>
                  <a:lnTo>
                    <a:pt x="0" y="1583"/>
                  </a:lnTo>
                  <a:close/>
                </a:path>
              </a:pathLst>
            </a:custGeom>
            <a:solidFill>
              <a:srgbClr val="A08BA7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4C5F2E0F-1D8F-E9AA-DD44-D3297BD29D1B}"/>
                </a:ext>
              </a:extLst>
            </p:cNvPr>
            <p:cNvSpPr/>
            <p:nvPr/>
          </p:nvSpPr>
          <p:spPr>
            <a:xfrm>
              <a:off x="4889500" y="488950"/>
              <a:ext cx="2324100" cy="488950"/>
            </a:xfrm>
            <a:prstGeom prst="ellipse">
              <a:avLst/>
            </a:prstGeom>
            <a:solidFill>
              <a:srgbClr val="856C8E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184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8F2BBB2-2E77-A880-DD36-4F57B095B44E}"/>
              </a:ext>
            </a:extLst>
          </p:cNvPr>
          <p:cNvGrpSpPr/>
          <p:nvPr/>
        </p:nvGrpSpPr>
        <p:grpSpPr>
          <a:xfrm>
            <a:off x="289106" y="797560"/>
            <a:ext cx="3307986" cy="3474590"/>
            <a:chOff x="3375206" y="2245360"/>
            <a:chExt cx="3307986" cy="3474590"/>
          </a:xfrm>
        </p:grpSpPr>
        <p:sp>
          <p:nvSpPr>
            <p:cNvPr id="3" name="Rectangle: Top Corners Rounded 2">
              <a:extLst>
                <a:ext uri="{FF2B5EF4-FFF2-40B4-BE49-F238E27FC236}">
                  <a16:creationId xmlns:a16="http://schemas.microsoft.com/office/drawing/2014/main" id="{9C0ED885-D6A7-285E-C131-E44C9ABBE69B}"/>
                </a:ext>
              </a:extLst>
            </p:cNvPr>
            <p:cNvSpPr/>
            <p:nvPr/>
          </p:nvSpPr>
          <p:spPr>
            <a:xfrm>
              <a:off x="3931920" y="2245360"/>
              <a:ext cx="2197982" cy="1145971"/>
            </a:xfrm>
            <a:prstGeom prst="round2SameRect">
              <a:avLst>
                <a:gd name="adj1" fmla="val 17997"/>
                <a:gd name="adj2" fmla="val 0"/>
              </a:avLst>
            </a:prstGeom>
            <a:solidFill>
              <a:srgbClr val="A08BA7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915C1FC-85FA-C21B-7613-AC2A2E5F8E9C}"/>
                </a:ext>
              </a:extLst>
            </p:cNvPr>
            <p:cNvSpPr/>
            <p:nvPr/>
          </p:nvSpPr>
          <p:spPr>
            <a:xfrm>
              <a:off x="3375207" y="3306090"/>
              <a:ext cx="3307985" cy="1681954"/>
            </a:xfrm>
            <a:custGeom>
              <a:avLst/>
              <a:gdLst>
                <a:gd name="connsiteX0" fmla="*/ 0 w 2185262"/>
                <a:gd name="connsiteY0" fmla="*/ 0 h 1100380"/>
                <a:gd name="connsiteX1" fmla="*/ 2185262 w 2185262"/>
                <a:gd name="connsiteY1" fmla="*/ 0 h 1100380"/>
                <a:gd name="connsiteX2" fmla="*/ 2185262 w 2185262"/>
                <a:gd name="connsiteY2" fmla="*/ 1100380 h 1100380"/>
                <a:gd name="connsiteX3" fmla="*/ 0 w 2185262"/>
                <a:gd name="connsiteY3" fmla="*/ 1100380 h 1100380"/>
                <a:gd name="connsiteX4" fmla="*/ 0 w 2185262"/>
                <a:gd name="connsiteY4" fmla="*/ 0 h 1100380"/>
                <a:gd name="connsiteX0" fmla="*/ 511444 w 2696706"/>
                <a:gd name="connsiteY0" fmla="*/ 0 h 1704814"/>
                <a:gd name="connsiteX1" fmla="*/ 2696706 w 2696706"/>
                <a:gd name="connsiteY1" fmla="*/ 0 h 1704814"/>
                <a:gd name="connsiteX2" fmla="*/ 2696706 w 2696706"/>
                <a:gd name="connsiteY2" fmla="*/ 1100380 h 1704814"/>
                <a:gd name="connsiteX3" fmla="*/ 0 w 2696706"/>
                <a:gd name="connsiteY3" fmla="*/ 1704814 h 1704814"/>
                <a:gd name="connsiteX4" fmla="*/ 511444 w 2696706"/>
                <a:gd name="connsiteY4" fmla="*/ 0 h 1704814"/>
                <a:gd name="connsiteX0" fmla="*/ 511444 w 3270143"/>
                <a:gd name="connsiteY0" fmla="*/ 0 h 1704814"/>
                <a:gd name="connsiteX1" fmla="*/ 2696706 w 3270143"/>
                <a:gd name="connsiteY1" fmla="*/ 0 h 1704814"/>
                <a:gd name="connsiteX2" fmla="*/ 3270143 w 3270143"/>
                <a:gd name="connsiteY2" fmla="*/ 1596326 h 1704814"/>
                <a:gd name="connsiteX3" fmla="*/ 0 w 3270143"/>
                <a:gd name="connsiteY3" fmla="*/ 1704814 h 1704814"/>
                <a:gd name="connsiteX4" fmla="*/ 511444 w 3270143"/>
                <a:gd name="connsiteY4" fmla="*/ 0 h 1704814"/>
                <a:gd name="connsiteX0" fmla="*/ 511444 w 3254645"/>
                <a:gd name="connsiteY0" fmla="*/ 0 h 1704814"/>
                <a:gd name="connsiteX1" fmla="*/ 2696706 w 3254645"/>
                <a:gd name="connsiteY1" fmla="*/ 0 h 1704814"/>
                <a:gd name="connsiteX2" fmla="*/ 3254645 w 3254645"/>
                <a:gd name="connsiteY2" fmla="*/ 1673817 h 1704814"/>
                <a:gd name="connsiteX3" fmla="*/ 0 w 3254645"/>
                <a:gd name="connsiteY3" fmla="*/ 1704814 h 1704814"/>
                <a:gd name="connsiteX4" fmla="*/ 511444 w 3254645"/>
                <a:gd name="connsiteY4" fmla="*/ 0 h 1704814"/>
                <a:gd name="connsiteX0" fmla="*/ 564784 w 3307985"/>
                <a:gd name="connsiteY0" fmla="*/ 0 h 1681954"/>
                <a:gd name="connsiteX1" fmla="*/ 2750046 w 3307985"/>
                <a:gd name="connsiteY1" fmla="*/ 0 h 1681954"/>
                <a:gd name="connsiteX2" fmla="*/ 3307985 w 3307985"/>
                <a:gd name="connsiteY2" fmla="*/ 1673817 h 1681954"/>
                <a:gd name="connsiteX3" fmla="*/ 0 w 3307985"/>
                <a:gd name="connsiteY3" fmla="*/ 1681954 h 1681954"/>
                <a:gd name="connsiteX4" fmla="*/ 564784 w 3307985"/>
                <a:gd name="connsiteY4" fmla="*/ 0 h 1681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07985" h="1681954">
                  <a:moveTo>
                    <a:pt x="564784" y="0"/>
                  </a:moveTo>
                  <a:lnTo>
                    <a:pt x="2750046" y="0"/>
                  </a:lnTo>
                  <a:lnTo>
                    <a:pt x="3307985" y="1673817"/>
                  </a:lnTo>
                  <a:lnTo>
                    <a:pt x="0" y="1681954"/>
                  </a:lnTo>
                  <a:lnTo>
                    <a:pt x="564784" y="0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7671867-CDB9-FDEE-C8DB-DD749B663ED7}"/>
                </a:ext>
              </a:extLst>
            </p:cNvPr>
            <p:cNvSpPr/>
            <p:nvPr/>
          </p:nvSpPr>
          <p:spPr>
            <a:xfrm>
              <a:off x="3375207" y="4988043"/>
              <a:ext cx="3307984" cy="731907"/>
            </a:xfrm>
            <a:prstGeom prst="rect">
              <a:avLst/>
            </a:prstGeom>
            <a:solidFill>
              <a:srgbClr val="A08BA7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897B3B9-F43F-B9EF-D94F-81F2A2B48580}"/>
                </a:ext>
              </a:extLst>
            </p:cNvPr>
            <p:cNvSpPr/>
            <p:nvPr/>
          </p:nvSpPr>
          <p:spPr>
            <a:xfrm>
              <a:off x="3375207" y="4988042"/>
              <a:ext cx="3307984" cy="32055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A921336-E449-3A29-8F2B-F810B031D92A}"/>
                </a:ext>
              </a:extLst>
            </p:cNvPr>
            <p:cNvSpPr/>
            <p:nvPr/>
          </p:nvSpPr>
          <p:spPr>
            <a:xfrm>
              <a:off x="4137660" y="3057170"/>
              <a:ext cx="807720" cy="624840"/>
            </a:xfrm>
            <a:custGeom>
              <a:avLst/>
              <a:gdLst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720" h="624840">
                  <a:moveTo>
                    <a:pt x="0" y="0"/>
                  </a:moveTo>
                  <a:cubicBezTo>
                    <a:pt x="314960" y="68580"/>
                    <a:pt x="454660" y="76200"/>
                    <a:pt x="807720" y="0"/>
                  </a:cubicBezTo>
                  <a:cubicBezTo>
                    <a:pt x="739140" y="284480"/>
                    <a:pt x="746760" y="447040"/>
                    <a:pt x="807720" y="624840"/>
                  </a:cubicBezTo>
                  <a:cubicBezTo>
                    <a:pt x="469900" y="579120"/>
                    <a:pt x="360680" y="533400"/>
                    <a:pt x="0" y="624840"/>
                  </a:cubicBezTo>
                  <a:cubicBezTo>
                    <a:pt x="83820" y="447040"/>
                    <a:pt x="76200" y="269240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3CAC44F8-D0A1-B2BD-80E2-E403F24D5460}"/>
                </a:ext>
              </a:extLst>
            </p:cNvPr>
            <p:cNvSpPr/>
            <p:nvPr/>
          </p:nvSpPr>
          <p:spPr>
            <a:xfrm>
              <a:off x="5113022" y="3037281"/>
              <a:ext cx="807720" cy="624840"/>
            </a:xfrm>
            <a:custGeom>
              <a:avLst/>
              <a:gdLst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720" h="624840">
                  <a:moveTo>
                    <a:pt x="0" y="0"/>
                  </a:moveTo>
                  <a:cubicBezTo>
                    <a:pt x="314960" y="68580"/>
                    <a:pt x="454660" y="76200"/>
                    <a:pt x="807720" y="0"/>
                  </a:cubicBezTo>
                  <a:cubicBezTo>
                    <a:pt x="739140" y="284480"/>
                    <a:pt x="746760" y="447040"/>
                    <a:pt x="807720" y="624840"/>
                  </a:cubicBezTo>
                  <a:cubicBezTo>
                    <a:pt x="469900" y="579120"/>
                    <a:pt x="360680" y="533400"/>
                    <a:pt x="0" y="624840"/>
                  </a:cubicBezTo>
                  <a:cubicBezTo>
                    <a:pt x="83820" y="447040"/>
                    <a:pt x="76200" y="269240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449BD92-C2F5-B5A3-BCAD-C022A66F75EA}"/>
                </a:ext>
              </a:extLst>
            </p:cNvPr>
            <p:cNvSpPr/>
            <p:nvPr/>
          </p:nvSpPr>
          <p:spPr>
            <a:xfrm>
              <a:off x="3375206" y="3928865"/>
              <a:ext cx="3307984" cy="1059180"/>
            </a:xfrm>
            <a:custGeom>
              <a:avLst/>
              <a:gdLst>
                <a:gd name="connsiteX0" fmla="*/ 0 w 2461259"/>
                <a:gd name="connsiteY0" fmla="*/ 0 h 510540"/>
                <a:gd name="connsiteX1" fmla="*/ 2461259 w 2461259"/>
                <a:gd name="connsiteY1" fmla="*/ 0 h 510540"/>
                <a:gd name="connsiteX2" fmla="*/ 2461259 w 2461259"/>
                <a:gd name="connsiteY2" fmla="*/ 510540 h 510540"/>
                <a:gd name="connsiteX3" fmla="*/ 0 w 2461259"/>
                <a:gd name="connsiteY3" fmla="*/ 510540 h 510540"/>
                <a:gd name="connsiteX4" fmla="*/ 0 w 2461259"/>
                <a:gd name="connsiteY4" fmla="*/ 0 h 510540"/>
                <a:gd name="connsiteX0" fmla="*/ 373380 w 2834639"/>
                <a:gd name="connsiteY0" fmla="*/ 0 h 1051560"/>
                <a:gd name="connsiteX1" fmla="*/ 2834639 w 2834639"/>
                <a:gd name="connsiteY1" fmla="*/ 0 h 1051560"/>
                <a:gd name="connsiteX2" fmla="*/ 2834639 w 2834639"/>
                <a:gd name="connsiteY2" fmla="*/ 510540 h 1051560"/>
                <a:gd name="connsiteX3" fmla="*/ 0 w 2834639"/>
                <a:gd name="connsiteY3" fmla="*/ 1051560 h 1051560"/>
                <a:gd name="connsiteX4" fmla="*/ 373380 w 2834639"/>
                <a:gd name="connsiteY4" fmla="*/ 0 h 1051560"/>
                <a:gd name="connsiteX0" fmla="*/ 373380 w 3200399"/>
                <a:gd name="connsiteY0" fmla="*/ 0 h 1059180"/>
                <a:gd name="connsiteX1" fmla="*/ 2834639 w 3200399"/>
                <a:gd name="connsiteY1" fmla="*/ 0 h 1059180"/>
                <a:gd name="connsiteX2" fmla="*/ 3200399 w 3200399"/>
                <a:gd name="connsiteY2" fmla="*/ 1059180 h 1059180"/>
                <a:gd name="connsiteX3" fmla="*/ 0 w 3200399"/>
                <a:gd name="connsiteY3" fmla="*/ 1051560 h 1059180"/>
                <a:gd name="connsiteX4" fmla="*/ 373380 w 3200399"/>
                <a:gd name="connsiteY4" fmla="*/ 0 h 1059180"/>
                <a:gd name="connsiteX0" fmla="*/ 354330 w 3200399"/>
                <a:gd name="connsiteY0" fmla="*/ 0 h 1059180"/>
                <a:gd name="connsiteX1" fmla="*/ 2834639 w 3200399"/>
                <a:gd name="connsiteY1" fmla="*/ 0 h 1059180"/>
                <a:gd name="connsiteX2" fmla="*/ 3200399 w 3200399"/>
                <a:gd name="connsiteY2" fmla="*/ 1059180 h 1059180"/>
                <a:gd name="connsiteX3" fmla="*/ 0 w 3200399"/>
                <a:gd name="connsiteY3" fmla="*/ 1051560 h 1059180"/>
                <a:gd name="connsiteX4" fmla="*/ 354330 w 3200399"/>
                <a:gd name="connsiteY4" fmla="*/ 0 h 1059180"/>
                <a:gd name="connsiteX0" fmla="*/ 354330 w 3200399"/>
                <a:gd name="connsiteY0" fmla="*/ 0 h 1059180"/>
                <a:gd name="connsiteX1" fmla="*/ 2859213 w 3200399"/>
                <a:gd name="connsiteY1" fmla="*/ 0 h 1059180"/>
                <a:gd name="connsiteX2" fmla="*/ 3200399 w 3200399"/>
                <a:gd name="connsiteY2" fmla="*/ 1059180 h 1059180"/>
                <a:gd name="connsiteX3" fmla="*/ 0 w 3200399"/>
                <a:gd name="connsiteY3" fmla="*/ 1051560 h 1059180"/>
                <a:gd name="connsiteX4" fmla="*/ 354330 w 3200399"/>
                <a:gd name="connsiteY4" fmla="*/ 0 h 1059180"/>
                <a:gd name="connsiteX0" fmla="*/ 345115 w 3200399"/>
                <a:gd name="connsiteY0" fmla="*/ 0 h 1059180"/>
                <a:gd name="connsiteX1" fmla="*/ 2859213 w 3200399"/>
                <a:gd name="connsiteY1" fmla="*/ 0 h 1059180"/>
                <a:gd name="connsiteX2" fmla="*/ 3200399 w 3200399"/>
                <a:gd name="connsiteY2" fmla="*/ 1059180 h 1059180"/>
                <a:gd name="connsiteX3" fmla="*/ 0 w 3200399"/>
                <a:gd name="connsiteY3" fmla="*/ 1051560 h 1059180"/>
                <a:gd name="connsiteX4" fmla="*/ 345115 w 3200399"/>
                <a:gd name="connsiteY4" fmla="*/ 0 h 1059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0399" h="1059180">
                  <a:moveTo>
                    <a:pt x="345115" y="0"/>
                  </a:moveTo>
                  <a:lnTo>
                    <a:pt x="2859213" y="0"/>
                  </a:lnTo>
                  <a:lnTo>
                    <a:pt x="3200399" y="1059180"/>
                  </a:lnTo>
                  <a:lnTo>
                    <a:pt x="0" y="1051560"/>
                  </a:lnTo>
                  <a:lnTo>
                    <a:pt x="345115" y="0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C6C39A2-4F69-2B4D-E325-35F3B4C795B2}"/>
              </a:ext>
            </a:extLst>
          </p:cNvPr>
          <p:cNvGrpSpPr/>
          <p:nvPr/>
        </p:nvGrpSpPr>
        <p:grpSpPr>
          <a:xfrm>
            <a:off x="6377485" y="592691"/>
            <a:ext cx="3307986" cy="3474590"/>
            <a:chOff x="3375206" y="2245360"/>
            <a:chExt cx="3307986" cy="3474590"/>
          </a:xfrm>
        </p:grpSpPr>
        <p:sp>
          <p:nvSpPr>
            <p:cNvPr id="14" name="Rectangle: Top Corners Rounded 13">
              <a:extLst>
                <a:ext uri="{FF2B5EF4-FFF2-40B4-BE49-F238E27FC236}">
                  <a16:creationId xmlns:a16="http://schemas.microsoft.com/office/drawing/2014/main" id="{253C2935-490E-1CA2-5E2F-8C239548A998}"/>
                </a:ext>
              </a:extLst>
            </p:cNvPr>
            <p:cNvSpPr/>
            <p:nvPr/>
          </p:nvSpPr>
          <p:spPr>
            <a:xfrm>
              <a:off x="3931920" y="2245360"/>
              <a:ext cx="2197982" cy="1145971"/>
            </a:xfrm>
            <a:prstGeom prst="round2SameRect">
              <a:avLst>
                <a:gd name="adj1" fmla="val 17997"/>
                <a:gd name="adj2" fmla="val 0"/>
              </a:avLst>
            </a:prstGeom>
            <a:solidFill>
              <a:srgbClr val="A08BA7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3">
              <a:extLst>
                <a:ext uri="{FF2B5EF4-FFF2-40B4-BE49-F238E27FC236}">
                  <a16:creationId xmlns:a16="http://schemas.microsoft.com/office/drawing/2014/main" id="{BE663F90-5C5D-B12E-63BB-50B5A3616F25}"/>
                </a:ext>
              </a:extLst>
            </p:cNvPr>
            <p:cNvSpPr/>
            <p:nvPr/>
          </p:nvSpPr>
          <p:spPr>
            <a:xfrm>
              <a:off x="3375207" y="3306090"/>
              <a:ext cx="3307985" cy="1681954"/>
            </a:xfrm>
            <a:custGeom>
              <a:avLst/>
              <a:gdLst>
                <a:gd name="connsiteX0" fmla="*/ 0 w 2185262"/>
                <a:gd name="connsiteY0" fmla="*/ 0 h 1100380"/>
                <a:gd name="connsiteX1" fmla="*/ 2185262 w 2185262"/>
                <a:gd name="connsiteY1" fmla="*/ 0 h 1100380"/>
                <a:gd name="connsiteX2" fmla="*/ 2185262 w 2185262"/>
                <a:gd name="connsiteY2" fmla="*/ 1100380 h 1100380"/>
                <a:gd name="connsiteX3" fmla="*/ 0 w 2185262"/>
                <a:gd name="connsiteY3" fmla="*/ 1100380 h 1100380"/>
                <a:gd name="connsiteX4" fmla="*/ 0 w 2185262"/>
                <a:gd name="connsiteY4" fmla="*/ 0 h 1100380"/>
                <a:gd name="connsiteX0" fmla="*/ 511444 w 2696706"/>
                <a:gd name="connsiteY0" fmla="*/ 0 h 1704814"/>
                <a:gd name="connsiteX1" fmla="*/ 2696706 w 2696706"/>
                <a:gd name="connsiteY1" fmla="*/ 0 h 1704814"/>
                <a:gd name="connsiteX2" fmla="*/ 2696706 w 2696706"/>
                <a:gd name="connsiteY2" fmla="*/ 1100380 h 1704814"/>
                <a:gd name="connsiteX3" fmla="*/ 0 w 2696706"/>
                <a:gd name="connsiteY3" fmla="*/ 1704814 h 1704814"/>
                <a:gd name="connsiteX4" fmla="*/ 511444 w 2696706"/>
                <a:gd name="connsiteY4" fmla="*/ 0 h 1704814"/>
                <a:gd name="connsiteX0" fmla="*/ 511444 w 3270143"/>
                <a:gd name="connsiteY0" fmla="*/ 0 h 1704814"/>
                <a:gd name="connsiteX1" fmla="*/ 2696706 w 3270143"/>
                <a:gd name="connsiteY1" fmla="*/ 0 h 1704814"/>
                <a:gd name="connsiteX2" fmla="*/ 3270143 w 3270143"/>
                <a:gd name="connsiteY2" fmla="*/ 1596326 h 1704814"/>
                <a:gd name="connsiteX3" fmla="*/ 0 w 3270143"/>
                <a:gd name="connsiteY3" fmla="*/ 1704814 h 1704814"/>
                <a:gd name="connsiteX4" fmla="*/ 511444 w 3270143"/>
                <a:gd name="connsiteY4" fmla="*/ 0 h 1704814"/>
                <a:gd name="connsiteX0" fmla="*/ 511444 w 3254645"/>
                <a:gd name="connsiteY0" fmla="*/ 0 h 1704814"/>
                <a:gd name="connsiteX1" fmla="*/ 2696706 w 3254645"/>
                <a:gd name="connsiteY1" fmla="*/ 0 h 1704814"/>
                <a:gd name="connsiteX2" fmla="*/ 3254645 w 3254645"/>
                <a:gd name="connsiteY2" fmla="*/ 1673817 h 1704814"/>
                <a:gd name="connsiteX3" fmla="*/ 0 w 3254645"/>
                <a:gd name="connsiteY3" fmla="*/ 1704814 h 1704814"/>
                <a:gd name="connsiteX4" fmla="*/ 511444 w 3254645"/>
                <a:gd name="connsiteY4" fmla="*/ 0 h 1704814"/>
                <a:gd name="connsiteX0" fmla="*/ 564784 w 3307985"/>
                <a:gd name="connsiteY0" fmla="*/ 0 h 1681954"/>
                <a:gd name="connsiteX1" fmla="*/ 2750046 w 3307985"/>
                <a:gd name="connsiteY1" fmla="*/ 0 h 1681954"/>
                <a:gd name="connsiteX2" fmla="*/ 3307985 w 3307985"/>
                <a:gd name="connsiteY2" fmla="*/ 1673817 h 1681954"/>
                <a:gd name="connsiteX3" fmla="*/ 0 w 3307985"/>
                <a:gd name="connsiteY3" fmla="*/ 1681954 h 1681954"/>
                <a:gd name="connsiteX4" fmla="*/ 564784 w 3307985"/>
                <a:gd name="connsiteY4" fmla="*/ 0 h 1681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07985" h="1681954">
                  <a:moveTo>
                    <a:pt x="564784" y="0"/>
                  </a:moveTo>
                  <a:lnTo>
                    <a:pt x="2750046" y="0"/>
                  </a:lnTo>
                  <a:lnTo>
                    <a:pt x="3307985" y="1673817"/>
                  </a:lnTo>
                  <a:lnTo>
                    <a:pt x="0" y="1681954"/>
                  </a:lnTo>
                  <a:lnTo>
                    <a:pt x="564784" y="0"/>
                  </a:ln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FA51470-D6EC-4AF4-C98F-5DB048227E0A}"/>
                </a:ext>
              </a:extLst>
            </p:cNvPr>
            <p:cNvSpPr/>
            <p:nvPr/>
          </p:nvSpPr>
          <p:spPr>
            <a:xfrm>
              <a:off x="3375207" y="4988043"/>
              <a:ext cx="3307984" cy="731907"/>
            </a:xfrm>
            <a:prstGeom prst="rect">
              <a:avLst/>
            </a:prstGeom>
            <a:solidFill>
              <a:srgbClr val="A08BA7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A2326C-0196-8C25-320C-5D23397DDC5C}"/>
                </a:ext>
              </a:extLst>
            </p:cNvPr>
            <p:cNvSpPr/>
            <p:nvPr/>
          </p:nvSpPr>
          <p:spPr>
            <a:xfrm>
              <a:off x="3375207" y="4988042"/>
              <a:ext cx="3307984" cy="320558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8">
              <a:extLst>
                <a:ext uri="{FF2B5EF4-FFF2-40B4-BE49-F238E27FC236}">
                  <a16:creationId xmlns:a16="http://schemas.microsoft.com/office/drawing/2014/main" id="{9EDEC88D-7FFB-29D0-16AC-399EFC024FC0}"/>
                </a:ext>
              </a:extLst>
            </p:cNvPr>
            <p:cNvSpPr/>
            <p:nvPr/>
          </p:nvSpPr>
          <p:spPr>
            <a:xfrm>
              <a:off x="4137660" y="3057170"/>
              <a:ext cx="807720" cy="624840"/>
            </a:xfrm>
            <a:custGeom>
              <a:avLst/>
              <a:gdLst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720" h="624840">
                  <a:moveTo>
                    <a:pt x="0" y="0"/>
                  </a:moveTo>
                  <a:cubicBezTo>
                    <a:pt x="314960" y="68580"/>
                    <a:pt x="454660" y="76200"/>
                    <a:pt x="807720" y="0"/>
                  </a:cubicBezTo>
                  <a:cubicBezTo>
                    <a:pt x="739140" y="284480"/>
                    <a:pt x="746760" y="447040"/>
                    <a:pt x="807720" y="624840"/>
                  </a:cubicBezTo>
                  <a:cubicBezTo>
                    <a:pt x="469900" y="579120"/>
                    <a:pt x="360680" y="533400"/>
                    <a:pt x="0" y="624840"/>
                  </a:cubicBezTo>
                  <a:cubicBezTo>
                    <a:pt x="83820" y="447040"/>
                    <a:pt x="76200" y="269240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8">
              <a:extLst>
                <a:ext uri="{FF2B5EF4-FFF2-40B4-BE49-F238E27FC236}">
                  <a16:creationId xmlns:a16="http://schemas.microsoft.com/office/drawing/2014/main" id="{602B2986-B87D-9158-B5CE-ACB73926D76B}"/>
                </a:ext>
              </a:extLst>
            </p:cNvPr>
            <p:cNvSpPr/>
            <p:nvPr/>
          </p:nvSpPr>
          <p:spPr>
            <a:xfrm>
              <a:off x="5113022" y="3037281"/>
              <a:ext cx="807720" cy="624840"/>
            </a:xfrm>
            <a:custGeom>
              <a:avLst/>
              <a:gdLst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720" h="624840">
                  <a:moveTo>
                    <a:pt x="0" y="0"/>
                  </a:moveTo>
                  <a:cubicBezTo>
                    <a:pt x="314960" y="68580"/>
                    <a:pt x="454660" y="76200"/>
                    <a:pt x="807720" y="0"/>
                  </a:cubicBezTo>
                  <a:cubicBezTo>
                    <a:pt x="739140" y="284480"/>
                    <a:pt x="746760" y="447040"/>
                    <a:pt x="807720" y="624840"/>
                  </a:cubicBezTo>
                  <a:cubicBezTo>
                    <a:pt x="469900" y="579120"/>
                    <a:pt x="360680" y="533400"/>
                    <a:pt x="0" y="624840"/>
                  </a:cubicBezTo>
                  <a:cubicBezTo>
                    <a:pt x="83820" y="447040"/>
                    <a:pt x="76200" y="269240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0">
              <a:extLst>
                <a:ext uri="{FF2B5EF4-FFF2-40B4-BE49-F238E27FC236}">
                  <a16:creationId xmlns:a16="http://schemas.microsoft.com/office/drawing/2014/main" id="{AE0522D2-AB9A-576C-8C39-72C53899B11C}"/>
                </a:ext>
              </a:extLst>
            </p:cNvPr>
            <p:cNvSpPr/>
            <p:nvPr/>
          </p:nvSpPr>
          <p:spPr>
            <a:xfrm>
              <a:off x="3375206" y="3928865"/>
              <a:ext cx="3307984" cy="1059180"/>
            </a:xfrm>
            <a:custGeom>
              <a:avLst/>
              <a:gdLst>
                <a:gd name="connsiteX0" fmla="*/ 0 w 2461259"/>
                <a:gd name="connsiteY0" fmla="*/ 0 h 510540"/>
                <a:gd name="connsiteX1" fmla="*/ 2461259 w 2461259"/>
                <a:gd name="connsiteY1" fmla="*/ 0 h 510540"/>
                <a:gd name="connsiteX2" fmla="*/ 2461259 w 2461259"/>
                <a:gd name="connsiteY2" fmla="*/ 510540 h 510540"/>
                <a:gd name="connsiteX3" fmla="*/ 0 w 2461259"/>
                <a:gd name="connsiteY3" fmla="*/ 510540 h 510540"/>
                <a:gd name="connsiteX4" fmla="*/ 0 w 2461259"/>
                <a:gd name="connsiteY4" fmla="*/ 0 h 510540"/>
                <a:gd name="connsiteX0" fmla="*/ 373380 w 2834639"/>
                <a:gd name="connsiteY0" fmla="*/ 0 h 1051560"/>
                <a:gd name="connsiteX1" fmla="*/ 2834639 w 2834639"/>
                <a:gd name="connsiteY1" fmla="*/ 0 h 1051560"/>
                <a:gd name="connsiteX2" fmla="*/ 2834639 w 2834639"/>
                <a:gd name="connsiteY2" fmla="*/ 510540 h 1051560"/>
                <a:gd name="connsiteX3" fmla="*/ 0 w 2834639"/>
                <a:gd name="connsiteY3" fmla="*/ 1051560 h 1051560"/>
                <a:gd name="connsiteX4" fmla="*/ 373380 w 2834639"/>
                <a:gd name="connsiteY4" fmla="*/ 0 h 1051560"/>
                <a:gd name="connsiteX0" fmla="*/ 373380 w 3200399"/>
                <a:gd name="connsiteY0" fmla="*/ 0 h 1059180"/>
                <a:gd name="connsiteX1" fmla="*/ 2834639 w 3200399"/>
                <a:gd name="connsiteY1" fmla="*/ 0 h 1059180"/>
                <a:gd name="connsiteX2" fmla="*/ 3200399 w 3200399"/>
                <a:gd name="connsiteY2" fmla="*/ 1059180 h 1059180"/>
                <a:gd name="connsiteX3" fmla="*/ 0 w 3200399"/>
                <a:gd name="connsiteY3" fmla="*/ 1051560 h 1059180"/>
                <a:gd name="connsiteX4" fmla="*/ 373380 w 3200399"/>
                <a:gd name="connsiteY4" fmla="*/ 0 h 1059180"/>
                <a:gd name="connsiteX0" fmla="*/ 354330 w 3200399"/>
                <a:gd name="connsiteY0" fmla="*/ 0 h 1059180"/>
                <a:gd name="connsiteX1" fmla="*/ 2834639 w 3200399"/>
                <a:gd name="connsiteY1" fmla="*/ 0 h 1059180"/>
                <a:gd name="connsiteX2" fmla="*/ 3200399 w 3200399"/>
                <a:gd name="connsiteY2" fmla="*/ 1059180 h 1059180"/>
                <a:gd name="connsiteX3" fmla="*/ 0 w 3200399"/>
                <a:gd name="connsiteY3" fmla="*/ 1051560 h 1059180"/>
                <a:gd name="connsiteX4" fmla="*/ 354330 w 3200399"/>
                <a:gd name="connsiteY4" fmla="*/ 0 h 1059180"/>
                <a:gd name="connsiteX0" fmla="*/ 354330 w 3200399"/>
                <a:gd name="connsiteY0" fmla="*/ 0 h 1059180"/>
                <a:gd name="connsiteX1" fmla="*/ 2859213 w 3200399"/>
                <a:gd name="connsiteY1" fmla="*/ 0 h 1059180"/>
                <a:gd name="connsiteX2" fmla="*/ 3200399 w 3200399"/>
                <a:gd name="connsiteY2" fmla="*/ 1059180 h 1059180"/>
                <a:gd name="connsiteX3" fmla="*/ 0 w 3200399"/>
                <a:gd name="connsiteY3" fmla="*/ 1051560 h 1059180"/>
                <a:gd name="connsiteX4" fmla="*/ 354330 w 3200399"/>
                <a:gd name="connsiteY4" fmla="*/ 0 h 1059180"/>
                <a:gd name="connsiteX0" fmla="*/ 345115 w 3200399"/>
                <a:gd name="connsiteY0" fmla="*/ 0 h 1059180"/>
                <a:gd name="connsiteX1" fmla="*/ 2859213 w 3200399"/>
                <a:gd name="connsiteY1" fmla="*/ 0 h 1059180"/>
                <a:gd name="connsiteX2" fmla="*/ 3200399 w 3200399"/>
                <a:gd name="connsiteY2" fmla="*/ 1059180 h 1059180"/>
                <a:gd name="connsiteX3" fmla="*/ 0 w 3200399"/>
                <a:gd name="connsiteY3" fmla="*/ 1051560 h 1059180"/>
                <a:gd name="connsiteX4" fmla="*/ 345115 w 3200399"/>
                <a:gd name="connsiteY4" fmla="*/ 0 h 1059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0399" h="1059180">
                  <a:moveTo>
                    <a:pt x="345115" y="0"/>
                  </a:moveTo>
                  <a:lnTo>
                    <a:pt x="2859213" y="0"/>
                  </a:lnTo>
                  <a:lnTo>
                    <a:pt x="3200399" y="1059180"/>
                  </a:lnTo>
                  <a:lnTo>
                    <a:pt x="0" y="1051560"/>
                  </a:lnTo>
                  <a:lnTo>
                    <a:pt x="345115" y="0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6DB8A70-CD42-7C1D-3995-2608CD53527A}"/>
              </a:ext>
            </a:extLst>
          </p:cNvPr>
          <p:cNvGrpSpPr/>
          <p:nvPr/>
        </p:nvGrpSpPr>
        <p:grpSpPr>
          <a:xfrm>
            <a:off x="3931925" y="3081216"/>
            <a:ext cx="3307986" cy="3474590"/>
            <a:chOff x="3375206" y="2245360"/>
            <a:chExt cx="3307986" cy="3474590"/>
          </a:xfrm>
          <a:solidFill>
            <a:schemeClr val="bg1"/>
          </a:solidFill>
        </p:grpSpPr>
        <p:sp>
          <p:nvSpPr>
            <p:cNvPr id="22" name="Rectangle: Top Corners Rounded 21">
              <a:extLst>
                <a:ext uri="{FF2B5EF4-FFF2-40B4-BE49-F238E27FC236}">
                  <a16:creationId xmlns:a16="http://schemas.microsoft.com/office/drawing/2014/main" id="{57CA15C9-F902-042F-7616-B808C03E2F90}"/>
                </a:ext>
              </a:extLst>
            </p:cNvPr>
            <p:cNvSpPr/>
            <p:nvPr/>
          </p:nvSpPr>
          <p:spPr>
            <a:xfrm>
              <a:off x="3931920" y="2245360"/>
              <a:ext cx="2197982" cy="1145971"/>
            </a:xfrm>
            <a:prstGeom prst="round2SameRect">
              <a:avLst>
                <a:gd name="adj1" fmla="val 17997"/>
                <a:gd name="adj2" fmla="val 0"/>
              </a:avLst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3">
              <a:extLst>
                <a:ext uri="{FF2B5EF4-FFF2-40B4-BE49-F238E27FC236}">
                  <a16:creationId xmlns:a16="http://schemas.microsoft.com/office/drawing/2014/main" id="{50A528C8-1BCD-789D-906E-26B29828D663}"/>
                </a:ext>
              </a:extLst>
            </p:cNvPr>
            <p:cNvSpPr/>
            <p:nvPr/>
          </p:nvSpPr>
          <p:spPr>
            <a:xfrm>
              <a:off x="3375207" y="3306090"/>
              <a:ext cx="3307985" cy="1681954"/>
            </a:xfrm>
            <a:custGeom>
              <a:avLst/>
              <a:gdLst>
                <a:gd name="connsiteX0" fmla="*/ 0 w 2185262"/>
                <a:gd name="connsiteY0" fmla="*/ 0 h 1100380"/>
                <a:gd name="connsiteX1" fmla="*/ 2185262 w 2185262"/>
                <a:gd name="connsiteY1" fmla="*/ 0 h 1100380"/>
                <a:gd name="connsiteX2" fmla="*/ 2185262 w 2185262"/>
                <a:gd name="connsiteY2" fmla="*/ 1100380 h 1100380"/>
                <a:gd name="connsiteX3" fmla="*/ 0 w 2185262"/>
                <a:gd name="connsiteY3" fmla="*/ 1100380 h 1100380"/>
                <a:gd name="connsiteX4" fmla="*/ 0 w 2185262"/>
                <a:gd name="connsiteY4" fmla="*/ 0 h 1100380"/>
                <a:gd name="connsiteX0" fmla="*/ 511444 w 2696706"/>
                <a:gd name="connsiteY0" fmla="*/ 0 h 1704814"/>
                <a:gd name="connsiteX1" fmla="*/ 2696706 w 2696706"/>
                <a:gd name="connsiteY1" fmla="*/ 0 h 1704814"/>
                <a:gd name="connsiteX2" fmla="*/ 2696706 w 2696706"/>
                <a:gd name="connsiteY2" fmla="*/ 1100380 h 1704814"/>
                <a:gd name="connsiteX3" fmla="*/ 0 w 2696706"/>
                <a:gd name="connsiteY3" fmla="*/ 1704814 h 1704814"/>
                <a:gd name="connsiteX4" fmla="*/ 511444 w 2696706"/>
                <a:gd name="connsiteY4" fmla="*/ 0 h 1704814"/>
                <a:gd name="connsiteX0" fmla="*/ 511444 w 3270143"/>
                <a:gd name="connsiteY0" fmla="*/ 0 h 1704814"/>
                <a:gd name="connsiteX1" fmla="*/ 2696706 w 3270143"/>
                <a:gd name="connsiteY1" fmla="*/ 0 h 1704814"/>
                <a:gd name="connsiteX2" fmla="*/ 3270143 w 3270143"/>
                <a:gd name="connsiteY2" fmla="*/ 1596326 h 1704814"/>
                <a:gd name="connsiteX3" fmla="*/ 0 w 3270143"/>
                <a:gd name="connsiteY3" fmla="*/ 1704814 h 1704814"/>
                <a:gd name="connsiteX4" fmla="*/ 511444 w 3270143"/>
                <a:gd name="connsiteY4" fmla="*/ 0 h 1704814"/>
                <a:gd name="connsiteX0" fmla="*/ 511444 w 3254645"/>
                <a:gd name="connsiteY0" fmla="*/ 0 h 1704814"/>
                <a:gd name="connsiteX1" fmla="*/ 2696706 w 3254645"/>
                <a:gd name="connsiteY1" fmla="*/ 0 h 1704814"/>
                <a:gd name="connsiteX2" fmla="*/ 3254645 w 3254645"/>
                <a:gd name="connsiteY2" fmla="*/ 1673817 h 1704814"/>
                <a:gd name="connsiteX3" fmla="*/ 0 w 3254645"/>
                <a:gd name="connsiteY3" fmla="*/ 1704814 h 1704814"/>
                <a:gd name="connsiteX4" fmla="*/ 511444 w 3254645"/>
                <a:gd name="connsiteY4" fmla="*/ 0 h 1704814"/>
                <a:gd name="connsiteX0" fmla="*/ 564784 w 3307985"/>
                <a:gd name="connsiteY0" fmla="*/ 0 h 1681954"/>
                <a:gd name="connsiteX1" fmla="*/ 2750046 w 3307985"/>
                <a:gd name="connsiteY1" fmla="*/ 0 h 1681954"/>
                <a:gd name="connsiteX2" fmla="*/ 3307985 w 3307985"/>
                <a:gd name="connsiteY2" fmla="*/ 1673817 h 1681954"/>
                <a:gd name="connsiteX3" fmla="*/ 0 w 3307985"/>
                <a:gd name="connsiteY3" fmla="*/ 1681954 h 1681954"/>
                <a:gd name="connsiteX4" fmla="*/ 564784 w 3307985"/>
                <a:gd name="connsiteY4" fmla="*/ 0 h 1681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07985" h="1681954">
                  <a:moveTo>
                    <a:pt x="564784" y="0"/>
                  </a:moveTo>
                  <a:lnTo>
                    <a:pt x="2750046" y="0"/>
                  </a:lnTo>
                  <a:lnTo>
                    <a:pt x="3307985" y="1673817"/>
                  </a:lnTo>
                  <a:lnTo>
                    <a:pt x="0" y="1681954"/>
                  </a:lnTo>
                  <a:lnTo>
                    <a:pt x="564784" y="0"/>
                  </a:lnTo>
                  <a:close/>
                </a:path>
              </a:pathLst>
            </a:cu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03D8351-8BF1-9CE3-4F32-041EBC31DF0F}"/>
                </a:ext>
              </a:extLst>
            </p:cNvPr>
            <p:cNvSpPr/>
            <p:nvPr/>
          </p:nvSpPr>
          <p:spPr>
            <a:xfrm>
              <a:off x="3375207" y="4988043"/>
              <a:ext cx="3307984" cy="731907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5D443C-3DD0-59DA-E55E-28BEE4E69022}"/>
                </a:ext>
              </a:extLst>
            </p:cNvPr>
            <p:cNvSpPr/>
            <p:nvPr/>
          </p:nvSpPr>
          <p:spPr>
            <a:xfrm>
              <a:off x="3375207" y="4988042"/>
              <a:ext cx="3307984" cy="320558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8">
              <a:extLst>
                <a:ext uri="{FF2B5EF4-FFF2-40B4-BE49-F238E27FC236}">
                  <a16:creationId xmlns:a16="http://schemas.microsoft.com/office/drawing/2014/main" id="{E263EB01-4506-9A6B-4198-6C131176CF6A}"/>
                </a:ext>
              </a:extLst>
            </p:cNvPr>
            <p:cNvSpPr/>
            <p:nvPr/>
          </p:nvSpPr>
          <p:spPr>
            <a:xfrm>
              <a:off x="4137660" y="3057170"/>
              <a:ext cx="807720" cy="624840"/>
            </a:xfrm>
            <a:custGeom>
              <a:avLst/>
              <a:gdLst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720" h="624840">
                  <a:moveTo>
                    <a:pt x="0" y="0"/>
                  </a:moveTo>
                  <a:cubicBezTo>
                    <a:pt x="314960" y="68580"/>
                    <a:pt x="454660" y="76200"/>
                    <a:pt x="807720" y="0"/>
                  </a:cubicBezTo>
                  <a:cubicBezTo>
                    <a:pt x="739140" y="284480"/>
                    <a:pt x="746760" y="447040"/>
                    <a:pt x="807720" y="624840"/>
                  </a:cubicBezTo>
                  <a:cubicBezTo>
                    <a:pt x="469900" y="579120"/>
                    <a:pt x="360680" y="533400"/>
                    <a:pt x="0" y="624840"/>
                  </a:cubicBezTo>
                  <a:cubicBezTo>
                    <a:pt x="83820" y="447040"/>
                    <a:pt x="76200" y="269240"/>
                    <a:pt x="0" y="0"/>
                  </a:cubicBezTo>
                  <a:close/>
                </a:path>
              </a:pathLst>
            </a:cu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8">
              <a:extLst>
                <a:ext uri="{FF2B5EF4-FFF2-40B4-BE49-F238E27FC236}">
                  <a16:creationId xmlns:a16="http://schemas.microsoft.com/office/drawing/2014/main" id="{3203CD20-0049-35F2-10A1-D35992D9F88C}"/>
                </a:ext>
              </a:extLst>
            </p:cNvPr>
            <p:cNvSpPr/>
            <p:nvPr/>
          </p:nvSpPr>
          <p:spPr>
            <a:xfrm>
              <a:off x="5113022" y="3037281"/>
              <a:ext cx="807720" cy="624840"/>
            </a:xfrm>
            <a:custGeom>
              <a:avLst/>
              <a:gdLst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  <a:gd name="connsiteX0" fmla="*/ 0 w 807720"/>
                <a:gd name="connsiteY0" fmla="*/ 0 h 624840"/>
                <a:gd name="connsiteX1" fmla="*/ 807720 w 807720"/>
                <a:gd name="connsiteY1" fmla="*/ 0 h 624840"/>
                <a:gd name="connsiteX2" fmla="*/ 807720 w 807720"/>
                <a:gd name="connsiteY2" fmla="*/ 624840 h 624840"/>
                <a:gd name="connsiteX3" fmla="*/ 0 w 807720"/>
                <a:gd name="connsiteY3" fmla="*/ 624840 h 624840"/>
                <a:gd name="connsiteX4" fmla="*/ 0 w 807720"/>
                <a:gd name="connsiteY4" fmla="*/ 0 h 6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720" h="624840">
                  <a:moveTo>
                    <a:pt x="0" y="0"/>
                  </a:moveTo>
                  <a:cubicBezTo>
                    <a:pt x="314960" y="68580"/>
                    <a:pt x="454660" y="76200"/>
                    <a:pt x="807720" y="0"/>
                  </a:cubicBezTo>
                  <a:cubicBezTo>
                    <a:pt x="739140" y="284480"/>
                    <a:pt x="746760" y="447040"/>
                    <a:pt x="807720" y="624840"/>
                  </a:cubicBezTo>
                  <a:cubicBezTo>
                    <a:pt x="469900" y="579120"/>
                    <a:pt x="360680" y="533400"/>
                    <a:pt x="0" y="624840"/>
                  </a:cubicBezTo>
                  <a:cubicBezTo>
                    <a:pt x="83820" y="447040"/>
                    <a:pt x="76200" y="269240"/>
                    <a:pt x="0" y="0"/>
                  </a:cubicBezTo>
                  <a:close/>
                </a:path>
              </a:pathLst>
            </a:cu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10">
              <a:extLst>
                <a:ext uri="{FF2B5EF4-FFF2-40B4-BE49-F238E27FC236}">
                  <a16:creationId xmlns:a16="http://schemas.microsoft.com/office/drawing/2014/main" id="{51970025-6D27-B512-5289-D161BC039D40}"/>
                </a:ext>
              </a:extLst>
            </p:cNvPr>
            <p:cNvSpPr/>
            <p:nvPr/>
          </p:nvSpPr>
          <p:spPr>
            <a:xfrm>
              <a:off x="3375206" y="3928865"/>
              <a:ext cx="3307984" cy="1059180"/>
            </a:xfrm>
            <a:custGeom>
              <a:avLst/>
              <a:gdLst>
                <a:gd name="connsiteX0" fmla="*/ 0 w 2461259"/>
                <a:gd name="connsiteY0" fmla="*/ 0 h 510540"/>
                <a:gd name="connsiteX1" fmla="*/ 2461259 w 2461259"/>
                <a:gd name="connsiteY1" fmla="*/ 0 h 510540"/>
                <a:gd name="connsiteX2" fmla="*/ 2461259 w 2461259"/>
                <a:gd name="connsiteY2" fmla="*/ 510540 h 510540"/>
                <a:gd name="connsiteX3" fmla="*/ 0 w 2461259"/>
                <a:gd name="connsiteY3" fmla="*/ 510540 h 510540"/>
                <a:gd name="connsiteX4" fmla="*/ 0 w 2461259"/>
                <a:gd name="connsiteY4" fmla="*/ 0 h 510540"/>
                <a:gd name="connsiteX0" fmla="*/ 373380 w 2834639"/>
                <a:gd name="connsiteY0" fmla="*/ 0 h 1051560"/>
                <a:gd name="connsiteX1" fmla="*/ 2834639 w 2834639"/>
                <a:gd name="connsiteY1" fmla="*/ 0 h 1051560"/>
                <a:gd name="connsiteX2" fmla="*/ 2834639 w 2834639"/>
                <a:gd name="connsiteY2" fmla="*/ 510540 h 1051560"/>
                <a:gd name="connsiteX3" fmla="*/ 0 w 2834639"/>
                <a:gd name="connsiteY3" fmla="*/ 1051560 h 1051560"/>
                <a:gd name="connsiteX4" fmla="*/ 373380 w 2834639"/>
                <a:gd name="connsiteY4" fmla="*/ 0 h 1051560"/>
                <a:gd name="connsiteX0" fmla="*/ 373380 w 3200399"/>
                <a:gd name="connsiteY0" fmla="*/ 0 h 1059180"/>
                <a:gd name="connsiteX1" fmla="*/ 2834639 w 3200399"/>
                <a:gd name="connsiteY1" fmla="*/ 0 h 1059180"/>
                <a:gd name="connsiteX2" fmla="*/ 3200399 w 3200399"/>
                <a:gd name="connsiteY2" fmla="*/ 1059180 h 1059180"/>
                <a:gd name="connsiteX3" fmla="*/ 0 w 3200399"/>
                <a:gd name="connsiteY3" fmla="*/ 1051560 h 1059180"/>
                <a:gd name="connsiteX4" fmla="*/ 373380 w 3200399"/>
                <a:gd name="connsiteY4" fmla="*/ 0 h 1059180"/>
                <a:gd name="connsiteX0" fmla="*/ 354330 w 3200399"/>
                <a:gd name="connsiteY0" fmla="*/ 0 h 1059180"/>
                <a:gd name="connsiteX1" fmla="*/ 2834639 w 3200399"/>
                <a:gd name="connsiteY1" fmla="*/ 0 h 1059180"/>
                <a:gd name="connsiteX2" fmla="*/ 3200399 w 3200399"/>
                <a:gd name="connsiteY2" fmla="*/ 1059180 h 1059180"/>
                <a:gd name="connsiteX3" fmla="*/ 0 w 3200399"/>
                <a:gd name="connsiteY3" fmla="*/ 1051560 h 1059180"/>
                <a:gd name="connsiteX4" fmla="*/ 354330 w 3200399"/>
                <a:gd name="connsiteY4" fmla="*/ 0 h 1059180"/>
                <a:gd name="connsiteX0" fmla="*/ 354330 w 3200399"/>
                <a:gd name="connsiteY0" fmla="*/ 0 h 1059180"/>
                <a:gd name="connsiteX1" fmla="*/ 2859213 w 3200399"/>
                <a:gd name="connsiteY1" fmla="*/ 0 h 1059180"/>
                <a:gd name="connsiteX2" fmla="*/ 3200399 w 3200399"/>
                <a:gd name="connsiteY2" fmla="*/ 1059180 h 1059180"/>
                <a:gd name="connsiteX3" fmla="*/ 0 w 3200399"/>
                <a:gd name="connsiteY3" fmla="*/ 1051560 h 1059180"/>
                <a:gd name="connsiteX4" fmla="*/ 354330 w 3200399"/>
                <a:gd name="connsiteY4" fmla="*/ 0 h 1059180"/>
                <a:gd name="connsiteX0" fmla="*/ 345115 w 3200399"/>
                <a:gd name="connsiteY0" fmla="*/ 0 h 1059180"/>
                <a:gd name="connsiteX1" fmla="*/ 2859213 w 3200399"/>
                <a:gd name="connsiteY1" fmla="*/ 0 h 1059180"/>
                <a:gd name="connsiteX2" fmla="*/ 3200399 w 3200399"/>
                <a:gd name="connsiteY2" fmla="*/ 1059180 h 1059180"/>
                <a:gd name="connsiteX3" fmla="*/ 0 w 3200399"/>
                <a:gd name="connsiteY3" fmla="*/ 1051560 h 1059180"/>
                <a:gd name="connsiteX4" fmla="*/ 345115 w 3200399"/>
                <a:gd name="connsiteY4" fmla="*/ 0 h 1059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0399" h="1059180">
                  <a:moveTo>
                    <a:pt x="345115" y="0"/>
                  </a:moveTo>
                  <a:lnTo>
                    <a:pt x="2859213" y="0"/>
                  </a:lnTo>
                  <a:lnTo>
                    <a:pt x="3200399" y="1059180"/>
                  </a:lnTo>
                  <a:lnTo>
                    <a:pt x="0" y="1051560"/>
                  </a:lnTo>
                  <a:lnTo>
                    <a:pt x="345115" y="0"/>
                  </a:lnTo>
                  <a:close/>
                </a:path>
              </a:pathLst>
            </a:cu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53332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0DAB1BC3-FEF7-440C-E44F-66169F2A11F0}"/>
              </a:ext>
            </a:extLst>
          </p:cNvPr>
          <p:cNvGrpSpPr/>
          <p:nvPr/>
        </p:nvGrpSpPr>
        <p:grpSpPr>
          <a:xfrm>
            <a:off x="576881" y="532108"/>
            <a:ext cx="4231037" cy="4291039"/>
            <a:chOff x="2913681" y="1751308"/>
            <a:chExt cx="4231037" cy="4291039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B7737972-C6E0-AB35-B9E7-2DF52FDA2D8E}"/>
                </a:ext>
              </a:extLst>
            </p:cNvPr>
            <p:cNvSpPr/>
            <p:nvPr/>
          </p:nvSpPr>
          <p:spPr>
            <a:xfrm rot="16816921">
              <a:off x="2870584" y="5129925"/>
              <a:ext cx="1422728" cy="402113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E4042D4C-E46D-6AA6-49E9-C868DB4F5EB7}"/>
                </a:ext>
              </a:extLst>
            </p:cNvPr>
            <p:cNvSpPr/>
            <p:nvPr/>
          </p:nvSpPr>
          <p:spPr>
            <a:xfrm rot="4783079" flipH="1">
              <a:off x="5765090" y="5129926"/>
              <a:ext cx="1422728" cy="402113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E56F9104-1552-2FFD-5893-85741573F274}"/>
                </a:ext>
              </a:extLst>
            </p:cNvPr>
            <p:cNvSpPr/>
            <p:nvPr/>
          </p:nvSpPr>
          <p:spPr>
            <a:xfrm>
              <a:off x="2913681" y="1751308"/>
              <a:ext cx="4231037" cy="3223647"/>
            </a:xfrm>
            <a:prstGeom prst="roundRect">
              <a:avLst>
                <a:gd name="adj" fmla="val 11467"/>
              </a:avLst>
            </a:prstGeom>
            <a:solidFill>
              <a:srgbClr val="A08BA7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2295A83-B13B-0807-C973-33A0E71F0300}"/>
                </a:ext>
              </a:extLst>
            </p:cNvPr>
            <p:cNvCxnSpPr>
              <a:stCxn id="34" idx="1"/>
              <a:endCxn id="34" idx="3"/>
            </p:cNvCxnSpPr>
            <p:nvPr/>
          </p:nvCxnSpPr>
          <p:spPr>
            <a:xfrm>
              <a:off x="2913681" y="3363132"/>
              <a:ext cx="4231037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A64890FB-F66D-7113-46A9-E3897C0F8602}"/>
                </a:ext>
              </a:extLst>
            </p:cNvPr>
            <p:cNvSpPr/>
            <p:nvPr/>
          </p:nvSpPr>
          <p:spPr>
            <a:xfrm>
              <a:off x="4618491" y="2356010"/>
              <a:ext cx="821411" cy="501843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806CE109-A68C-ED84-6C97-762293D6E59B}"/>
                </a:ext>
              </a:extLst>
            </p:cNvPr>
            <p:cNvSpPr/>
            <p:nvPr/>
          </p:nvSpPr>
          <p:spPr>
            <a:xfrm>
              <a:off x="4618492" y="3868412"/>
              <a:ext cx="821411" cy="501843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32A8F04-A61F-366F-F01C-465F8AF15147}"/>
              </a:ext>
            </a:extLst>
          </p:cNvPr>
          <p:cNvGrpSpPr/>
          <p:nvPr/>
        </p:nvGrpSpPr>
        <p:grpSpPr>
          <a:xfrm>
            <a:off x="5348004" y="532108"/>
            <a:ext cx="4231037" cy="4291039"/>
            <a:chOff x="2913681" y="1751308"/>
            <a:chExt cx="4231037" cy="4291039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6C1E9176-6416-A4DE-65A1-544D4BC8203B}"/>
                </a:ext>
              </a:extLst>
            </p:cNvPr>
            <p:cNvSpPr/>
            <p:nvPr/>
          </p:nvSpPr>
          <p:spPr>
            <a:xfrm rot="16816921">
              <a:off x="2870584" y="5129925"/>
              <a:ext cx="1422728" cy="402113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50F50311-60B3-BB53-C8FF-0D580DB4216E}"/>
                </a:ext>
              </a:extLst>
            </p:cNvPr>
            <p:cNvSpPr/>
            <p:nvPr/>
          </p:nvSpPr>
          <p:spPr>
            <a:xfrm rot="4783079" flipH="1">
              <a:off x="5765090" y="5129926"/>
              <a:ext cx="1422728" cy="402113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5CD86E03-65D0-906F-2595-31E9CCEBE7F4}"/>
                </a:ext>
              </a:extLst>
            </p:cNvPr>
            <p:cNvSpPr/>
            <p:nvPr/>
          </p:nvSpPr>
          <p:spPr>
            <a:xfrm>
              <a:off x="2913681" y="1751308"/>
              <a:ext cx="4231037" cy="3223647"/>
            </a:xfrm>
            <a:prstGeom prst="roundRect">
              <a:avLst>
                <a:gd name="adj" fmla="val 11467"/>
              </a:avLst>
            </a:prstGeom>
            <a:solidFill>
              <a:srgbClr val="A08BA7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6620A36-B397-09E0-39BB-0B3D9EB29CCB}"/>
                </a:ext>
              </a:extLst>
            </p:cNvPr>
            <p:cNvCxnSpPr>
              <a:stCxn id="48" idx="1"/>
              <a:endCxn id="48" idx="3"/>
            </p:cNvCxnSpPr>
            <p:nvPr/>
          </p:nvCxnSpPr>
          <p:spPr>
            <a:xfrm>
              <a:off x="2913681" y="3363132"/>
              <a:ext cx="4231037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10A84D7F-0844-539D-62EC-72FDDA36F47D}"/>
                </a:ext>
              </a:extLst>
            </p:cNvPr>
            <p:cNvSpPr/>
            <p:nvPr/>
          </p:nvSpPr>
          <p:spPr>
            <a:xfrm>
              <a:off x="4618491" y="2356010"/>
              <a:ext cx="821411" cy="501843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432368F3-241F-E61E-A7E1-5241DF1EE15A}"/>
                </a:ext>
              </a:extLst>
            </p:cNvPr>
            <p:cNvSpPr/>
            <p:nvPr/>
          </p:nvSpPr>
          <p:spPr>
            <a:xfrm>
              <a:off x="4618492" y="3868412"/>
              <a:ext cx="821411" cy="501843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834777B-ACF4-552E-FD10-71F5C3C86563}"/>
              </a:ext>
            </a:extLst>
          </p:cNvPr>
          <p:cNvGrpSpPr/>
          <p:nvPr/>
        </p:nvGrpSpPr>
        <p:grpSpPr>
          <a:xfrm>
            <a:off x="2110036" y="2343414"/>
            <a:ext cx="4231037" cy="4291039"/>
            <a:chOff x="2913681" y="1751308"/>
            <a:chExt cx="4231037" cy="4291039"/>
          </a:xfrm>
          <a:solidFill>
            <a:schemeClr val="bg1"/>
          </a:solidFill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F26E0229-B70F-FDA7-FDE8-950F295D67D7}"/>
                </a:ext>
              </a:extLst>
            </p:cNvPr>
            <p:cNvSpPr/>
            <p:nvPr/>
          </p:nvSpPr>
          <p:spPr>
            <a:xfrm rot="16816921">
              <a:off x="2870584" y="5129925"/>
              <a:ext cx="1422728" cy="402113"/>
            </a:xfrm>
            <a:prstGeom prst="roundRect">
              <a:avLst>
                <a:gd name="adj" fmla="val 50000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0E4A6B47-2B05-DFC1-1673-88C7287DAB6D}"/>
                </a:ext>
              </a:extLst>
            </p:cNvPr>
            <p:cNvSpPr/>
            <p:nvPr/>
          </p:nvSpPr>
          <p:spPr>
            <a:xfrm rot="4783079" flipH="1">
              <a:off x="5765090" y="5129926"/>
              <a:ext cx="1422728" cy="402113"/>
            </a:xfrm>
            <a:prstGeom prst="roundRect">
              <a:avLst>
                <a:gd name="adj" fmla="val 50000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70FA751B-5DFC-7E81-930B-109D1C83A624}"/>
                </a:ext>
              </a:extLst>
            </p:cNvPr>
            <p:cNvSpPr/>
            <p:nvPr/>
          </p:nvSpPr>
          <p:spPr>
            <a:xfrm>
              <a:off x="2913681" y="1751308"/>
              <a:ext cx="4231037" cy="3223647"/>
            </a:xfrm>
            <a:prstGeom prst="roundRect">
              <a:avLst>
                <a:gd name="adj" fmla="val 11467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96B7269-BCAE-FB99-AD97-669D5EB7749E}"/>
                </a:ext>
              </a:extLst>
            </p:cNvPr>
            <p:cNvCxnSpPr>
              <a:stCxn id="55" idx="1"/>
              <a:endCxn id="55" idx="3"/>
            </p:cNvCxnSpPr>
            <p:nvPr/>
          </p:nvCxnSpPr>
          <p:spPr>
            <a:xfrm>
              <a:off x="2913681" y="3363132"/>
              <a:ext cx="4231037" cy="0"/>
            </a:xfrm>
            <a:prstGeom prst="line">
              <a:avLst/>
            </a:prstGeom>
            <a:grpFill/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C674EB76-E696-21D3-2400-C2EDD2D79870}"/>
                </a:ext>
              </a:extLst>
            </p:cNvPr>
            <p:cNvSpPr/>
            <p:nvPr/>
          </p:nvSpPr>
          <p:spPr>
            <a:xfrm>
              <a:off x="4618491" y="2356010"/>
              <a:ext cx="821411" cy="501843"/>
            </a:xfrm>
            <a:prstGeom prst="roundRect">
              <a:avLst>
                <a:gd name="adj" fmla="val 50000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00A84890-3FB5-F21A-C662-85D1D19844B6}"/>
                </a:ext>
              </a:extLst>
            </p:cNvPr>
            <p:cNvSpPr/>
            <p:nvPr/>
          </p:nvSpPr>
          <p:spPr>
            <a:xfrm>
              <a:off x="4618492" y="3868412"/>
              <a:ext cx="821411" cy="501843"/>
            </a:xfrm>
            <a:prstGeom prst="roundRect">
              <a:avLst>
                <a:gd name="adj" fmla="val 50000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15207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4CD68A6F-90DD-2924-B25F-54395E86AAF1}"/>
              </a:ext>
            </a:extLst>
          </p:cNvPr>
          <p:cNvGrpSpPr/>
          <p:nvPr/>
        </p:nvGrpSpPr>
        <p:grpSpPr>
          <a:xfrm>
            <a:off x="442686" y="1132114"/>
            <a:ext cx="3991428" cy="4613491"/>
            <a:chOff x="2830286" y="2046514"/>
            <a:chExt cx="3991428" cy="4613491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9848DA3F-2860-E416-BEB8-EB285D73DEC7}"/>
                </a:ext>
              </a:extLst>
            </p:cNvPr>
            <p:cNvSpPr/>
            <p:nvPr/>
          </p:nvSpPr>
          <p:spPr>
            <a:xfrm rot="669253">
              <a:off x="3011652" y="6105201"/>
              <a:ext cx="309721" cy="55480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74E3635B-0C2E-524E-962D-81AFBA139C32}"/>
                </a:ext>
              </a:extLst>
            </p:cNvPr>
            <p:cNvSpPr/>
            <p:nvPr/>
          </p:nvSpPr>
          <p:spPr>
            <a:xfrm rot="20930747" flipH="1">
              <a:off x="6374937" y="6105201"/>
              <a:ext cx="309721" cy="55480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F608B7B-7294-6336-8A81-183DC45235A5}"/>
                </a:ext>
              </a:extLst>
            </p:cNvPr>
            <p:cNvSpPr/>
            <p:nvPr/>
          </p:nvSpPr>
          <p:spPr>
            <a:xfrm>
              <a:off x="2830286" y="2046514"/>
              <a:ext cx="3991428" cy="4180114"/>
            </a:xfrm>
            <a:prstGeom prst="roundRect">
              <a:avLst>
                <a:gd name="adj" fmla="val 1394"/>
              </a:avLst>
            </a:prstGeom>
            <a:solidFill>
              <a:schemeClr val="bg2">
                <a:lumMod val="9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AB8E7D8-8C57-14DB-74CE-96C698335BE5}"/>
                </a:ext>
              </a:extLst>
            </p:cNvPr>
            <p:cNvSpPr/>
            <p:nvPr/>
          </p:nvSpPr>
          <p:spPr>
            <a:xfrm>
              <a:off x="3012643" y="2278380"/>
              <a:ext cx="1725385" cy="3948248"/>
            </a:xfrm>
            <a:prstGeom prst="roundRect">
              <a:avLst>
                <a:gd name="adj" fmla="val 1394"/>
              </a:avLst>
            </a:prstGeom>
            <a:solidFill>
              <a:srgbClr val="A08BA7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9E7A4A9-1CC1-03C4-2D56-F71337D74C1B}"/>
                </a:ext>
              </a:extLst>
            </p:cNvPr>
            <p:cNvCxnSpPr>
              <a:cxnSpLocks/>
            </p:cNvCxnSpPr>
            <p:nvPr/>
          </p:nvCxnSpPr>
          <p:spPr>
            <a:xfrm>
              <a:off x="3023528" y="5372100"/>
              <a:ext cx="1714500" cy="0"/>
            </a:xfrm>
            <a:prstGeom prst="line">
              <a:avLst/>
            </a:prstGeom>
            <a:solidFill>
              <a:srgbClr val="A08BA7"/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6D945B6-EBF5-60EF-A487-E201C239E72F}"/>
                </a:ext>
              </a:extLst>
            </p:cNvPr>
            <p:cNvSpPr/>
            <p:nvPr/>
          </p:nvSpPr>
          <p:spPr>
            <a:xfrm>
              <a:off x="4442753" y="3876269"/>
              <a:ext cx="161925" cy="376235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B490A1D-7868-76B5-0164-66E266D3B9AB}"/>
                </a:ext>
              </a:extLst>
            </p:cNvPr>
            <p:cNvSpPr/>
            <p:nvPr/>
          </p:nvSpPr>
          <p:spPr>
            <a:xfrm>
              <a:off x="3666976" y="5684049"/>
              <a:ext cx="416718" cy="121439"/>
            </a:xfrm>
            <a:custGeom>
              <a:avLst/>
              <a:gdLst>
                <a:gd name="connsiteX0" fmla="*/ 60836 w 629864"/>
                <a:gd name="connsiteY0" fmla="*/ 0 h 365010"/>
                <a:gd name="connsiteX1" fmla="*/ 81569 w 629864"/>
                <a:gd name="connsiteY1" fmla="*/ 0 h 365010"/>
                <a:gd name="connsiteX2" fmla="*/ 81569 w 629864"/>
                <a:gd name="connsiteY2" fmla="*/ 231206 h 365010"/>
                <a:gd name="connsiteX3" fmla="*/ 142405 w 629864"/>
                <a:gd name="connsiteY3" fmla="*/ 292042 h 365010"/>
                <a:gd name="connsiteX4" fmla="*/ 487459 w 629864"/>
                <a:gd name="connsiteY4" fmla="*/ 292042 h 365010"/>
                <a:gd name="connsiteX5" fmla="*/ 548295 w 629864"/>
                <a:gd name="connsiteY5" fmla="*/ 231206 h 365010"/>
                <a:gd name="connsiteX6" fmla="*/ 548295 w 629864"/>
                <a:gd name="connsiteY6" fmla="*/ 0 h 365010"/>
                <a:gd name="connsiteX7" fmla="*/ 569028 w 629864"/>
                <a:gd name="connsiteY7" fmla="*/ 0 h 365010"/>
                <a:gd name="connsiteX8" fmla="*/ 629864 w 629864"/>
                <a:gd name="connsiteY8" fmla="*/ 60836 h 365010"/>
                <a:gd name="connsiteX9" fmla="*/ 629864 w 629864"/>
                <a:gd name="connsiteY9" fmla="*/ 304174 h 365010"/>
                <a:gd name="connsiteX10" fmla="*/ 569028 w 629864"/>
                <a:gd name="connsiteY10" fmla="*/ 365010 h 365010"/>
                <a:gd name="connsiteX11" fmla="*/ 60836 w 629864"/>
                <a:gd name="connsiteY11" fmla="*/ 365010 h 365010"/>
                <a:gd name="connsiteX12" fmla="*/ 0 w 629864"/>
                <a:gd name="connsiteY12" fmla="*/ 304174 h 365010"/>
                <a:gd name="connsiteX13" fmla="*/ 0 w 629864"/>
                <a:gd name="connsiteY13" fmla="*/ 60836 h 365010"/>
                <a:gd name="connsiteX14" fmla="*/ 60836 w 629864"/>
                <a:gd name="connsiteY14" fmla="*/ 0 h 36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29864" h="365010">
                  <a:moveTo>
                    <a:pt x="60836" y="0"/>
                  </a:moveTo>
                  <a:lnTo>
                    <a:pt x="81569" y="0"/>
                  </a:lnTo>
                  <a:lnTo>
                    <a:pt x="81569" y="231206"/>
                  </a:lnTo>
                  <a:cubicBezTo>
                    <a:pt x="81569" y="264805"/>
                    <a:pt x="108806" y="292042"/>
                    <a:pt x="142405" y="292042"/>
                  </a:cubicBezTo>
                  <a:lnTo>
                    <a:pt x="487459" y="292042"/>
                  </a:lnTo>
                  <a:cubicBezTo>
                    <a:pt x="521058" y="292042"/>
                    <a:pt x="548295" y="264805"/>
                    <a:pt x="548295" y="231206"/>
                  </a:cubicBezTo>
                  <a:lnTo>
                    <a:pt x="548295" y="0"/>
                  </a:lnTo>
                  <a:lnTo>
                    <a:pt x="569028" y="0"/>
                  </a:lnTo>
                  <a:cubicBezTo>
                    <a:pt x="602627" y="0"/>
                    <a:pt x="629864" y="27237"/>
                    <a:pt x="629864" y="60836"/>
                  </a:cubicBezTo>
                  <a:lnTo>
                    <a:pt x="629864" y="304174"/>
                  </a:lnTo>
                  <a:cubicBezTo>
                    <a:pt x="629864" y="337773"/>
                    <a:pt x="602627" y="365010"/>
                    <a:pt x="569028" y="365010"/>
                  </a:cubicBezTo>
                  <a:lnTo>
                    <a:pt x="60836" y="365010"/>
                  </a:lnTo>
                  <a:cubicBezTo>
                    <a:pt x="27237" y="365010"/>
                    <a:pt x="0" y="337773"/>
                    <a:pt x="0" y="304174"/>
                  </a:cubicBezTo>
                  <a:lnTo>
                    <a:pt x="0" y="60836"/>
                  </a:lnTo>
                  <a:cubicBezTo>
                    <a:pt x="0" y="27237"/>
                    <a:pt x="27237" y="0"/>
                    <a:pt x="6083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91109DED-2BB9-281F-6419-815F11B74DF5}"/>
                </a:ext>
              </a:extLst>
            </p:cNvPr>
            <p:cNvSpPr/>
            <p:nvPr/>
          </p:nvSpPr>
          <p:spPr>
            <a:xfrm flipH="1">
              <a:off x="4948123" y="2278380"/>
              <a:ext cx="1725385" cy="3948248"/>
            </a:xfrm>
            <a:prstGeom prst="roundRect">
              <a:avLst>
                <a:gd name="adj" fmla="val 1394"/>
              </a:avLst>
            </a:prstGeom>
            <a:solidFill>
              <a:srgbClr val="A08BA7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B18007D-E752-CD22-B944-B57F4D84BC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8123" y="5372100"/>
              <a:ext cx="1714500" cy="0"/>
            </a:xfrm>
            <a:prstGeom prst="line">
              <a:avLst/>
            </a:prstGeom>
            <a:solidFill>
              <a:srgbClr val="A08BA7"/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80B108F3-BA0F-6555-FCC2-F051670F1B60}"/>
                </a:ext>
              </a:extLst>
            </p:cNvPr>
            <p:cNvSpPr/>
            <p:nvPr/>
          </p:nvSpPr>
          <p:spPr>
            <a:xfrm flipH="1">
              <a:off x="5081473" y="3876269"/>
              <a:ext cx="161925" cy="376235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3DF58A9-DCE2-510B-3595-C5D068A0074E}"/>
                </a:ext>
              </a:extLst>
            </p:cNvPr>
            <p:cNvSpPr/>
            <p:nvPr/>
          </p:nvSpPr>
          <p:spPr>
            <a:xfrm flipH="1">
              <a:off x="5602457" y="5684049"/>
              <a:ext cx="416718" cy="121439"/>
            </a:xfrm>
            <a:custGeom>
              <a:avLst/>
              <a:gdLst>
                <a:gd name="connsiteX0" fmla="*/ 60836 w 629864"/>
                <a:gd name="connsiteY0" fmla="*/ 0 h 365010"/>
                <a:gd name="connsiteX1" fmla="*/ 81569 w 629864"/>
                <a:gd name="connsiteY1" fmla="*/ 0 h 365010"/>
                <a:gd name="connsiteX2" fmla="*/ 81569 w 629864"/>
                <a:gd name="connsiteY2" fmla="*/ 231206 h 365010"/>
                <a:gd name="connsiteX3" fmla="*/ 142405 w 629864"/>
                <a:gd name="connsiteY3" fmla="*/ 292042 h 365010"/>
                <a:gd name="connsiteX4" fmla="*/ 487459 w 629864"/>
                <a:gd name="connsiteY4" fmla="*/ 292042 h 365010"/>
                <a:gd name="connsiteX5" fmla="*/ 548295 w 629864"/>
                <a:gd name="connsiteY5" fmla="*/ 231206 h 365010"/>
                <a:gd name="connsiteX6" fmla="*/ 548295 w 629864"/>
                <a:gd name="connsiteY6" fmla="*/ 0 h 365010"/>
                <a:gd name="connsiteX7" fmla="*/ 569028 w 629864"/>
                <a:gd name="connsiteY7" fmla="*/ 0 h 365010"/>
                <a:gd name="connsiteX8" fmla="*/ 629864 w 629864"/>
                <a:gd name="connsiteY8" fmla="*/ 60836 h 365010"/>
                <a:gd name="connsiteX9" fmla="*/ 629864 w 629864"/>
                <a:gd name="connsiteY9" fmla="*/ 304174 h 365010"/>
                <a:gd name="connsiteX10" fmla="*/ 569028 w 629864"/>
                <a:gd name="connsiteY10" fmla="*/ 365010 h 365010"/>
                <a:gd name="connsiteX11" fmla="*/ 60836 w 629864"/>
                <a:gd name="connsiteY11" fmla="*/ 365010 h 365010"/>
                <a:gd name="connsiteX12" fmla="*/ 0 w 629864"/>
                <a:gd name="connsiteY12" fmla="*/ 304174 h 365010"/>
                <a:gd name="connsiteX13" fmla="*/ 0 w 629864"/>
                <a:gd name="connsiteY13" fmla="*/ 60836 h 365010"/>
                <a:gd name="connsiteX14" fmla="*/ 60836 w 629864"/>
                <a:gd name="connsiteY14" fmla="*/ 0 h 36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29864" h="365010">
                  <a:moveTo>
                    <a:pt x="60836" y="0"/>
                  </a:moveTo>
                  <a:lnTo>
                    <a:pt x="81569" y="0"/>
                  </a:lnTo>
                  <a:lnTo>
                    <a:pt x="81569" y="231206"/>
                  </a:lnTo>
                  <a:cubicBezTo>
                    <a:pt x="81569" y="264805"/>
                    <a:pt x="108806" y="292042"/>
                    <a:pt x="142405" y="292042"/>
                  </a:cubicBezTo>
                  <a:lnTo>
                    <a:pt x="487459" y="292042"/>
                  </a:lnTo>
                  <a:cubicBezTo>
                    <a:pt x="521058" y="292042"/>
                    <a:pt x="548295" y="264805"/>
                    <a:pt x="548295" y="231206"/>
                  </a:cubicBezTo>
                  <a:lnTo>
                    <a:pt x="548295" y="0"/>
                  </a:lnTo>
                  <a:lnTo>
                    <a:pt x="569028" y="0"/>
                  </a:lnTo>
                  <a:cubicBezTo>
                    <a:pt x="602627" y="0"/>
                    <a:pt x="629864" y="27237"/>
                    <a:pt x="629864" y="60836"/>
                  </a:cubicBezTo>
                  <a:lnTo>
                    <a:pt x="629864" y="304174"/>
                  </a:lnTo>
                  <a:cubicBezTo>
                    <a:pt x="629864" y="337773"/>
                    <a:pt x="602627" y="365010"/>
                    <a:pt x="569028" y="365010"/>
                  </a:cubicBezTo>
                  <a:lnTo>
                    <a:pt x="60836" y="365010"/>
                  </a:lnTo>
                  <a:cubicBezTo>
                    <a:pt x="27237" y="365010"/>
                    <a:pt x="0" y="337773"/>
                    <a:pt x="0" y="304174"/>
                  </a:cubicBezTo>
                  <a:lnTo>
                    <a:pt x="0" y="60836"/>
                  </a:lnTo>
                  <a:cubicBezTo>
                    <a:pt x="0" y="27237"/>
                    <a:pt x="27237" y="0"/>
                    <a:pt x="6083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7F01B02-AA84-0335-7957-E6733DECC12E}"/>
              </a:ext>
            </a:extLst>
          </p:cNvPr>
          <p:cNvGrpSpPr/>
          <p:nvPr/>
        </p:nvGrpSpPr>
        <p:grpSpPr>
          <a:xfrm>
            <a:off x="5217745" y="1830614"/>
            <a:ext cx="3991428" cy="4613491"/>
            <a:chOff x="2830286" y="2046514"/>
            <a:chExt cx="3991428" cy="4613491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95DE11A2-8A11-1418-F91E-7CAFF304E295}"/>
                </a:ext>
              </a:extLst>
            </p:cNvPr>
            <p:cNvSpPr/>
            <p:nvPr/>
          </p:nvSpPr>
          <p:spPr>
            <a:xfrm rot="669253">
              <a:off x="3011652" y="6105201"/>
              <a:ext cx="309721" cy="55480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E013CB36-4566-12FC-B1C2-CAE13D60C834}"/>
                </a:ext>
              </a:extLst>
            </p:cNvPr>
            <p:cNvSpPr/>
            <p:nvPr/>
          </p:nvSpPr>
          <p:spPr>
            <a:xfrm rot="20930747" flipH="1">
              <a:off x="6374937" y="6105201"/>
              <a:ext cx="309721" cy="55480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F8C51E08-3D7E-2692-8E19-D13BBEEC4449}"/>
                </a:ext>
              </a:extLst>
            </p:cNvPr>
            <p:cNvSpPr/>
            <p:nvPr/>
          </p:nvSpPr>
          <p:spPr>
            <a:xfrm>
              <a:off x="2830286" y="2046514"/>
              <a:ext cx="3991428" cy="4180114"/>
            </a:xfrm>
            <a:prstGeom prst="roundRect">
              <a:avLst>
                <a:gd name="adj" fmla="val 1394"/>
              </a:avLst>
            </a:prstGeom>
            <a:solidFill>
              <a:schemeClr val="bg2">
                <a:lumMod val="9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10D38D4F-C03C-E3CE-3BBB-151A44754A28}"/>
                </a:ext>
              </a:extLst>
            </p:cNvPr>
            <p:cNvSpPr/>
            <p:nvPr/>
          </p:nvSpPr>
          <p:spPr>
            <a:xfrm>
              <a:off x="3012643" y="2278380"/>
              <a:ext cx="1725385" cy="3948248"/>
            </a:xfrm>
            <a:prstGeom prst="roundRect">
              <a:avLst>
                <a:gd name="adj" fmla="val 1394"/>
              </a:avLst>
            </a:prstGeom>
            <a:solidFill>
              <a:srgbClr val="A08BA7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4BFCC3A-0C4F-EBF7-521E-72EDDE4083D1}"/>
                </a:ext>
              </a:extLst>
            </p:cNvPr>
            <p:cNvCxnSpPr>
              <a:cxnSpLocks/>
            </p:cNvCxnSpPr>
            <p:nvPr/>
          </p:nvCxnSpPr>
          <p:spPr>
            <a:xfrm>
              <a:off x="3023528" y="5372100"/>
              <a:ext cx="1714500" cy="0"/>
            </a:xfrm>
            <a:prstGeom prst="line">
              <a:avLst/>
            </a:prstGeom>
            <a:solidFill>
              <a:srgbClr val="A08BA7"/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3BCC5AAC-6D31-C12E-2351-F0A6F4A1F02D}"/>
                </a:ext>
              </a:extLst>
            </p:cNvPr>
            <p:cNvSpPr/>
            <p:nvPr/>
          </p:nvSpPr>
          <p:spPr>
            <a:xfrm>
              <a:off x="4442753" y="3876269"/>
              <a:ext cx="161925" cy="376235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6814AEC-0957-3730-9AB1-EA6709D25E15}"/>
                </a:ext>
              </a:extLst>
            </p:cNvPr>
            <p:cNvSpPr/>
            <p:nvPr/>
          </p:nvSpPr>
          <p:spPr>
            <a:xfrm>
              <a:off x="3666976" y="5684049"/>
              <a:ext cx="416718" cy="121439"/>
            </a:xfrm>
            <a:custGeom>
              <a:avLst/>
              <a:gdLst>
                <a:gd name="connsiteX0" fmla="*/ 60836 w 629864"/>
                <a:gd name="connsiteY0" fmla="*/ 0 h 365010"/>
                <a:gd name="connsiteX1" fmla="*/ 81569 w 629864"/>
                <a:gd name="connsiteY1" fmla="*/ 0 h 365010"/>
                <a:gd name="connsiteX2" fmla="*/ 81569 w 629864"/>
                <a:gd name="connsiteY2" fmla="*/ 231206 h 365010"/>
                <a:gd name="connsiteX3" fmla="*/ 142405 w 629864"/>
                <a:gd name="connsiteY3" fmla="*/ 292042 h 365010"/>
                <a:gd name="connsiteX4" fmla="*/ 487459 w 629864"/>
                <a:gd name="connsiteY4" fmla="*/ 292042 h 365010"/>
                <a:gd name="connsiteX5" fmla="*/ 548295 w 629864"/>
                <a:gd name="connsiteY5" fmla="*/ 231206 h 365010"/>
                <a:gd name="connsiteX6" fmla="*/ 548295 w 629864"/>
                <a:gd name="connsiteY6" fmla="*/ 0 h 365010"/>
                <a:gd name="connsiteX7" fmla="*/ 569028 w 629864"/>
                <a:gd name="connsiteY7" fmla="*/ 0 h 365010"/>
                <a:gd name="connsiteX8" fmla="*/ 629864 w 629864"/>
                <a:gd name="connsiteY8" fmla="*/ 60836 h 365010"/>
                <a:gd name="connsiteX9" fmla="*/ 629864 w 629864"/>
                <a:gd name="connsiteY9" fmla="*/ 304174 h 365010"/>
                <a:gd name="connsiteX10" fmla="*/ 569028 w 629864"/>
                <a:gd name="connsiteY10" fmla="*/ 365010 h 365010"/>
                <a:gd name="connsiteX11" fmla="*/ 60836 w 629864"/>
                <a:gd name="connsiteY11" fmla="*/ 365010 h 365010"/>
                <a:gd name="connsiteX12" fmla="*/ 0 w 629864"/>
                <a:gd name="connsiteY12" fmla="*/ 304174 h 365010"/>
                <a:gd name="connsiteX13" fmla="*/ 0 w 629864"/>
                <a:gd name="connsiteY13" fmla="*/ 60836 h 365010"/>
                <a:gd name="connsiteX14" fmla="*/ 60836 w 629864"/>
                <a:gd name="connsiteY14" fmla="*/ 0 h 36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29864" h="365010">
                  <a:moveTo>
                    <a:pt x="60836" y="0"/>
                  </a:moveTo>
                  <a:lnTo>
                    <a:pt x="81569" y="0"/>
                  </a:lnTo>
                  <a:lnTo>
                    <a:pt x="81569" y="231206"/>
                  </a:lnTo>
                  <a:cubicBezTo>
                    <a:pt x="81569" y="264805"/>
                    <a:pt x="108806" y="292042"/>
                    <a:pt x="142405" y="292042"/>
                  </a:cubicBezTo>
                  <a:lnTo>
                    <a:pt x="487459" y="292042"/>
                  </a:lnTo>
                  <a:cubicBezTo>
                    <a:pt x="521058" y="292042"/>
                    <a:pt x="548295" y="264805"/>
                    <a:pt x="548295" y="231206"/>
                  </a:cubicBezTo>
                  <a:lnTo>
                    <a:pt x="548295" y="0"/>
                  </a:lnTo>
                  <a:lnTo>
                    <a:pt x="569028" y="0"/>
                  </a:lnTo>
                  <a:cubicBezTo>
                    <a:pt x="602627" y="0"/>
                    <a:pt x="629864" y="27237"/>
                    <a:pt x="629864" y="60836"/>
                  </a:cubicBezTo>
                  <a:lnTo>
                    <a:pt x="629864" y="304174"/>
                  </a:lnTo>
                  <a:cubicBezTo>
                    <a:pt x="629864" y="337773"/>
                    <a:pt x="602627" y="365010"/>
                    <a:pt x="569028" y="365010"/>
                  </a:cubicBezTo>
                  <a:lnTo>
                    <a:pt x="60836" y="365010"/>
                  </a:lnTo>
                  <a:cubicBezTo>
                    <a:pt x="27237" y="365010"/>
                    <a:pt x="0" y="337773"/>
                    <a:pt x="0" y="304174"/>
                  </a:cubicBezTo>
                  <a:lnTo>
                    <a:pt x="0" y="60836"/>
                  </a:lnTo>
                  <a:cubicBezTo>
                    <a:pt x="0" y="27237"/>
                    <a:pt x="27237" y="0"/>
                    <a:pt x="6083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E67B0EAA-97B0-9344-5C69-C73CC6A5679B}"/>
                </a:ext>
              </a:extLst>
            </p:cNvPr>
            <p:cNvSpPr/>
            <p:nvPr/>
          </p:nvSpPr>
          <p:spPr>
            <a:xfrm flipH="1">
              <a:off x="4948123" y="2278380"/>
              <a:ext cx="1725385" cy="3948248"/>
            </a:xfrm>
            <a:prstGeom prst="roundRect">
              <a:avLst>
                <a:gd name="adj" fmla="val 1394"/>
              </a:avLst>
            </a:prstGeom>
            <a:solidFill>
              <a:srgbClr val="A08BA7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61C5FEE-6C9D-A1D2-5869-14023A5B52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8123" y="5372100"/>
              <a:ext cx="1725385" cy="0"/>
            </a:xfrm>
            <a:prstGeom prst="line">
              <a:avLst/>
            </a:prstGeom>
            <a:solidFill>
              <a:srgbClr val="A08BA7"/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31824CF5-2824-F437-AF6E-F6DBB4200121}"/>
                </a:ext>
              </a:extLst>
            </p:cNvPr>
            <p:cNvSpPr/>
            <p:nvPr/>
          </p:nvSpPr>
          <p:spPr>
            <a:xfrm flipH="1">
              <a:off x="5081473" y="3876269"/>
              <a:ext cx="161925" cy="376235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7459E67-CAF4-25AE-E6EE-897144F5D02F}"/>
                </a:ext>
              </a:extLst>
            </p:cNvPr>
            <p:cNvSpPr/>
            <p:nvPr/>
          </p:nvSpPr>
          <p:spPr>
            <a:xfrm flipH="1">
              <a:off x="5602457" y="5684049"/>
              <a:ext cx="416718" cy="121439"/>
            </a:xfrm>
            <a:custGeom>
              <a:avLst/>
              <a:gdLst>
                <a:gd name="connsiteX0" fmla="*/ 60836 w 629864"/>
                <a:gd name="connsiteY0" fmla="*/ 0 h 365010"/>
                <a:gd name="connsiteX1" fmla="*/ 81569 w 629864"/>
                <a:gd name="connsiteY1" fmla="*/ 0 h 365010"/>
                <a:gd name="connsiteX2" fmla="*/ 81569 w 629864"/>
                <a:gd name="connsiteY2" fmla="*/ 231206 h 365010"/>
                <a:gd name="connsiteX3" fmla="*/ 142405 w 629864"/>
                <a:gd name="connsiteY3" fmla="*/ 292042 h 365010"/>
                <a:gd name="connsiteX4" fmla="*/ 487459 w 629864"/>
                <a:gd name="connsiteY4" fmla="*/ 292042 h 365010"/>
                <a:gd name="connsiteX5" fmla="*/ 548295 w 629864"/>
                <a:gd name="connsiteY5" fmla="*/ 231206 h 365010"/>
                <a:gd name="connsiteX6" fmla="*/ 548295 w 629864"/>
                <a:gd name="connsiteY6" fmla="*/ 0 h 365010"/>
                <a:gd name="connsiteX7" fmla="*/ 569028 w 629864"/>
                <a:gd name="connsiteY7" fmla="*/ 0 h 365010"/>
                <a:gd name="connsiteX8" fmla="*/ 629864 w 629864"/>
                <a:gd name="connsiteY8" fmla="*/ 60836 h 365010"/>
                <a:gd name="connsiteX9" fmla="*/ 629864 w 629864"/>
                <a:gd name="connsiteY9" fmla="*/ 304174 h 365010"/>
                <a:gd name="connsiteX10" fmla="*/ 569028 w 629864"/>
                <a:gd name="connsiteY10" fmla="*/ 365010 h 365010"/>
                <a:gd name="connsiteX11" fmla="*/ 60836 w 629864"/>
                <a:gd name="connsiteY11" fmla="*/ 365010 h 365010"/>
                <a:gd name="connsiteX12" fmla="*/ 0 w 629864"/>
                <a:gd name="connsiteY12" fmla="*/ 304174 h 365010"/>
                <a:gd name="connsiteX13" fmla="*/ 0 w 629864"/>
                <a:gd name="connsiteY13" fmla="*/ 60836 h 365010"/>
                <a:gd name="connsiteX14" fmla="*/ 60836 w 629864"/>
                <a:gd name="connsiteY14" fmla="*/ 0 h 36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29864" h="365010">
                  <a:moveTo>
                    <a:pt x="60836" y="0"/>
                  </a:moveTo>
                  <a:lnTo>
                    <a:pt x="81569" y="0"/>
                  </a:lnTo>
                  <a:lnTo>
                    <a:pt x="81569" y="231206"/>
                  </a:lnTo>
                  <a:cubicBezTo>
                    <a:pt x="81569" y="264805"/>
                    <a:pt x="108806" y="292042"/>
                    <a:pt x="142405" y="292042"/>
                  </a:cubicBezTo>
                  <a:lnTo>
                    <a:pt x="487459" y="292042"/>
                  </a:lnTo>
                  <a:cubicBezTo>
                    <a:pt x="521058" y="292042"/>
                    <a:pt x="548295" y="264805"/>
                    <a:pt x="548295" y="231206"/>
                  </a:cubicBezTo>
                  <a:lnTo>
                    <a:pt x="548295" y="0"/>
                  </a:lnTo>
                  <a:lnTo>
                    <a:pt x="569028" y="0"/>
                  </a:lnTo>
                  <a:cubicBezTo>
                    <a:pt x="602627" y="0"/>
                    <a:pt x="629864" y="27237"/>
                    <a:pt x="629864" y="60836"/>
                  </a:cubicBezTo>
                  <a:lnTo>
                    <a:pt x="629864" y="304174"/>
                  </a:lnTo>
                  <a:cubicBezTo>
                    <a:pt x="629864" y="337773"/>
                    <a:pt x="602627" y="365010"/>
                    <a:pt x="569028" y="365010"/>
                  </a:cubicBezTo>
                  <a:lnTo>
                    <a:pt x="60836" y="365010"/>
                  </a:lnTo>
                  <a:cubicBezTo>
                    <a:pt x="27237" y="365010"/>
                    <a:pt x="0" y="337773"/>
                    <a:pt x="0" y="304174"/>
                  </a:cubicBezTo>
                  <a:lnTo>
                    <a:pt x="0" y="60836"/>
                  </a:lnTo>
                  <a:cubicBezTo>
                    <a:pt x="0" y="27237"/>
                    <a:pt x="27237" y="0"/>
                    <a:pt x="6083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73FFAC9-C01B-BB14-ED7B-462B4C1D210F}"/>
              </a:ext>
            </a:extLst>
          </p:cNvPr>
          <p:cNvGrpSpPr/>
          <p:nvPr/>
        </p:nvGrpSpPr>
        <p:grpSpPr>
          <a:xfrm>
            <a:off x="688705" y="2712941"/>
            <a:ext cx="3991428" cy="4613491"/>
            <a:chOff x="2830286" y="2046514"/>
            <a:chExt cx="3991428" cy="4613491"/>
          </a:xfrm>
          <a:solidFill>
            <a:schemeClr val="bg1"/>
          </a:solidFill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5C305639-B8C3-05D0-9DC3-902B36ECB755}"/>
                </a:ext>
              </a:extLst>
            </p:cNvPr>
            <p:cNvSpPr/>
            <p:nvPr/>
          </p:nvSpPr>
          <p:spPr>
            <a:xfrm rot="669253">
              <a:off x="3011652" y="6105201"/>
              <a:ext cx="309721" cy="554804"/>
            </a:xfrm>
            <a:prstGeom prst="roundRect">
              <a:avLst>
                <a:gd name="adj" fmla="val 50000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B35DF31C-69E6-B2D6-B3F7-67324E43C1B0}"/>
                </a:ext>
              </a:extLst>
            </p:cNvPr>
            <p:cNvSpPr/>
            <p:nvPr/>
          </p:nvSpPr>
          <p:spPr>
            <a:xfrm rot="20930747" flipH="1">
              <a:off x="6374937" y="6105201"/>
              <a:ext cx="309721" cy="554804"/>
            </a:xfrm>
            <a:prstGeom prst="roundRect">
              <a:avLst>
                <a:gd name="adj" fmla="val 50000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5185634F-549A-78A9-3AC0-7CE8BBEDB2BC}"/>
                </a:ext>
              </a:extLst>
            </p:cNvPr>
            <p:cNvSpPr/>
            <p:nvPr/>
          </p:nvSpPr>
          <p:spPr>
            <a:xfrm>
              <a:off x="2830286" y="2046514"/>
              <a:ext cx="3991428" cy="4180114"/>
            </a:xfrm>
            <a:prstGeom prst="roundRect">
              <a:avLst>
                <a:gd name="adj" fmla="val 1394"/>
              </a:avLst>
            </a:prstGeom>
            <a:grp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F28F384B-4771-035C-AC6E-1C49ED88EB1B}"/>
                </a:ext>
              </a:extLst>
            </p:cNvPr>
            <p:cNvSpPr/>
            <p:nvPr/>
          </p:nvSpPr>
          <p:spPr>
            <a:xfrm>
              <a:off x="3012643" y="2278380"/>
              <a:ext cx="1725385" cy="3948248"/>
            </a:xfrm>
            <a:prstGeom prst="roundRect">
              <a:avLst>
                <a:gd name="adj" fmla="val 1394"/>
              </a:avLst>
            </a:prstGeom>
            <a:grp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7FCAFED-2550-E7B2-1B82-4BE5D7727CD1}"/>
                </a:ext>
              </a:extLst>
            </p:cNvPr>
            <p:cNvCxnSpPr>
              <a:cxnSpLocks/>
            </p:cNvCxnSpPr>
            <p:nvPr/>
          </p:nvCxnSpPr>
          <p:spPr>
            <a:xfrm>
              <a:off x="3023528" y="5372100"/>
              <a:ext cx="1714500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9582B328-B088-B22E-BB8B-9730355A539E}"/>
                </a:ext>
              </a:extLst>
            </p:cNvPr>
            <p:cNvSpPr/>
            <p:nvPr/>
          </p:nvSpPr>
          <p:spPr>
            <a:xfrm>
              <a:off x="4442753" y="3876269"/>
              <a:ext cx="161925" cy="376235"/>
            </a:xfrm>
            <a:prstGeom prst="roundRect">
              <a:avLst>
                <a:gd name="adj" fmla="val 50000"/>
              </a:avLst>
            </a:prstGeom>
            <a:grp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FF1BBE2-154B-9888-1D97-8AFB4B5B4CC3}"/>
                </a:ext>
              </a:extLst>
            </p:cNvPr>
            <p:cNvSpPr/>
            <p:nvPr/>
          </p:nvSpPr>
          <p:spPr>
            <a:xfrm>
              <a:off x="3666976" y="5684049"/>
              <a:ext cx="416718" cy="121439"/>
            </a:xfrm>
            <a:custGeom>
              <a:avLst/>
              <a:gdLst>
                <a:gd name="connsiteX0" fmla="*/ 60836 w 629864"/>
                <a:gd name="connsiteY0" fmla="*/ 0 h 365010"/>
                <a:gd name="connsiteX1" fmla="*/ 81569 w 629864"/>
                <a:gd name="connsiteY1" fmla="*/ 0 h 365010"/>
                <a:gd name="connsiteX2" fmla="*/ 81569 w 629864"/>
                <a:gd name="connsiteY2" fmla="*/ 231206 h 365010"/>
                <a:gd name="connsiteX3" fmla="*/ 142405 w 629864"/>
                <a:gd name="connsiteY3" fmla="*/ 292042 h 365010"/>
                <a:gd name="connsiteX4" fmla="*/ 487459 w 629864"/>
                <a:gd name="connsiteY4" fmla="*/ 292042 h 365010"/>
                <a:gd name="connsiteX5" fmla="*/ 548295 w 629864"/>
                <a:gd name="connsiteY5" fmla="*/ 231206 h 365010"/>
                <a:gd name="connsiteX6" fmla="*/ 548295 w 629864"/>
                <a:gd name="connsiteY6" fmla="*/ 0 h 365010"/>
                <a:gd name="connsiteX7" fmla="*/ 569028 w 629864"/>
                <a:gd name="connsiteY7" fmla="*/ 0 h 365010"/>
                <a:gd name="connsiteX8" fmla="*/ 629864 w 629864"/>
                <a:gd name="connsiteY8" fmla="*/ 60836 h 365010"/>
                <a:gd name="connsiteX9" fmla="*/ 629864 w 629864"/>
                <a:gd name="connsiteY9" fmla="*/ 304174 h 365010"/>
                <a:gd name="connsiteX10" fmla="*/ 569028 w 629864"/>
                <a:gd name="connsiteY10" fmla="*/ 365010 h 365010"/>
                <a:gd name="connsiteX11" fmla="*/ 60836 w 629864"/>
                <a:gd name="connsiteY11" fmla="*/ 365010 h 365010"/>
                <a:gd name="connsiteX12" fmla="*/ 0 w 629864"/>
                <a:gd name="connsiteY12" fmla="*/ 304174 h 365010"/>
                <a:gd name="connsiteX13" fmla="*/ 0 w 629864"/>
                <a:gd name="connsiteY13" fmla="*/ 60836 h 365010"/>
                <a:gd name="connsiteX14" fmla="*/ 60836 w 629864"/>
                <a:gd name="connsiteY14" fmla="*/ 0 h 36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29864" h="365010">
                  <a:moveTo>
                    <a:pt x="60836" y="0"/>
                  </a:moveTo>
                  <a:lnTo>
                    <a:pt x="81569" y="0"/>
                  </a:lnTo>
                  <a:lnTo>
                    <a:pt x="81569" y="231206"/>
                  </a:lnTo>
                  <a:cubicBezTo>
                    <a:pt x="81569" y="264805"/>
                    <a:pt x="108806" y="292042"/>
                    <a:pt x="142405" y="292042"/>
                  </a:cubicBezTo>
                  <a:lnTo>
                    <a:pt x="487459" y="292042"/>
                  </a:lnTo>
                  <a:cubicBezTo>
                    <a:pt x="521058" y="292042"/>
                    <a:pt x="548295" y="264805"/>
                    <a:pt x="548295" y="231206"/>
                  </a:cubicBezTo>
                  <a:lnTo>
                    <a:pt x="548295" y="0"/>
                  </a:lnTo>
                  <a:lnTo>
                    <a:pt x="569028" y="0"/>
                  </a:lnTo>
                  <a:cubicBezTo>
                    <a:pt x="602627" y="0"/>
                    <a:pt x="629864" y="27237"/>
                    <a:pt x="629864" y="60836"/>
                  </a:cubicBezTo>
                  <a:lnTo>
                    <a:pt x="629864" y="304174"/>
                  </a:lnTo>
                  <a:cubicBezTo>
                    <a:pt x="629864" y="337773"/>
                    <a:pt x="602627" y="365010"/>
                    <a:pt x="569028" y="365010"/>
                  </a:cubicBezTo>
                  <a:lnTo>
                    <a:pt x="60836" y="365010"/>
                  </a:lnTo>
                  <a:cubicBezTo>
                    <a:pt x="27237" y="365010"/>
                    <a:pt x="0" y="337773"/>
                    <a:pt x="0" y="304174"/>
                  </a:cubicBezTo>
                  <a:lnTo>
                    <a:pt x="0" y="60836"/>
                  </a:lnTo>
                  <a:cubicBezTo>
                    <a:pt x="0" y="27237"/>
                    <a:pt x="27237" y="0"/>
                    <a:pt x="60836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79919DAC-7296-BB6F-91C3-1037A4658FBA}"/>
                </a:ext>
              </a:extLst>
            </p:cNvPr>
            <p:cNvSpPr/>
            <p:nvPr/>
          </p:nvSpPr>
          <p:spPr>
            <a:xfrm flipH="1">
              <a:off x="4948123" y="2278380"/>
              <a:ext cx="1725385" cy="3948248"/>
            </a:xfrm>
            <a:prstGeom prst="roundRect">
              <a:avLst>
                <a:gd name="adj" fmla="val 1394"/>
              </a:avLst>
            </a:prstGeom>
            <a:grp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4618CEA-A95F-DECC-3AF6-B49DD15FF5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8123" y="5372100"/>
              <a:ext cx="1714500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3D86D51D-077B-DEF1-93D2-F9CB672A6234}"/>
                </a:ext>
              </a:extLst>
            </p:cNvPr>
            <p:cNvSpPr/>
            <p:nvPr/>
          </p:nvSpPr>
          <p:spPr>
            <a:xfrm flipH="1">
              <a:off x="5081473" y="3876269"/>
              <a:ext cx="161925" cy="376235"/>
            </a:xfrm>
            <a:prstGeom prst="roundRect">
              <a:avLst>
                <a:gd name="adj" fmla="val 50000"/>
              </a:avLst>
            </a:prstGeom>
            <a:grp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9CBA3F-44ED-E2E5-43FE-F443B8A6F54F}"/>
                </a:ext>
              </a:extLst>
            </p:cNvPr>
            <p:cNvSpPr/>
            <p:nvPr/>
          </p:nvSpPr>
          <p:spPr>
            <a:xfrm flipH="1">
              <a:off x="5602457" y="5684049"/>
              <a:ext cx="416718" cy="121439"/>
            </a:xfrm>
            <a:custGeom>
              <a:avLst/>
              <a:gdLst>
                <a:gd name="connsiteX0" fmla="*/ 60836 w 629864"/>
                <a:gd name="connsiteY0" fmla="*/ 0 h 365010"/>
                <a:gd name="connsiteX1" fmla="*/ 81569 w 629864"/>
                <a:gd name="connsiteY1" fmla="*/ 0 h 365010"/>
                <a:gd name="connsiteX2" fmla="*/ 81569 w 629864"/>
                <a:gd name="connsiteY2" fmla="*/ 231206 h 365010"/>
                <a:gd name="connsiteX3" fmla="*/ 142405 w 629864"/>
                <a:gd name="connsiteY3" fmla="*/ 292042 h 365010"/>
                <a:gd name="connsiteX4" fmla="*/ 487459 w 629864"/>
                <a:gd name="connsiteY4" fmla="*/ 292042 h 365010"/>
                <a:gd name="connsiteX5" fmla="*/ 548295 w 629864"/>
                <a:gd name="connsiteY5" fmla="*/ 231206 h 365010"/>
                <a:gd name="connsiteX6" fmla="*/ 548295 w 629864"/>
                <a:gd name="connsiteY6" fmla="*/ 0 h 365010"/>
                <a:gd name="connsiteX7" fmla="*/ 569028 w 629864"/>
                <a:gd name="connsiteY7" fmla="*/ 0 h 365010"/>
                <a:gd name="connsiteX8" fmla="*/ 629864 w 629864"/>
                <a:gd name="connsiteY8" fmla="*/ 60836 h 365010"/>
                <a:gd name="connsiteX9" fmla="*/ 629864 w 629864"/>
                <a:gd name="connsiteY9" fmla="*/ 304174 h 365010"/>
                <a:gd name="connsiteX10" fmla="*/ 569028 w 629864"/>
                <a:gd name="connsiteY10" fmla="*/ 365010 h 365010"/>
                <a:gd name="connsiteX11" fmla="*/ 60836 w 629864"/>
                <a:gd name="connsiteY11" fmla="*/ 365010 h 365010"/>
                <a:gd name="connsiteX12" fmla="*/ 0 w 629864"/>
                <a:gd name="connsiteY12" fmla="*/ 304174 h 365010"/>
                <a:gd name="connsiteX13" fmla="*/ 0 w 629864"/>
                <a:gd name="connsiteY13" fmla="*/ 60836 h 365010"/>
                <a:gd name="connsiteX14" fmla="*/ 60836 w 629864"/>
                <a:gd name="connsiteY14" fmla="*/ 0 h 36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29864" h="365010">
                  <a:moveTo>
                    <a:pt x="60836" y="0"/>
                  </a:moveTo>
                  <a:lnTo>
                    <a:pt x="81569" y="0"/>
                  </a:lnTo>
                  <a:lnTo>
                    <a:pt x="81569" y="231206"/>
                  </a:lnTo>
                  <a:cubicBezTo>
                    <a:pt x="81569" y="264805"/>
                    <a:pt x="108806" y="292042"/>
                    <a:pt x="142405" y="292042"/>
                  </a:cubicBezTo>
                  <a:lnTo>
                    <a:pt x="487459" y="292042"/>
                  </a:lnTo>
                  <a:cubicBezTo>
                    <a:pt x="521058" y="292042"/>
                    <a:pt x="548295" y="264805"/>
                    <a:pt x="548295" y="231206"/>
                  </a:cubicBezTo>
                  <a:lnTo>
                    <a:pt x="548295" y="0"/>
                  </a:lnTo>
                  <a:lnTo>
                    <a:pt x="569028" y="0"/>
                  </a:lnTo>
                  <a:cubicBezTo>
                    <a:pt x="602627" y="0"/>
                    <a:pt x="629864" y="27237"/>
                    <a:pt x="629864" y="60836"/>
                  </a:cubicBezTo>
                  <a:lnTo>
                    <a:pt x="629864" y="304174"/>
                  </a:lnTo>
                  <a:cubicBezTo>
                    <a:pt x="629864" y="337773"/>
                    <a:pt x="602627" y="365010"/>
                    <a:pt x="569028" y="365010"/>
                  </a:cubicBezTo>
                  <a:lnTo>
                    <a:pt x="60836" y="365010"/>
                  </a:lnTo>
                  <a:cubicBezTo>
                    <a:pt x="27237" y="365010"/>
                    <a:pt x="0" y="337773"/>
                    <a:pt x="0" y="304174"/>
                  </a:cubicBezTo>
                  <a:lnTo>
                    <a:pt x="0" y="60836"/>
                  </a:lnTo>
                  <a:cubicBezTo>
                    <a:pt x="0" y="27237"/>
                    <a:pt x="27237" y="0"/>
                    <a:pt x="60836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39315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EC4E48E8-D827-D784-983A-5F045F7261C0}"/>
              </a:ext>
            </a:extLst>
          </p:cNvPr>
          <p:cNvGrpSpPr/>
          <p:nvPr/>
        </p:nvGrpSpPr>
        <p:grpSpPr>
          <a:xfrm>
            <a:off x="623968" y="381404"/>
            <a:ext cx="4405232" cy="7009591"/>
            <a:chOff x="2805193" y="449451"/>
            <a:chExt cx="4405232" cy="7009591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5B7F37EE-1F17-D7C6-9949-C6F79CE074CD}"/>
                </a:ext>
              </a:extLst>
            </p:cNvPr>
            <p:cNvSpPr/>
            <p:nvPr/>
          </p:nvSpPr>
          <p:spPr>
            <a:xfrm>
              <a:off x="3000371" y="6845300"/>
              <a:ext cx="619129" cy="609385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5C4304A6-FBBF-E1C0-2FE8-59EDB6385FDA}"/>
                </a:ext>
              </a:extLst>
            </p:cNvPr>
            <p:cNvSpPr/>
            <p:nvPr/>
          </p:nvSpPr>
          <p:spPr>
            <a:xfrm>
              <a:off x="6438902" y="6849657"/>
              <a:ext cx="619129" cy="609385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4794CFAD-6675-DC96-E9BE-3242F12150D6}"/>
                </a:ext>
              </a:extLst>
            </p:cNvPr>
            <p:cNvSpPr/>
            <p:nvPr/>
          </p:nvSpPr>
          <p:spPr>
            <a:xfrm>
              <a:off x="2805193" y="449451"/>
              <a:ext cx="4405232" cy="6586780"/>
            </a:xfrm>
            <a:prstGeom prst="roundRect">
              <a:avLst>
                <a:gd name="adj" fmla="val 2483"/>
              </a:avLst>
            </a:prstGeom>
            <a:solidFill>
              <a:schemeClr val="bg2">
                <a:lumMod val="9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92F88BD-66E6-B375-1C6C-38539E28C495}"/>
                </a:ext>
              </a:extLst>
            </p:cNvPr>
            <p:cNvSpPr/>
            <p:nvPr/>
          </p:nvSpPr>
          <p:spPr>
            <a:xfrm>
              <a:off x="3000375" y="666751"/>
              <a:ext cx="3981451" cy="1009650"/>
            </a:xfrm>
            <a:prstGeom prst="roundRect">
              <a:avLst>
                <a:gd name="adj" fmla="val 2483"/>
              </a:avLst>
            </a:prstGeom>
            <a:solidFill>
              <a:srgbClr val="856C8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41FB771-7589-2432-CA55-07EF72494F71}"/>
                </a:ext>
              </a:extLst>
            </p:cNvPr>
            <p:cNvSpPr/>
            <p:nvPr/>
          </p:nvSpPr>
          <p:spPr>
            <a:xfrm>
              <a:off x="3136900" y="787399"/>
              <a:ext cx="3708401" cy="755651"/>
            </a:xfrm>
            <a:prstGeom prst="roundRect">
              <a:avLst>
                <a:gd name="adj" fmla="val 2483"/>
              </a:avLst>
            </a:prstGeom>
            <a:solidFill>
              <a:srgbClr val="A08BA7">
                <a:alpha val="55000"/>
              </a:srgb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96C085C-CBE0-46AB-9B40-E510C412A8D1}"/>
                </a:ext>
              </a:extLst>
            </p:cNvPr>
            <p:cNvSpPr/>
            <p:nvPr/>
          </p:nvSpPr>
          <p:spPr>
            <a:xfrm>
              <a:off x="5422899" y="1015999"/>
              <a:ext cx="285751" cy="28575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25AE676-165D-4AD3-7D3B-C1F147C6E500}"/>
                </a:ext>
              </a:extLst>
            </p:cNvPr>
            <p:cNvSpPr/>
            <p:nvPr/>
          </p:nvSpPr>
          <p:spPr>
            <a:xfrm>
              <a:off x="4269243" y="1022348"/>
              <a:ext cx="285751" cy="28575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3E87622-B592-F0D8-D1BB-B57F25ED5FF6}"/>
                </a:ext>
              </a:extLst>
            </p:cNvPr>
            <p:cNvSpPr/>
            <p:nvPr/>
          </p:nvSpPr>
          <p:spPr>
            <a:xfrm>
              <a:off x="4356099" y="1114424"/>
              <a:ext cx="1276350" cy="336551"/>
            </a:xfrm>
            <a:custGeom>
              <a:avLst/>
              <a:gdLst>
                <a:gd name="connsiteX0" fmla="*/ 46824 w 1276350"/>
                <a:gd name="connsiteY0" fmla="*/ 0 h 349251"/>
                <a:gd name="connsiteX1" fmla="*/ 114300 w 1276350"/>
                <a:gd name="connsiteY1" fmla="*/ 0 h 349251"/>
                <a:gd name="connsiteX2" fmla="*/ 114300 w 1276350"/>
                <a:gd name="connsiteY2" fmla="*/ 135791 h 349251"/>
                <a:gd name="connsiteX3" fmla="*/ 197586 w 1276350"/>
                <a:gd name="connsiteY3" fmla="*/ 219077 h 349251"/>
                <a:gd name="connsiteX4" fmla="*/ 1069239 w 1276350"/>
                <a:gd name="connsiteY4" fmla="*/ 219077 h 349251"/>
                <a:gd name="connsiteX5" fmla="*/ 1152525 w 1276350"/>
                <a:gd name="connsiteY5" fmla="*/ 135791 h 349251"/>
                <a:gd name="connsiteX6" fmla="*/ 1152525 w 1276350"/>
                <a:gd name="connsiteY6" fmla="*/ 0 h 349251"/>
                <a:gd name="connsiteX7" fmla="*/ 1229526 w 1276350"/>
                <a:gd name="connsiteY7" fmla="*/ 0 h 349251"/>
                <a:gd name="connsiteX8" fmla="*/ 1276350 w 1276350"/>
                <a:gd name="connsiteY8" fmla="*/ 46824 h 349251"/>
                <a:gd name="connsiteX9" fmla="*/ 1276350 w 1276350"/>
                <a:gd name="connsiteY9" fmla="*/ 302427 h 349251"/>
                <a:gd name="connsiteX10" fmla="*/ 1229526 w 1276350"/>
                <a:gd name="connsiteY10" fmla="*/ 349251 h 349251"/>
                <a:gd name="connsiteX11" fmla="*/ 46824 w 1276350"/>
                <a:gd name="connsiteY11" fmla="*/ 349251 h 349251"/>
                <a:gd name="connsiteX12" fmla="*/ 0 w 1276350"/>
                <a:gd name="connsiteY12" fmla="*/ 302427 h 349251"/>
                <a:gd name="connsiteX13" fmla="*/ 0 w 1276350"/>
                <a:gd name="connsiteY13" fmla="*/ 46824 h 349251"/>
                <a:gd name="connsiteX14" fmla="*/ 46824 w 1276350"/>
                <a:gd name="connsiteY14" fmla="*/ 0 h 34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76350" h="349251">
                  <a:moveTo>
                    <a:pt x="46824" y="0"/>
                  </a:moveTo>
                  <a:lnTo>
                    <a:pt x="114300" y="0"/>
                  </a:lnTo>
                  <a:lnTo>
                    <a:pt x="114300" y="135791"/>
                  </a:lnTo>
                  <a:cubicBezTo>
                    <a:pt x="114300" y="181789"/>
                    <a:pt x="151588" y="219077"/>
                    <a:pt x="197586" y="219077"/>
                  </a:cubicBezTo>
                  <a:lnTo>
                    <a:pt x="1069239" y="219077"/>
                  </a:lnTo>
                  <a:cubicBezTo>
                    <a:pt x="1115237" y="219077"/>
                    <a:pt x="1152525" y="181789"/>
                    <a:pt x="1152525" y="135791"/>
                  </a:cubicBezTo>
                  <a:lnTo>
                    <a:pt x="1152525" y="0"/>
                  </a:lnTo>
                  <a:lnTo>
                    <a:pt x="1229526" y="0"/>
                  </a:lnTo>
                  <a:cubicBezTo>
                    <a:pt x="1255386" y="0"/>
                    <a:pt x="1276350" y="20964"/>
                    <a:pt x="1276350" y="46824"/>
                  </a:cubicBezTo>
                  <a:lnTo>
                    <a:pt x="1276350" y="302427"/>
                  </a:lnTo>
                  <a:cubicBezTo>
                    <a:pt x="1276350" y="328287"/>
                    <a:pt x="1255386" y="349251"/>
                    <a:pt x="1229526" y="349251"/>
                  </a:cubicBezTo>
                  <a:lnTo>
                    <a:pt x="46824" y="349251"/>
                  </a:lnTo>
                  <a:cubicBezTo>
                    <a:pt x="20964" y="349251"/>
                    <a:pt x="0" y="328287"/>
                    <a:pt x="0" y="302427"/>
                  </a:cubicBezTo>
                  <a:lnTo>
                    <a:pt x="0" y="46824"/>
                  </a:lnTo>
                  <a:cubicBezTo>
                    <a:pt x="0" y="20964"/>
                    <a:pt x="20964" y="0"/>
                    <a:pt x="4682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53C1EF25-6651-E2EA-37D2-95EA6AED50C7}"/>
                </a:ext>
              </a:extLst>
            </p:cNvPr>
            <p:cNvSpPr/>
            <p:nvPr/>
          </p:nvSpPr>
          <p:spPr>
            <a:xfrm>
              <a:off x="3000374" y="1870075"/>
              <a:ext cx="3981451" cy="1009650"/>
            </a:xfrm>
            <a:prstGeom prst="roundRect">
              <a:avLst>
                <a:gd name="adj" fmla="val 2483"/>
              </a:avLst>
            </a:prstGeom>
            <a:solidFill>
              <a:srgbClr val="856C8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A89E0E6F-173E-93DF-C9E5-8107EEE09F47}"/>
                </a:ext>
              </a:extLst>
            </p:cNvPr>
            <p:cNvSpPr/>
            <p:nvPr/>
          </p:nvSpPr>
          <p:spPr>
            <a:xfrm>
              <a:off x="3136899" y="1990723"/>
              <a:ext cx="3708401" cy="755651"/>
            </a:xfrm>
            <a:prstGeom prst="roundRect">
              <a:avLst>
                <a:gd name="adj" fmla="val 2483"/>
              </a:avLst>
            </a:prstGeom>
            <a:solidFill>
              <a:srgbClr val="A08BA7">
                <a:alpha val="55000"/>
              </a:srgb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F711160-F9ED-360C-92F2-D7ED774FF4C6}"/>
                </a:ext>
              </a:extLst>
            </p:cNvPr>
            <p:cNvSpPr/>
            <p:nvPr/>
          </p:nvSpPr>
          <p:spPr>
            <a:xfrm>
              <a:off x="5422898" y="2219323"/>
              <a:ext cx="285751" cy="28575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99D0294-55F7-C0B3-B0E7-567BCC699DF0}"/>
                </a:ext>
              </a:extLst>
            </p:cNvPr>
            <p:cNvSpPr/>
            <p:nvPr/>
          </p:nvSpPr>
          <p:spPr>
            <a:xfrm>
              <a:off x="4269242" y="2225672"/>
              <a:ext cx="285751" cy="28575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A76A399-7660-5274-C8C9-74AC7514D8C5}"/>
                </a:ext>
              </a:extLst>
            </p:cNvPr>
            <p:cNvSpPr/>
            <p:nvPr/>
          </p:nvSpPr>
          <p:spPr>
            <a:xfrm>
              <a:off x="4356098" y="2317748"/>
              <a:ext cx="1276350" cy="336551"/>
            </a:xfrm>
            <a:custGeom>
              <a:avLst/>
              <a:gdLst>
                <a:gd name="connsiteX0" fmla="*/ 46824 w 1276350"/>
                <a:gd name="connsiteY0" fmla="*/ 0 h 349251"/>
                <a:gd name="connsiteX1" fmla="*/ 114300 w 1276350"/>
                <a:gd name="connsiteY1" fmla="*/ 0 h 349251"/>
                <a:gd name="connsiteX2" fmla="*/ 114300 w 1276350"/>
                <a:gd name="connsiteY2" fmla="*/ 135791 h 349251"/>
                <a:gd name="connsiteX3" fmla="*/ 197586 w 1276350"/>
                <a:gd name="connsiteY3" fmla="*/ 219077 h 349251"/>
                <a:gd name="connsiteX4" fmla="*/ 1069239 w 1276350"/>
                <a:gd name="connsiteY4" fmla="*/ 219077 h 349251"/>
                <a:gd name="connsiteX5" fmla="*/ 1152525 w 1276350"/>
                <a:gd name="connsiteY5" fmla="*/ 135791 h 349251"/>
                <a:gd name="connsiteX6" fmla="*/ 1152525 w 1276350"/>
                <a:gd name="connsiteY6" fmla="*/ 0 h 349251"/>
                <a:gd name="connsiteX7" fmla="*/ 1229526 w 1276350"/>
                <a:gd name="connsiteY7" fmla="*/ 0 h 349251"/>
                <a:gd name="connsiteX8" fmla="*/ 1276350 w 1276350"/>
                <a:gd name="connsiteY8" fmla="*/ 46824 h 349251"/>
                <a:gd name="connsiteX9" fmla="*/ 1276350 w 1276350"/>
                <a:gd name="connsiteY9" fmla="*/ 302427 h 349251"/>
                <a:gd name="connsiteX10" fmla="*/ 1229526 w 1276350"/>
                <a:gd name="connsiteY10" fmla="*/ 349251 h 349251"/>
                <a:gd name="connsiteX11" fmla="*/ 46824 w 1276350"/>
                <a:gd name="connsiteY11" fmla="*/ 349251 h 349251"/>
                <a:gd name="connsiteX12" fmla="*/ 0 w 1276350"/>
                <a:gd name="connsiteY12" fmla="*/ 302427 h 349251"/>
                <a:gd name="connsiteX13" fmla="*/ 0 w 1276350"/>
                <a:gd name="connsiteY13" fmla="*/ 46824 h 349251"/>
                <a:gd name="connsiteX14" fmla="*/ 46824 w 1276350"/>
                <a:gd name="connsiteY14" fmla="*/ 0 h 34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76350" h="349251">
                  <a:moveTo>
                    <a:pt x="46824" y="0"/>
                  </a:moveTo>
                  <a:lnTo>
                    <a:pt x="114300" y="0"/>
                  </a:lnTo>
                  <a:lnTo>
                    <a:pt x="114300" y="135791"/>
                  </a:lnTo>
                  <a:cubicBezTo>
                    <a:pt x="114300" y="181789"/>
                    <a:pt x="151588" y="219077"/>
                    <a:pt x="197586" y="219077"/>
                  </a:cubicBezTo>
                  <a:lnTo>
                    <a:pt x="1069239" y="219077"/>
                  </a:lnTo>
                  <a:cubicBezTo>
                    <a:pt x="1115237" y="219077"/>
                    <a:pt x="1152525" y="181789"/>
                    <a:pt x="1152525" y="135791"/>
                  </a:cubicBezTo>
                  <a:lnTo>
                    <a:pt x="1152525" y="0"/>
                  </a:lnTo>
                  <a:lnTo>
                    <a:pt x="1229526" y="0"/>
                  </a:lnTo>
                  <a:cubicBezTo>
                    <a:pt x="1255386" y="0"/>
                    <a:pt x="1276350" y="20964"/>
                    <a:pt x="1276350" y="46824"/>
                  </a:cubicBezTo>
                  <a:lnTo>
                    <a:pt x="1276350" y="302427"/>
                  </a:lnTo>
                  <a:cubicBezTo>
                    <a:pt x="1276350" y="328287"/>
                    <a:pt x="1255386" y="349251"/>
                    <a:pt x="1229526" y="349251"/>
                  </a:cubicBezTo>
                  <a:lnTo>
                    <a:pt x="46824" y="349251"/>
                  </a:lnTo>
                  <a:cubicBezTo>
                    <a:pt x="20964" y="349251"/>
                    <a:pt x="0" y="328287"/>
                    <a:pt x="0" y="302427"/>
                  </a:cubicBezTo>
                  <a:lnTo>
                    <a:pt x="0" y="46824"/>
                  </a:lnTo>
                  <a:cubicBezTo>
                    <a:pt x="0" y="20964"/>
                    <a:pt x="20964" y="0"/>
                    <a:pt x="4682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D8897B04-078F-4BC1-C238-50CDB1C6BB00}"/>
                </a:ext>
              </a:extLst>
            </p:cNvPr>
            <p:cNvSpPr/>
            <p:nvPr/>
          </p:nvSpPr>
          <p:spPr>
            <a:xfrm>
              <a:off x="3000373" y="3073399"/>
              <a:ext cx="3981451" cy="1009650"/>
            </a:xfrm>
            <a:prstGeom prst="roundRect">
              <a:avLst>
                <a:gd name="adj" fmla="val 2483"/>
              </a:avLst>
            </a:prstGeom>
            <a:solidFill>
              <a:srgbClr val="856C8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316E1ADE-6123-8C65-FFDC-4610D524B1E0}"/>
                </a:ext>
              </a:extLst>
            </p:cNvPr>
            <p:cNvSpPr/>
            <p:nvPr/>
          </p:nvSpPr>
          <p:spPr>
            <a:xfrm>
              <a:off x="3136898" y="3194047"/>
              <a:ext cx="3708401" cy="755651"/>
            </a:xfrm>
            <a:prstGeom prst="roundRect">
              <a:avLst>
                <a:gd name="adj" fmla="val 2483"/>
              </a:avLst>
            </a:prstGeom>
            <a:solidFill>
              <a:srgbClr val="A08BA7">
                <a:alpha val="55000"/>
              </a:srgb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531A92A-656B-55EB-7612-C747E731581E}"/>
                </a:ext>
              </a:extLst>
            </p:cNvPr>
            <p:cNvSpPr/>
            <p:nvPr/>
          </p:nvSpPr>
          <p:spPr>
            <a:xfrm>
              <a:off x="5422897" y="3422647"/>
              <a:ext cx="285751" cy="285751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92151F7-5518-842E-2BA5-57F9B3BCD22F}"/>
                </a:ext>
              </a:extLst>
            </p:cNvPr>
            <p:cNvSpPr/>
            <p:nvPr/>
          </p:nvSpPr>
          <p:spPr>
            <a:xfrm>
              <a:off x="4269241" y="3428996"/>
              <a:ext cx="285751" cy="285751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9133C2A-A4DF-BA59-9AA7-44A08030E1A4}"/>
                </a:ext>
              </a:extLst>
            </p:cNvPr>
            <p:cNvSpPr/>
            <p:nvPr/>
          </p:nvSpPr>
          <p:spPr>
            <a:xfrm>
              <a:off x="4356097" y="3521072"/>
              <a:ext cx="1276350" cy="336551"/>
            </a:xfrm>
            <a:custGeom>
              <a:avLst/>
              <a:gdLst>
                <a:gd name="connsiteX0" fmla="*/ 46824 w 1276350"/>
                <a:gd name="connsiteY0" fmla="*/ 0 h 349251"/>
                <a:gd name="connsiteX1" fmla="*/ 114300 w 1276350"/>
                <a:gd name="connsiteY1" fmla="*/ 0 h 349251"/>
                <a:gd name="connsiteX2" fmla="*/ 114300 w 1276350"/>
                <a:gd name="connsiteY2" fmla="*/ 135791 h 349251"/>
                <a:gd name="connsiteX3" fmla="*/ 197586 w 1276350"/>
                <a:gd name="connsiteY3" fmla="*/ 219077 h 349251"/>
                <a:gd name="connsiteX4" fmla="*/ 1069239 w 1276350"/>
                <a:gd name="connsiteY4" fmla="*/ 219077 h 349251"/>
                <a:gd name="connsiteX5" fmla="*/ 1152525 w 1276350"/>
                <a:gd name="connsiteY5" fmla="*/ 135791 h 349251"/>
                <a:gd name="connsiteX6" fmla="*/ 1152525 w 1276350"/>
                <a:gd name="connsiteY6" fmla="*/ 0 h 349251"/>
                <a:gd name="connsiteX7" fmla="*/ 1229526 w 1276350"/>
                <a:gd name="connsiteY7" fmla="*/ 0 h 349251"/>
                <a:gd name="connsiteX8" fmla="*/ 1276350 w 1276350"/>
                <a:gd name="connsiteY8" fmla="*/ 46824 h 349251"/>
                <a:gd name="connsiteX9" fmla="*/ 1276350 w 1276350"/>
                <a:gd name="connsiteY9" fmla="*/ 302427 h 349251"/>
                <a:gd name="connsiteX10" fmla="*/ 1229526 w 1276350"/>
                <a:gd name="connsiteY10" fmla="*/ 349251 h 349251"/>
                <a:gd name="connsiteX11" fmla="*/ 46824 w 1276350"/>
                <a:gd name="connsiteY11" fmla="*/ 349251 h 349251"/>
                <a:gd name="connsiteX12" fmla="*/ 0 w 1276350"/>
                <a:gd name="connsiteY12" fmla="*/ 302427 h 349251"/>
                <a:gd name="connsiteX13" fmla="*/ 0 w 1276350"/>
                <a:gd name="connsiteY13" fmla="*/ 46824 h 349251"/>
                <a:gd name="connsiteX14" fmla="*/ 46824 w 1276350"/>
                <a:gd name="connsiteY14" fmla="*/ 0 h 34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76350" h="349251">
                  <a:moveTo>
                    <a:pt x="46824" y="0"/>
                  </a:moveTo>
                  <a:lnTo>
                    <a:pt x="114300" y="0"/>
                  </a:lnTo>
                  <a:lnTo>
                    <a:pt x="114300" y="135791"/>
                  </a:lnTo>
                  <a:cubicBezTo>
                    <a:pt x="114300" y="181789"/>
                    <a:pt x="151588" y="219077"/>
                    <a:pt x="197586" y="219077"/>
                  </a:cubicBezTo>
                  <a:lnTo>
                    <a:pt x="1069239" y="219077"/>
                  </a:lnTo>
                  <a:cubicBezTo>
                    <a:pt x="1115237" y="219077"/>
                    <a:pt x="1152525" y="181789"/>
                    <a:pt x="1152525" y="135791"/>
                  </a:cubicBezTo>
                  <a:lnTo>
                    <a:pt x="1152525" y="0"/>
                  </a:lnTo>
                  <a:lnTo>
                    <a:pt x="1229526" y="0"/>
                  </a:lnTo>
                  <a:cubicBezTo>
                    <a:pt x="1255386" y="0"/>
                    <a:pt x="1276350" y="20964"/>
                    <a:pt x="1276350" y="46824"/>
                  </a:cubicBezTo>
                  <a:lnTo>
                    <a:pt x="1276350" y="302427"/>
                  </a:lnTo>
                  <a:cubicBezTo>
                    <a:pt x="1276350" y="328287"/>
                    <a:pt x="1255386" y="349251"/>
                    <a:pt x="1229526" y="349251"/>
                  </a:cubicBezTo>
                  <a:lnTo>
                    <a:pt x="46824" y="349251"/>
                  </a:lnTo>
                  <a:cubicBezTo>
                    <a:pt x="20964" y="349251"/>
                    <a:pt x="0" y="328287"/>
                    <a:pt x="0" y="302427"/>
                  </a:cubicBezTo>
                  <a:lnTo>
                    <a:pt x="0" y="46824"/>
                  </a:lnTo>
                  <a:cubicBezTo>
                    <a:pt x="0" y="20964"/>
                    <a:pt x="20964" y="0"/>
                    <a:pt x="4682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400AAEFA-391B-A3EF-7075-B8682525A4A1}"/>
                </a:ext>
              </a:extLst>
            </p:cNvPr>
            <p:cNvSpPr/>
            <p:nvPr/>
          </p:nvSpPr>
          <p:spPr>
            <a:xfrm>
              <a:off x="3000372" y="4279897"/>
              <a:ext cx="3981451" cy="1009650"/>
            </a:xfrm>
            <a:prstGeom prst="roundRect">
              <a:avLst>
                <a:gd name="adj" fmla="val 2483"/>
              </a:avLst>
            </a:prstGeom>
            <a:solidFill>
              <a:srgbClr val="856C8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1D3ADCFD-2885-3CA0-42A2-8818F47DFBA9}"/>
                </a:ext>
              </a:extLst>
            </p:cNvPr>
            <p:cNvSpPr/>
            <p:nvPr/>
          </p:nvSpPr>
          <p:spPr>
            <a:xfrm>
              <a:off x="3136897" y="4400545"/>
              <a:ext cx="3708401" cy="755651"/>
            </a:xfrm>
            <a:prstGeom prst="roundRect">
              <a:avLst>
                <a:gd name="adj" fmla="val 2483"/>
              </a:avLst>
            </a:prstGeom>
            <a:solidFill>
              <a:srgbClr val="A08BA7">
                <a:alpha val="55000"/>
              </a:srgb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B3AAAC9-3E63-7FE7-1E80-54992BF58F5C}"/>
                </a:ext>
              </a:extLst>
            </p:cNvPr>
            <p:cNvSpPr/>
            <p:nvPr/>
          </p:nvSpPr>
          <p:spPr>
            <a:xfrm>
              <a:off x="5422896" y="4629145"/>
              <a:ext cx="285751" cy="28575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538E45F-1EBE-8BF6-046A-3C1BBAB6A796}"/>
                </a:ext>
              </a:extLst>
            </p:cNvPr>
            <p:cNvSpPr/>
            <p:nvPr/>
          </p:nvSpPr>
          <p:spPr>
            <a:xfrm>
              <a:off x="4269240" y="4635494"/>
              <a:ext cx="285751" cy="28575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28611D2-3CF5-58E1-17A3-43FE3E967B56}"/>
                </a:ext>
              </a:extLst>
            </p:cNvPr>
            <p:cNvSpPr/>
            <p:nvPr/>
          </p:nvSpPr>
          <p:spPr>
            <a:xfrm>
              <a:off x="4356096" y="4727570"/>
              <a:ext cx="1276350" cy="336551"/>
            </a:xfrm>
            <a:custGeom>
              <a:avLst/>
              <a:gdLst>
                <a:gd name="connsiteX0" fmla="*/ 46824 w 1276350"/>
                <a:gd name="connsiteY0" fmla="*/ 0 h 349251"/>
                <a:gd name="connsiteX1" fmla="*/ 114300 w 1276350"/>
                <a:gd name="connsiteY1" fmla="*/ 0 h 349251"/>
                <a:gd name="connsiteX2" fmla="*/ 114300 w 1276350"/>
                <a:gd name="connsiteY2" fmla="*/ 135791 h 349251"/>
                <a:gd name="connsiteX3" fmla="*/ 197586 w 1276350"/>
                <a:gd name="connsiteY3" fmla="*/ 219077 h 349251"/>
                <a:gd name="connsiteX4" fmla="*/ 1069239 w 1276350"/>
                <a:gd name="connsiteY4" fmla="*/ 219077 h 349251"/>
                <a:gd name="connsiteX5" fmla="*/ 1152525 w 1276350"/>
                <a:gd name="connsiteY5" fmla="*/ 135791 h 349251"/>
                <a:gd name="connsiteX6" fmla="*/ 1152525 w 1276350"/>
                <a:gd name="connsiteY6" fmla="*/ 0 h 349251"/>
                <a:gd name="connsiteX7" fmla="*/ 1229526 w 1276350"/>
                <a:gd name="connsiteY7" fmla="*/ 0 h 349251"/>
                <a:gd name="connsiteX8" fmla="*/ 1276350 w 1276350"/>
                <a:gd name="connsiteY8" fmla="*/ 46824 h 349251"/>
                <a:gd name="connsiteX9" fmla="*/ 1276350 w 1276350"/>
                <a:gd name="connsiteY9" fmla="*/ 302427 h 349251"/>
                <a:gd name="connsiteX10" fmla="*/ 1229526 w 1276350"/>
                <a:gd name="connsiteY10" fmla="*/ 349251 h 349251"/>
                <a:gd name="connsiteX11" fmla="*/ 46824 w 1276350"/>
                <a:gd name="connsiteY11" fmla="*/ 349251 h 349251"/>
                <a:gd name="connsiteX12" fmla="*/ 0 w 1276350"/>
                <a:gd name="connsiteY12" fmla="*/ 302427 h 349251"/>
                <a:gd name="connsiteX13" fmla="*/ 0 w 1276350"/>
                <a:gd name="connsiteY13" fmla="*/ 46824 h 349251"/>
                <a:gd name="connsiteX14" fmla="*/ 46824 w 1276350"/>
                <a:gd name="connsiteY14" fmla="*/ 0 h 34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76350" h="349251">
                  <a:moveTo>
                    <a:pt x="46824" y="0"/>
                  </a:moveTo>
                  <a:lnTo>
                    <a:pt x="114300" y="0"/>
                  </a:lnTo>
                  <a:lnTo>
                    <a:pt x="114300" y="135791"/>
                  </a:lnTo>
                  <a:cubicBezTo>
                    <a:pt x="114300" y="181789"/>
                    <a:pt x="151588" y="219077"/>
                    <a:pt x="197586" y="219077"/>
                  </a:cubicBezTo>
                  <a:lnTo>
                    <a:pt x="1069239" y="219077"/>
                  </a:lnTo>
                  <a:cubicBezTo>
                    <a:pt x="1115237" y="219077"/>
                    <a:pt x="1152525" y="181789"/>
                    <a:pt x="1152525" y="135791"/>
                  </a:cubicBezTo>
                  <a:lnTo>
                    <a:pt x="1152525" y="0"/>
                  </a:lnTo>
                  <a:lnTo>
                    <a:pt x="1229526" y="0"/>
                  </a:lnTo>
                  <a:cubicBezTo>
                    <a:pt x="1255386" y="0"/>
                    <a:pt x="1276350" y="20964"/>
                    <a:pt x="1276350" y="46824"/>
                  </a:cubicBezTo>
                  <a:lnTo>
                    <a:pt x="1276350" y="302427"/>
                  </a:lnTo>
                  <a:cubicBezTo>
                    <a:pt x="1276350" y="328287"/>
                    <a:pt x="1255386" y="349251"/>
                    <a:pt x="1229526" y="349251"/>
                  </a:cubicBezTo>
                  <a:lnTo>
                    <a:pt x="46824" y="349251"/>
                  </a:lnTo>
                  <a:cubicBezTo>
                    <a:pt x="20964" y="349251"/>
                    <a:pt x="0" y="328287"/>
                    <a:pt x="0" y="302427"/>
                  </a:cubicBezTo>
                  <a:lnTo>
                    <a:pt x="0" y="46824"/>
                  </a:lnTo>
                  <a:cubicBezTo>
                    <a:pt x="0" y="20964"/>
                    <a:pt x="20964" y="0"/>
                    <a:pt x="4682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1C73B2CE-4B10-D53A-5830-CE425DC4A4FD}"/>
                </a:ext>
              </a:extLst>
            </p:cNvPr>
            <p:cNvSpPr/>
            <p:nvPr/>
          </p:nvSpPr>
          <p:spPr>
            <a:xfrm>
              <a:off x="3000371" y="5414768"/>
              <a:ext cx="3981451" cy="1009650"/>
            </a:xfrm>
            <a:prstGeom prst="roundRect">
              <a:avLst>
                <a:gd name="adj" fmla="val 2483"/>
              </a:avLst>
            </a:prstGeom>
            <a:solidFill>
              <a:srgbClr val="856C8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EA354A95-0437-010E-C3E6-D2F7C3696A81}"/>
                </a:ext>
              </a:extLst>
            </p:cNvPr>
            <p:cNvSpPr/>
            <p:nvPr/>
          </p:nvSpPr>
          <p:spPr>
            <a:xfrm>
              <a:off x="3136896" y="5535416"/>
              <a:ext cx="3708401" cy="755651"/>
            </a:xfrm>
            <a:prstGeom prst="roundRect">
              <a:avLst>
                <a:gd name="adj" fmla="val 2483"/>
              </a:avLst>
            </a:prstGeom>
            <a:solidFill>
              <a:srgbClr val="A08BA7">
                <a:alpha val="55000"/>
              </a:srgb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EF9C9EBA-8F43-CFBD-EA51-8E5B0233944F}"/>
                </a:ext>
              </a:extLst>
            </p:cNvPr>
            <p:cNvSpPr/>
            <p:nvPr/>
          </p:nvSpPr>
          <p:spPr>
            <a:xfrm>
              <a:off x="5422895" y="5764016"/>
              <a:ext cx="285751" cy="285751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AF5AA17B-CCE0-F4B8-5755-1A4FAB7A15CD}"/>
                </a:ext>
              </a:extLst>
            </p:cNvPr>
            <p:cNvSpPr/>
            <p:nvPr/>
          </p:nvSpPr>
          <p:spPr>
            <a:xfrm>
              <a:off x="4269239" y="5770365"/>
              <a:ext cx="285751" cy="28575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1ED05AE-43D1-911A-46F8-A04C5292CA26}"/>
                </a:ext>
              </a:extLst>
            </p:cNvPr>
            <p:cNvSpPr/>
            <p:nvPr/>
          </p:nvSpPr>
          <p:spPr>
            <a:xfrm>
              <a:off x="4356095" y="5862441"/>
              <a:ext cx="1276350" cy="336551"/>
            </a:xfrm>
            <a:custGeom>
              <a:avLst/>
              <a:gdLst>
                <a:gd name="connsiteX0" fmla="*/ 46824 w 1276350"/>
                <a:gd name="connsiteY0" fmla="*/ 0 h 349251"/>
                <a:gd name="connsiteX1" fmla="*/ 114300 w 1276350"/>
                <a:gd name="connsiteY1" fmla="*/ 0 h 349251"/>
                <a:gd name="connsiteX2" fmla="*/ 114300 w 1276350"/>
                <a:gd name="connsiteY2" fmla="*/ 135791 h 349251"/>
                <a:gd name="connsiteX3" fmla="*/ 197586 w 1276350"/>
                <a:gd name="connsiteY3" fmla="*/ 219077 h 349251"/>
                <a:gd name="connsiteX4" fmla="*/ 1069239 w 1276350"/>
                <a:gd name="connsiteY4" fmla="*/ 219077 h 349251"/>
                <a:gd name="connsiteX5" fmla="*/ 1152525 w 1276350"/>
                <a:gd name="connsiteY5" fmla="*/ 135791 h 349251"/>
                <a:gd name="connsiteX6" fmla="*/ 1152525 w 1276350"/>
                <a:gd name="connsiteY6" fmla="*/ 0 h 349251"/>
                <a:gd name="connsiteX7" fmla="*/ 1229526 w 1276350"/>
                <a:gd name="connsiteY7" fmla="*/ 0 h 349251"/>
                <a:gd name="connsiteX8" fmla="*/ 1276350 w 1276350"/>
                <a:gd name="connsiteY8" fmla="*/ 46824 h 349251"/>
                <a:gd name="connsiteX9" fmla="*/ 1276350 w 1276350"/>
                <a:gd name="connsiteY9" fmla="*/ 302427 h 349251"/>
                <a:gd name="connsiteX10" fmla="*/ 1229526 w 1276350"/>
                <a:gd name="connsiteY10" fmla="*/ 349251 h 349251"/>
                <a:gd name="connsiteX11" fmla="*/ 46824 w 1276350"/>
                <a:gd name="connsiteY11" fmla="*/ 349251 h 349251"/>
                <a:gd name="connsiteX12" fmla="*/ 0 w 1276350"/>
                <a:gd name="connsiteY12" fmla="*/ 302427 h 349251"/>
                <a:gd name="connsiteX13" fmla="*/ 0 w 1276350"/>
                <a:gd name="connsiteY13" fmla="*/ 46824 h 349251"/>
                <a:gd name="connsiteX14" fmla="*/ 46824 w 1276350"/>
                <a:gd name="connsiteY14" fmla="*/ 0 h 34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76350" h="349251">
                  <a:moveTo>
                    <a:pt x="46824" y="0"/>
                  </a:moveTo>
                  <a:lnTo>
                    <a:pt x="114300" y="0"/>
                  </a:lnTo>
                  <a:lnTo>
                    <a:pt x="114300" y="135791"/>
                  </a:lnTo>
                  <a:cubicBezTo>
                    <a:pt x="114300" y="181789"/>
                    <a:pt x="151588" y="219077"/>
                    <a:pt x="197586" y="219077"/>
                  </a:cubicBezTo>
                  <a:lnTo>
                    <a:pt x="1069239" y="219077"/>
                  </a:lnTo>
                  <a:cubicBezTo>
                    <a:pt x="1115237" y="219077"/>
                    <a:pt x="1152525" y="181789"/>
                    <a:pt x="1152525" y="135791"/>
                  </a:cubicBezTo>
                  <a:lnTo>
                    <a:pt x="1152525" y="0"/>
                  </a:lnTo>
                  <a:lnTo>
                    <a:pt x="1229526" y="0"/>
                  </a:lnTo>
                  <a:cubicBezTo>
                    <a:pt x="1255386" y="0"/>
                    <a:pt x="1276350" y="20964"/>
                    <a:pt x="1276350" y="46824"/>
                  </a:cubicBezTo>
                  <a:lnTo>
                    <a:pt x="1276350" y="302427"/>
                  </a:lnTo>
                  <a:cubicBezTo>
                    <a:pt x="1276350" y="328287"/>
                    <a:pt x="1255386" y="349251"/>
                    <a:pt x="1229526" y="349251"/>
                  </a:cubicBezTo>
                  <a:lnTo>
                    <a:pt x="46824" y="349251"/>
                  </a:lnTo>
                  <a:cubicBezTo>
                    <a:pt x="20964" y="349251"/>
                    <a:pt x="0" y="328287"/>
                    <a:pt x="0" y="302427"/>
                  </a:cubicBezTo>
                  <a:lnTo>
                    <a:pt x="0" y="46824"/>
                  </a:lnTo>
                  <a:cubicBezTo>
                    <a:pt x="0" y="20964"/>
                    <a:pt x="20964" y="0"/>
                    <a:pt x="4682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CDD44AA-A272-1839-C3F5-B3A981D06CA0}"/>
              </a:ext>
            </a:extLst>
          </p:cNvPr>
          <p:cNvGrpSpPr/>
          <p:nvPr/>
        </p:nvGrpSpPr>
        <p:grpSpPr>
          <a:xfrm>
            <a:off x="5287503" y="284780"/>
            <a:ext cx="4405232" cy="7009591"/>
            <a:chOff x="2805193" y="449451"/>
            <a:chExt cx="4405232" cy="7009591"/>
          </a:xfrm>
        </p:grpSpPr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FA415FB9-7F97-0C9A-E62A-F2F8A00C218A}"/>
                </a:ext>
              </a:extLst>
            </p:cNvPr>
            <p:cNvSpPr/>
            <p:nvPr/>
          </p:nvSpPr>
          <p:spPr>
            <a:xfrm>
              <a:off x="3000371" y="6845300"/>
              <a:ext cx="619129" cy="60938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CFE9D16A-7955-FFEE-E8C5-8A15BB9E3B2C}"/>
                </a:ext>
              </a:extLst>
            </p:cNvPr>
            <p:cNvSpPr/>
            <p:nvPr/>
          </p:nvSpPr>
          <p:spPr>
            <a:xfrm>
              <a:off x="6438902" y="6849657"/>
              <a:ext cx="619129" cy="60938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6C2B39D4-89D1-4129-026F-13AA5C71ED34}"/>
                </a:ext>
              </a:extLst>
            </p:cNvPr>
            <p:cNvSpPr/>
            <p:nvPr/>
          </p:nvSpPr>
          <p:spPr>
            <a:xfrm>
              <a:off x="2805193" y="449451"/>
              <a:ext cx="4405232" cy="6586780"/>
            </a:xfrm>
            <a:prstGeom prst="roundRect">
              <a:avLst>
                <a:gd name="adj" fmla="val 2483"/>
              </a:avLst>
            </a:prstGeom>
            <a:solidFill>
              <a:schemeClr val="bg2">
                <a:lumMod val="9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02D2DAFC-B8AF-23D6-5E35-1279D1045A92}"/>
                </a:ext>
              </a:extLst>
            </p:cNvPr>
            <p:cNvSpPr/>
            <p:nvPr/>
          </p:nvSpPr>
          <p:spPr>
            <a:xfrm>
              <a:off x="3000375" y="666751"/>
              <a:ext cx="3981451" cy="1009650"/>
            </a:xfrm>
            <a:prstGeom prst="roundRect">
              <a:avLst>
                <a:gd name="adj" fmla="val 2483"/>
              </a:avLst>
            </a:prstGeom>
            <a:solidFill>
              <a:srgbClr val="856C8E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6E016E6D-2912-3E7C-9DE1-8D889F2E56E4}"/>
                </a:ext>
              </a:extLst>
            </p:cNvPr>
            <p:cNvSpPr/>
            <p:nvPr/>
          </p:nvSpPr>
          <p:spPr>
            <a:xfrm>
              <a:off x="3136900" y="787399"/>
              <a:ext cx="3708401" cy="755651"/>
            </a:xfrm>
            <a:prstGeom prst="roundRect">
              <a:avLst>
                <a:gd name="adj" fmla="val 2483"/>
              </a:avLst>
            </a:prstGeom>
            <a:solidFill>
              <a:srgbClr val="A08BA7">
                <a:alpha val="55000"/>
              </a:srgbClr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5544887C-430D-1F08-3063-EE1EC588AE81}"/>
                </a:ext>
              </a:extLst>
            </p:cNvPr>
            <p:cNvSpPr/>
            <p:nvPr/>
          </p:nvSpPr>
          <p:spPr>
            <a:xfrm>
              <a:off x="5422899" y="1015999"/>
              <a:ext cx="285751" cy="2857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52B5EEED-EE5F-BC8C-0D43-72277762CA61}"/>
                </a:ext>
              </a:extLst>
            </p:cNvPr>
            <p:cNvSpPr/>
            <p:nvPr/>
          </p:nvSpPr>
          <p:spPr>
            <a:xfrm>
              <a:off x="4269243" y="1022348"/>
              <a:ext cx="285751" cy="2857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EAAB292-C90B-0B87-D516-D46F0F13E33A}"/>
                </a:ext>
              </a:extLst>
            </p:cNvPr>
            <p:cNvSpPr/>
            <p:nvPr/>
          </p:nvSpPr>
          <p:spPr>
            <a:xfrm>
              <a:off x="4356099" y="1114424"/>
              <a:ext cx="1276350" cy="336551"/>
            </a:xfrm>
            <a:custGeom>
              <a:avLst/>
              <a:gdLst>
                <a:gd name="connsiteX0" fmla="*/ 46824 w 1276350"/>
                <a:gd name="connsiteY0" fmla="*/ 0 h 349251"/>
                <a:gd name="connsiteX1" fmla="*/ 114300 w 1276350"/>
                <a:gd name="connsiteY1" fmla="*/ 0 h 349251"/>
                <a:gd name="connsiteX2" fmla="*/ 114300 w 1276350"/>
                <a:gd name="connsiteY2" fmla="*/ 135791 h 349251"/>
                <a:gd name="connsiteX3" fmla="*/ 197586 w 1276350"/>
                <a:gd name="connsiteY3" fmla="*/ 219077 h 349251"/>
                <a:gd name="connsiteX4" fmla="*/ 1069239 w 1276350"/>
                <a:gd name="connsiteY4" fmla="*/ 219077 h 349251"/>
                <a:gd name="connsiteX5" fmla="*/ 1152525 w 1276350"/>
                <a:gd name="connsiteY5" fmla="*/ 135791 h 349251"/>
                <a:gd name="connsiteX6" fmla="*/ 1152525 w 1276350"/>
                <a:gd name="connsiteY6" fmla="*/ 0 h 349251"/>
                <a:gd name="connsiteX7" fmla="*/ 1229526 w 1276350"/>
                <a:gd name="connsiteY7" fmla="*/ 0 h 349251"/>
                <a:gd name="connsiteX8" fmla="*/ 1276350 w 1276350"/>
                <a:gd name="connsiteY8" fmla="*/ 46824 h 349251"/>
                <a:gd name="connsiteX9" fmla="*/ 1276350 w 1276350"/>
                <a:gd name="connsiteY9" fmla="*/ 302427 h 349251"/>
                <a:gd name="connsiteX10" fmla="*/ 1229526 w 1276350"/>
                <a:gd name="connsiteY10" fmla="*/ 349251 h 349251"/>
                <a:gd name="connsiteX11" fmla="*/ 46824 w 1276350"/>
                <a:gd name="connsiteY11" fmla="*/ 349251 h 349251"/>
                <a:gd name="connsiteX12" fmla="*/ 0 w 1276350"/>
                <a:gd name="connsiteY12" fmla="*/ 302427 h 349251"/>
                <a:gd name="connsiteX13" fmla="*/ 0 w 1276350"/>
                <a:gd name="connsiteY13" fmla="*/ 46824 h 349251"/>
                <a:gd name="connsiteX14" fmla="*/ 46824 w 1276350"/>
                <a:gd name="connsiteY14" fmla="*/ 0 h 34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76350" h="349251">
                  <a:moveTo>
                    <a:pt x="46824" y="0"/>
                  </a:moveTo>
                  <a:lnTo>
                    <a:pt x="114300" y="0"/>
                  </a:lnTo>
                  <a:lnTo>
                    <a:pt x="114300" y="135791"/>
                  </a:lnTo>
                  <a:cubicBezTo>
                    <a:pt x="114300" y="181789"/>
                    <a:pt x="151588" y="219077"/>
                    <a:pt x="197586" y="219077"/>
                  </a:cubicBezTo>
                  <a:lnTo>
                    <a:pt x="1069239" y="219077"/>
                  </a:lnTo>
                  <a:cubicBezTo>
                    <a:pt x="1115237" y="219077"/>
                    <a:pt x="1152525" y="181789"/>
                    <a:pt x="1152525" y="135791"/>
                  </a:cubicBezTo>
                  <a:lnTo>
                    <a:pt x="1152525" y="0"/>
                  </a:lnTo>
                  <a:lnTo>
                    <a:pt x="1229526" y="0"/>
                  </a:lnTo>
                  <a:cubicBezTo>
                    <a:pt x="1255386" y="0"/>
                    <a:pt x="1276350" y="20964"/>
                    <a:pt x="1276350" y="46824"/>
                  </a:cubicBezTo>
                  <a:lnTo>
                    <a:pt x="1276350" y="302427"/>
                  </a:lnTo>
                  <a:cubicBezTo>
                    <a:pt x="1276350" y="328287"/>
                    <a:pt x="1255386" y="349251"/>
                    <a:pt x="1229526" y="349251"/>
                  </a:cubicBezTo>
                  <a:lnTo>
                    <a:pt x="46824" y="349251"/>
                  </a:lnTo>
                  <a:cubicBezTo>
                    <a:pt x="20964" y="349251"/>
                    <a:pt x="0" y="328287"/>
                    <a:pt x="0" y="302427"/>
                  </a:cubicBezTo>
                  <a:lnTo>
                    <a:pt x="0" y="46824"/>
                  </a:lnTo>
                  <a:cubicBezTo>
                    <a:pt x="0" y="20964"/>
                    <a:pt x="20964" y="0"/>
                    <a:pt x="4682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04EB5699-089B-AD3C-99BF-D6D326554616}"/>
                </a:ext>
              </a:extLst>
            </p:cNvPr>
            <p:cNvSpPr/>
            <p:nvPr/>
          </p:nvSpPr>
          <p:spPr>
            <a:xfrm>
              <a:off x="3000374" y="1870075"/>
              <a:ext cx="3981451" cy="1009650"/>
            </a:xfrm>
            <a:prstGeom prst="roundRect">
              <a:avLst>
                <a:gd name="adj" fmla="val 2483"/>
              </a:avLst>
            </a:prstGeom>
            <a:solidFill>
              <a:srgbClr val="856C8E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CC73334E-70F3-5B20-B0C2-00B9585C88A3}"/>
                </a:ext>
              </a:extLst>
            </p:cNvPr>
            <p:cNvSpPr/>
            <p:nvPr/>
          </p:nvSpPr>
          <p:spPr>
            <a:xfrm>
              <a:off x="3136899" y="1990723"/>
              <a:ext cx="3708401" cy="755651"/>
            </a:xfrm>
            <a:prstGeom prst="roundRect">
              <a:avLst>
                <a:gd name="adj" fmla="val 2483"/>
              </a:avLst>
            </a:prstGeom>
            <a:solidFill>
              <a:srgbClr val="A08BA7">
                <a:alpha val="55000"/>
              </a:srgbClr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FD073D8C-1EB3-B2C8-EBF2-3A95F24BC684}"/>
                </a:ext>
              </a:extLst>
            </p:cNvPr>
            <p:cNvSpPr/>
            <p:nvPr/>
          </p:nvSpPr>
          <p:spPr>
            <a:xfrm>
              <a:off x="5422898" y="2219323"/>
              <a:ext cx="285751" cy="2857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7EFB75B5-BD07-53DF-40CE-CD79C91CDBDC}"/>
                </a:ext>
              </a:extLst>
            </p:cNvPr>
            <p:cNvSpPr/>
            <p:nvPr/>
          </p:nvSpPr>
          <p:spPr>
            <a:xfrm>
              <a:off x="4269242" y="2225672"/>
              <a:ext cx="285751" cy="2857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7914F9C0-D918-F5D1-DCC7-4456BD91CF30}"/>
                </a:ext>
              </a:extLst>
            </p:cNvPr>
            <p:cNvSpPr/>
            <p:nvPr/>
          </p:nvSpPr>
          <p:spPr>
            <a:xfrm>
              <a:off x="4356098" y="2317748"/>
              <a:ext cx="1276350" cy="336551"/>
            </a:xfrm>
            <a:custGeom>
              <a:avLst/>
              <a:gdLst>
                <a:gd name="connsiteX0" fmla="*/ 46824 w 1276350"/>
                <a:gd name="connsiteY0" fmla="*/ 0 h 349251"/>
                <a:gd name="connsiteX1" fmla="*/ 114300 w 1276350"/>
                <a:gd name="connsiteY1" fmla="*/ 0 h 349251"/>
                <a:gd name="connsiteX2" fmla="*/ 114300 w 1276350"/>
                <a:gd name="connsiteY2" fmla="*/ 135791 h 349251"/>
                <a:gd name="connsiteX3" fmla="*/ 197586 w 1276350"/>
                <a:gd name="connsiteY3" fmla="*/ 219077 h 349251"/>
                <a:gd name="connsiteX4" fmla="*/ 1069239 w 1276350"/>
                <a:gd name="connsiteY4" fmla="*/ 219077 h 349251"/>
                <a:gd name="connsiteX5" fmla="*/ 1152525 w 1276350"/>
                <a:gd name="connsiteY5" fmla="*/ 135791 h 349251"/>
                <a:gd name="connsiteX6" fmla="*/ 1152525 w 1276350"/>
                <a:gd name="connsiteY6" fmla="*/ 0 h 349251"/>
                <a:gd name="connsiteX7" fmla="*/ 1229526 w 1276350"/>
                <a:gd name="connsiteY7" fmla="*/ 0 h 349251"/>
                <a:gd name="connsiteX8" fmla="*/ 1276350 w 1276350"/>
                <a:gd name="connsiteY8" fmla="*/ 46824 h 349251"/>
                <a:gd name="connsiteX9" fmla="*/ 1276350 w 1276350"/>
                <a:gd name="connsiteY9" fmla="*/ 302427 h 349251"/>
                <a:gd name="connsiteX10" fmla="*/ 1229526 w 1276350"/>
                <a:gd name="connsiteY10" fmla="*/ 349251 h 349251"/>
                <a:gd name="connsiteX11" fmla="*/ 46824 w 1276350"/>
                <a:gd name="connsiteY11" fmla="*/ 349251 h 349251"/>
                <a:gd name="connsiteX12" fmla="*/ 0 w 1276350"/>
                <a:gd name="connsiteY12" fmla="*/ 302427 h 349251"/>
                <a:gd name="connsiteX13" fmla="*/ 0 w 1276350"/>
                <a:gd name="connsiteY13" fmla="*/ 46824 h 349251"/>
                <a:gd name="connsiteX14" fmla="*/ 46824 w 1276350"/>
                <a:gd name="connsiteY14" fmla="*/ 0 h 34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76350" h="349251">
                  <a:moveTo>
                    <a:pt x="46824" y="0"/>
                  </a:moveTo>
                  <a:lnTo>
                    <a:pt x="114300" y="0"/>
                  </a:lnTo>
                  <a:lnTo>
                    <a:pt x="114300" y="135791"/>
                  </a:lnTo>
                  <a:cubicBezTo>
                    <a:pt x="114300" y="181789"/>
                    <a:pt x="151588" y="219077"/>
                    <a:pt x="197586" y="219077"/>
                  </a:cubicBezTo>
                  <a:lnTo>
                    <a:pt x="1069239" y="219077"/>
                  </a:lnTo>
                  <a:cubicBezTo>
                    <a:pt x="1115237" y="219077"/>
                    <a:pt x="1152525" y="181789"/>
                    <a:pt x="1152525" y="135791"/>
                  </a:cubicBezTo>
                  <a:lnTo>
                    <a:pt x="1152525" y="0"/>
                  </a:lnTo>
                  <a:lnTo>
                    <a:pt x="1229526" y="0"/>
                  </a:lnTo>
                  <a:cubicBezTo>
                    <a:pt x="1255386" y="0"/>
                    <a:pt x="1276350" y="20964"/>
                    <a:pt x="1276350" y="46824"/>
                  </a:cubicBezTo>
                  <a:lnTo>
                    <a:pt x="1276350" y="302427"/>
                  </a:lnTo>
                  <a:cubicBezTo>
                    <a:pt x="1276350" y="328287"/>
                    <a:pt x="1255386" y="349251"/>
                    <a:pt x="1229526" y="349251"/>
                  </a:cubicBezTo>
                  <a:lnTo>
                    <a:pt x="46824" y="349251"/>
                  </a:lnTo>
                  <a:cubicBezTo>
                    <a:pt x="20964" y="349251"/>
                    <a:pt x="0" y="328287"/>
                    <a:pt x="0" y="302427"/>
                  </a:cubicBezTo>
                  <a:lnTo>
                    <a:pt x="0" y="46824"/>
                  </a:lnTo>
                  <a:cubicBezTo>
                    <a:pt x="0" y="20964"/>
                    <a:pt x="20964" y="0"/>
                    <a:pt x="4682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4987CABF-1A7E-A17F-1009-1C71F954D696}"/>
                </a:ext>
              </a:extLst>
            </p:cNvPr>
            <p:cNvSpPr/>
            <p:nvPr/>
          </p:nvSpPr>
          <p:spPr>
            <a:xfrm>
              <a:off x="3000373" y="3073399"/>
              <a:ext cx="3981451" cy="1009650"/>
            </a:xfrm>
            <a:prstGeom prst="roundRect">
              <a:avLst>
                <a:gd name="adj" fmla="val 2483"/>
              </a:avLst>
            </a:prstGeom>
            <a:solidFill>
              <a:srgbClr val="856C8E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36A731CE-97A2-C4C3-6974-66C027DA7E6D}"/>
                </a:ext>
              </a:extLst>
            </p:cNvPr>
            <p:cNvSpPr/>
            <p:nvPr/>
          </p:nvSpPr>
          <p:spPr>
            <a:xfrm>
              <a:off x="3136898" y="3194047"/>
              <a:ext cx="3708401" cy="755651"/>
            </a:xfrm>
            <a:prstGeom prst="roundRect">
              <a:avLst>
                <a:gd name="adj" fmla="val 2483"/>
              </a:avLst>
            </a:prstGeom>
            <a:solidFill>
              <a:srgbClr val="A08BA7">
                <a:alpha val="55000"/>
              </a:srgbClr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02F0A25B-77EE-611C-036D-F25BB83AE0BD}"/>
                </a:ext>
              </a:extLst>
            </p:cNvPr>
            <p:cNvSpPr/>
            <p:nvPr/>
          </p:nvSpPr>
          <p:spPr>
            <a:xfrm>
              <a:off x="5422897" y="3422647"/>
              <a:ext cx="285751" cy="2857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292739A3-362A-26DD-73C1-7057FB60F1D9}"/>
                </a:ext>
              </a:extLst>
            </p:cNvPr>
            <p:cNvSpPr/>
            <p:nvPr/>
          </p:nvSpPr>
          <p:spPr>
            <a:xfrm>
              <a:off x="4269241" y="3428996"/>
              <a:ext cx="285751" cy="2857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98682C24-A9A9-1253-AD50-BB396CA2857C}"/>
                </a:ext>
              </a:extLst>
            </p:cNvPr>
            <p:cNvSpPr/>
            <p:nvPr/>
          </p:nvSpPr>
          <p:spPr>
            <a:xfrm>
              <a:off x="4356097" y="3521072"/>
              <a:ext cx="1276350" cy="336551"/>
            </a:xfrm>
            <a:custGeom>
              <a:avLst/>
              <a:gdLst>
                <a:gd name="connsiteX0" fmla="*/ 46824 w 1276350"/>
                <a:gd name="connsiteY0" fmla="*/ 0 h 349251"/>
                <a:gd name="connsiteX1" fmla="*/ 114300 w 1276350"/>
                <a:gd name="connsiteY1" fmla="*/ 0 h 349251"/>
                <a:gd name="connsiteX2" fmla="*/ 114300 w 1276350"/>
                <a:gd name="connsiteY2" fmla="*/ 135791 h 349251"/>
                <a:gd name="connsiteX3" fmla="*/ 197586 w 1276350"/>
                <a:gd name="connsiteY3" fmla="*/ 219077 h 349251"/>
                <a:gd name="connsiteX4" fmla="*/ 1069239 w 1276350"/>
                <a:gd name="connsiteY4" fmla="*/ 219077 h 349251"/>
                <a:gd name="connsiteX5" fmla="*/ 1152525 w 1276350"/>
                <a:gd name="connsiteY5" fmla="*/ 135791 h 349251"/>
                <a:gd name="connsiteX6" fmla="*/ 1152525 w 1276350"/>
                <a:gd name="connsiteY6" fmla="*/ 0 h 349251"/>
                <a:gd name="connsiteX7" fmla="*/ 1229526 w 1276350"/>
                <a:gd name="connsiteY7" fmla="*/ 0 h 349251"/>
                <a:gd name="connsiteX8" fmla="*/ 1276350 w 1276350"/>
                <a:gd name="connsiteY8" fmla="*/ 46824 h 349251"/>
                <a:gd name="connsiteX9" fmla="*/ 1276350 w 1276350"/>
                <a:gd name="connsiteY9" fmla="*/ 302427 h 349251"/>
                <a:gd name="connsiteX10" fmla="*/ 1229526 w 1276350"/>
                <a:gd name="connsiteY10" fmla="*/ 349251 h 349251"/>
                <a:gd name="connsiteX11" fmla="*/ 46824 w 1276350"/>
                <a:gd name="connsiteY11" fmla="*/ 349251 h 349251"/>
                <a:gd name="connsiteX12" fmla="*/ 0 w 1276350"/>
                <a:gd name="connsiteY12" fmla="*/ 302427 h 349251"/>
                <a:gd name="connsiteX13" fmla="*/ 0 w 1276350"/>
                <a:gd name="connsiteY13" fmla="*/ 46824 h 349251"/>
                <a:gd name="connsiteX14" fmla="*/ 46824 w 1276350"/>
                <a:gd name="connsiteY14" fmla="*/ 0 h 34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76350" h="349251">
                  <a:moveTo>
                    <a:pt x="46824" y="0"/>
                  </a:moveTo>
                  <a:lnTo>
                    <a:pt x="114300" y="0"/>
                  </a:lnTo>
                  <a:lnTo>
                    <a:pt x="114300" y="135791"/>
                  </a:lnTo>
                  <a:cubicBezTo>
                    <a:pt x="114300" y="181789"/>
                    <a:pt x="151588" y="219077"/>
                    <a:pt x="197586" y="219077"/>
                  </a:cubicBezTo>
                  <a:lnTo>
                    <a:pt x="1069239" y="219077"/>
                  </a:lnTo>
                  <a:cubicBezTo>
                    <a:pt x="1115237" y="219077"/>
                    <a:pt x="1152525" y="181789"/>
                    <a:pt x="1152525" y="135791"/>
                  </a:cubicBezTo>
                  <a:lnTo>
                    <a:pt x="1152525" y="0"/>
                  </a:lnTo>
                  <a:lnTo>
                    <a:pt x="1229526" y="0"/>
                  </a:lnTo>
                  <a:cubicBezTo>
                    <a:pt x="1255386" y="0"/>
                    <a:pt x="1276350" y="20964"/>
                    <a:pt x="1276350" y="46824"/>
                  </a:cubicBezTo>
                  <a:lnTo>
                    <a:pt x="1276350" y="302427"/>
                  </a:lnTo>
                  <a:cubicBezTo>
                    <a:pt x="1276350" y="328287"/>
                    <a:pt x="1255386" y="349251"/>
                    <a:pt x="1229526" y="349251"/>
                  </a:cubicBezTo>
                  <a:lnTo>
                    <a:pt x="46824" y="349251"/>
                  </a:lnTo>
                  <a:cubicBezTo>
                    <a:pt x="20964" y="349251"/>
                    <a:pt x="0" y="328287"/>
                    <a:pt x="0" y="302427"/>
                  </a:cubicBezTo>
                  <a:lnTo>
                    <a:pt x="0" y="46824"/>
                  </a:lnTo>
                  <a:cubicBezTo>
                    <a:pt x="0" y="20964"/>
                    <a:pt x="20964" y="0"/>
                    <a:pt x="4682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523C3C61-873A-1497-5843-19CE1829BD45}"/>
                </a:ext>
              </a:extLst>
            </p:cNvPr>
            <p:cNvSpPr/>
            <p:nvPr/>
          </p:nvSpPr>
          <p:spPr>
            <a:xfrm>
              <a:off x="3000372" y="4279897"/>
              <a:ext cx="3981451" cy="1009650"/>
            </a:xfrm>
            <a:prstGeom prst="roundRect">
              <a:avLst>
                <a:gd name="adj" fmla="val 2483"/>
              </a:avLst>
            </a:prstGeom>
            <a:solidFill>
              <a:srgbClr val="856C8E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8C02EFD1-D93F-2B5A-8B8A-F565CB931516}"/>
                </a:ext>
              </a:extLst>
            </p:cNvPr>
            <p:cNvSpPr/>
            <p:nvPr/>
          </p:nvSpPr>
          <p:spPr>
            <a:xfrm>
              <a:off x="3136897" y="4400545"/>
              <a:ext cx="3708401" cy="755651"/>
            </a:xfrm>
            <a:prstGeom prst="roundRect">
              <a:avLst>
                <a:gd name="adj" fmla="val 2483"/>
              </a:avLst>
            </a:prstGeom>
            <a:solidFill>
              <a:srgbClr val="A08BA7">
                <a:alpha val="55000"/>
              </a:srgbClr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5D9ED3F0-A05A-D1B1-819B-12EC237E02A5}"/>
                </a:ext>
              </a:extLst>
            </p:cNvPr>
            <p:cNvSpPr/>
            <p:nvPr/>
          </p:nvSpPr>
          <p:spPr>
            <a:xfrm>
              <a:off x="5422896" y="4629145"/>
              <a:ext cx="285751" cy="2857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2A8673EA-9B60-2111-4C42-0292081E3C8C}"/>
                </a:ext>
              </a:extLst>
            </p:cNvPr>
            <p:cNvSpPr/>
            <p:nvPr/>
          </p:nvSpPr>
          <p:spPr>
            <a:xfrm>
              <a:off x="4269240" y="4635494"/>
              <a:ext cx="285751" cy="2857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0A8DA31E-0FC0-B6F5-4BFA-B394D4B9280A}"/>
                </a:ext>
              </a:extLst>
            </p:cNvPr>
            <p:cNvSpPr/>
            <p:nvPr/>
          </p:nvSpPr>
          <p:spPr>
            <a:xfrm>
              <a:off x="4356096" y="4727570"/>
              <a:ext cx="1276350" cy="336551"/>
            </a:xfrm>
            <a:custGeom>
              <a:avLst/>
              <a:gdLst>
                <a:gd name="connsiteX0" fmla="*/ 46824 w 1276350"/>
                <a:gd name="connsiteY0" fmla="*/ 0 h 349251"/>
                <a:gd name="connsiteX1" fmla="*/ 114300 w 1276350"/>
                <a:gd name="connsiteY1" fmla="*/ 0 h 349251"/>
                <a:gd name="connsiteX2" fmla="*/ 114300 w 1276350"/>
                <a:gd name="connsiteY2" fmla="*/ 135791 h 349251"/>
                <a:gd name="connsiteX3" fmla="*/ 197586 w 1276350"/>
                <a:gd name="connsiteY3" fmla="*/ 219077 h 349251"/>
                <a:gd name="connsiteX4" fmla="*/ 1069239 w 1276350"/>
                <a:gd name="connsiteY4" fmla="*/ 219077 h 349251"/>
                <a:gd name="connsiteX5" fmla="*/ 1152525 w 1276350"/>
                <a:gd name="connsiteY5" fmla="*/ 135791 h 349251"/>
                <a:gd name="connsiteX6" fmla="*/ 1152525 w 1276350"/>
                <a:gd name="connsiteY6" fmla="*/ 0 h 349251"/>
                <a:gd name="connsiteX7" fmla="*/ 1229526 w 1276350"/>
                <a:gd name="connsiteY7" fmla="*/ 0 h 349251"/>
                <a:gd name="connsiteX8" fmla="*/ 1276350 w 1276350"/>
                <a:gd name="connsiteY8" fmla="*/ 46824 h 349251"/>
                <a:gd name="connsiteX9" fmla="*/ 1276350 w 1276350"/>
                <a:gd name="connsiteY9" fmla="*/ 302427 h 349251"/>
                <a:gd name="connsiteX10" fmla="*/ 1229526 w 1276350"/>
                <a:gd name="connsiteY10" fmla="*/ 349251 h 349251"/>
                <a:gd name="connsiteX11" fmla="*/ 46824 w 1276350"/>
                <a:gd name="connsiteY11" fmla="*/ 349251 h 349251"/>
                <a:gd name="connsiteX12" fmla="*/ 0 w 1276350"/>
                <a:gd name="connsiteY12" fmla="*/ 302427 h 349251"/>
                <a:gd name="connsiteX13" fmla="*/ 0 w 1276350"/>
                <a:gd name="connsiteY13" fmla="*/ 46824 h 349251"/>
                <a:gd name="connsiteX14" fmla="*/ 46824 w 1276350"/>
                <a:gd name="connsiteY14" fmla="*/ 0 h 34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76350" h="349251">
                  <a:moveTo>
                    <a:pt x="46824" y="0"/>
                  </a:moveTo>
                  <a:lnTo>
                    <a:pt x="114300" y="0"/>
                  </a:lnTo>
                  <a:lnTo>
                    <a:pt x="114300" y="135791"/>
                  </a:lnTo>
                  <a:cubicBezTo>
                    <a:pt x="114300" y="181789"/>
                    <a:pt x="151588" y="219077"/>
                    <a:pt x="197586" y="219077"/>
                  </a:cubicBezTo>
                  <a:lnTo>
                    <a:pt x="1069239" y="219077"/>
                  </a:lnTo>
                  <a:cubicBezTo>
                    <a:pt x="1115237" y="219077"/>
                    <a:pt x="1152525" y="181789"/>
                    <a:pt x="1152525" y="135791"/>
                  </a:cubicBezTo>
                  <a:lnTo>
                    <a:pt x="1152525" y="0"/>
                  </a:lnTo>
                  <a:lnTo>
                    <a:pt x="1229526" y="0"/>
                  </a:lnTo>
                  <a:cubicBezTo>
                    <a:pt x="1255386" y="0"/>
                    <a:pt x="1276350" y="20964"/>
                    <a:pt x="1276350" y="46824"/>
                  </a:cubicBezTo>
                  <a:lnTo>
                    <a:pt x="1276350" y="302427"/>
                  </a:lnTo>
                  <a:cubicBezTo>
                    <a:pt x="1276350" y="328287"/>
                    <a:pt x="1255386" y="349251"/>
                    <a:pt x="1229526" y="349251"/>
                  </a:cubicBezTo>
                  <a:lnTo>
                    <a:pt x="46824" y="349251"/>
                  </a:lnTo>
                  <a:cubicBezTo>
                    <a:pt x="20964" y="349251"/>
                    <a:pt x="0" y="328287"/>
                    <a:pt x="0" y="302427"/>
                  </a:cubicBezTo>
                  <a:lnTo>
                    <a:pt x="0" y="46824"/>
                  </a:lnTo>
                  <a:cubicBezTo>
                    <a:pt x="0" y="20964"/>
                    <a:pt x="20964" y="0"/>
                    <a:pt x="4682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1398761A-A08B-A2A6-3CF5-99A61B362CA4}"/>
                </a:ext>
              </a:extLst>
            </p:cNvPr>
            <p:cNvSpPr/>
            <p:nvPr/>
          </p:nvSpPr>
          <p:spPr>
            <a:xfrm>
              <a:off x="3000371" y="5414768"/>
              <a:ext cx="3981451" cy="1009650"/>
            </a:xfrm>
            <a:prstGeom prst="roundRect">
              <a:avLst>
                <a:gd name="adj" fmla="val 2483"/>
              </a:avLst>
            </a:prstGeom>
            <a:solidFill>
              <a:srgbClr val="856C8E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4B7A093B-5E25-263E-1207-027220B3BBCA}"/>
                </a:ext>
              </a:extLst>
            </p:cNvPr>
            <p:cNvSpPr/>
            <p:nvPr/>
          </p:nvSpPr>
          <p:spPr>
            <a:xfrm>
              <a:off x="3136896" y="5535416"/>
              <a:ext cx="3708401" cy="755651"/>
            </a:xfrm>
            <a:prstGeom prst="roundRect">
              <a:avLst>
                <a:gd name="adj" fmla="val 2483"/>
              </a:avLst>
            </a:prstGeom>
            <a:solidFill>
              <a:srgbClr val="A08BA7">
                <a:alpha val="55000"/>
              </a:srgbClr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D2D83020-9D75-AA74-89A0-2CA575024946}"/>
                </a:ext>
              </a:extLst>
            </p:cNvPr>
            <p:cNvSpPr/>
            <p:nvPr/>
          </p:nvSpPr>
          <p:spPr>
            <a:xfrm>
              <a:off x="5422895" y="5764016"/>
              <a:ext cx="285751" cy="2857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EC19850F-6E1D-ABE0-E840-ADE0DFCF0BBB}"/>
                </a:ext>
              </a:extLst>
            </p:cNvPr>
            <p:cNvSpPr/>
            <p:nvPr/>
          </p:nvSpPr>
          <p:spPr>
            <a:xfrm>
              <a:off x="4269239" y="5770365"/>
              <a:ext cx="285751" cy="2857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52BC62B-792A-BAF0-3130-6ABB9E09253D}"/>
                </a:ext>
              </a:extLst>
            </p:cNvPr>
            <p:cNvSpPr/>
            <p:nvPr/>
          </p:nvSpPr>
          <p:spPr>
            <a:xfrm>
              <a:off x="4356095" y="5862441"/>
              <a:ext cx="1276350" cy="336551"/>
            </a:xfrm>
            <a:custGeom>
              <a:avLst/>
              <a:gdLst>
                <a:gd name="connsiteX0" fmla="*/ 46824 w 1276350"/>
                <a:gd name="connsiteY0" fmla="*/ 0 h 349251"/>
                <a:gd name="connsiteX1" fmla="*/ 114300 w 1276350"/>
                <a:gd name="connsiteY1" fmla="*/ 0 h 349251"/>
                <a:gd name="connsiteX2" fmla="*/ 114300 w 1276350"/>
                <a:gd name="connsiteY2" fmla="*/ 135791 h 349251"/>
                <a:gd name="connsiteX3" fmla="*/ 197586 w 1276350"/>
                <a:gd name="connsiteY3" fmla="*/ 219077 h 349251"/>
                <a:gd name="connsiteX4" fmla="*/ 1069239 w 1276350"/>
                <a:gd name="connsiteY4" fmla="*/ 219077 h 349251"/>
                <a:gd name="connsiteX5" fmla="*/ 1152525 w 1276350"/>
                <a:gd name="connsiteY5" fmla="*/ 135791 h 349251"/>
                <a:gd name="connsiteX6" fmla="*/ 1152525 w 1276350"/>
                <a:gd name="connsiteY6" fmla="*/ 0 h 349251"/>
                <a:gd name="connsiteX7" fmla="*/ 1229526 w 1276350"/>
                <a:gd name="connsiteY7" fmla="*/ 0 h 349251"/>
                <a:gd name="connsiteX8" fmla="*/ 1276350 w 1276350"/>
                <a:gd name="connsiteY8" fmla="*/ 46824 h 349251"/>
                <a:gd name="connsiteX9" fmla="*/ 1276350 w 1276350"/>
                <a:gd name="connsiteY9" fmla="*/ 302427 h 349251"/>
                <a:gd name="connsiteX10" fmla="*/ 1229526 w 1276350"/>
                <a:gd name="connsiteY10" fmla="*/ 349251 h 349251"/>
                <a:gd name="connsiteX11" fmla="*/ 46824 w 1276350"/>
                <a:gd name="connsiteY11" fmla="*/ 349251 h 349251"/>
                <a:gd name="connsiteX12" fmla="*/ 0 w 1276350"/>
                <a:gd name="connsiteY12" fmla="*/ 302427 h 349251"/>
                <a:gd name="connsiteX13" fmla="*/ 0 w 1276350"/>
                <a:gd name="connsiteY13" fmla="*/ 46824 h 349251"/>
                <a:gd name="connsiteX14" fmla="*/ 46824 w 1276350"/>
                <a:gd name="connsiteY14" fmla="*/ 0 h 34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76350" h="349251">
                  <a:moveTo>
                    <a:pt x="46824" y="0"/>
                  </a:moveTo>
                  <a:lnTo>
                    <a:pt x="114300" y="0"/>
                  </a:lnTo>
                  <a:lnTo>
                    <a:pt x="114300" y="135791"/>
                  </a:lnTo>
                  <a:cubicBezTo>
                    <a:pt x="114300" y="181789"/>
                    <a:pt x="151588" y="219077"/>
                    <a:pt x="197586" y="219077"/>
                  </a:cubicBezTo>
                  <a:lnTo>
                    <a:pt x="1069239" y="219077"/>
                  </a:lnTo>
                  <a:cubicBezTo>
                    <a:pt x="1115237" y="219077"/>
                    <a:pt x="1152525" y="181789"/>
                    <a:pt x="1152525" y="135791"/>
                  </a:cubicBezTo>
                  <a:lnTo>
                    <a:pt x="1152525" y="0"/>
                  </a:lnTo>
                  <a:lnTo>
                    <a:pt x="1229526" y="0"/>
                  </a:lnTo>
                  <a:cubicBezTo>
                    <a:pt x="1255386" y="0"/>
                    <a:pt x="1276350" y="20964"/>
                    <a:pt x="1276350" y="46824"/>
                  </a:cubicBezTo>
                  <a:lnTo>
                    <a:pt x="1276350" y="302427"/>
                  </a:lnTo>
                  <a:cubicBezTo>
                    <a:pt x="1276350" y="328287"/>
                    <a:pt x="1255386" y="349251"/>
                    <a:pt x="1229526" y="349251"/>
                  </a:cubicBezTo>
                  <a:lnTo>
                    <a:pt x="46824" y="349251"/>
                  </a:lnTo>
                  <a:cubicBezTo>
                    <a:pt x="20964" y="349251"/>
                    <a:pt x="0" y="328287"/>
                    <a:pt x="0" y="302427"/>
                  </a:cubicBezTo>
                  <a:lnTo>
                    <a:pt x="0" y="46824"/>
                  </a:lnTo>
                  <a:cubicBezTo>
                    <a:pt x="0" y="20964"/>
                    <a:pt x="20964" y="0"/>
                    <a:pt x="4682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931C517-C8F9-3348-D37D-D87554179E1B}"/>
              </a:ext>
            </a:extLst>
          </p:cNvPr>
          <p:cNvGrpSpPr/>
          <p:nvPr/>
        </p:nvGrpSpPr>
        <p:grpSpPr>
          <a:xfrm>
            <a:off x="1997544" y="0"/>
            <a:ext cx="4405232" cy="7009591"/>
            <a:chOff x="2805193" y="449451"/>
            <a:chExt cx="4405232" cy="7009591"/>
          </a:xfrm>
          <a:solidFill>
            <a:schemeClr val="bg1"/>
          </a:solidFill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2481993B-0769-7DAE-21F1-76BFE778D55C}"/>
                </a:ext>
              </a:extLst>
            </p:cNvPr>
            <p:cNvSpPr/>
            <p:nvPr/>
          </p:nvSpPr>
          <p:spPr>
            <a:xfrm>
              <a:off x="3000371" y="6845300"/>
              <a:ext cx="619129" cy="609385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0D5A6ADE-7823-ADAF-4C87-3D97E1C24D9D}"/>
                </a:ext>
              </a:extLst>
            </p:cNvPr>
            <p:cNvSpPr/>
            <p:nvPr/>
          </p:nvSpPr>
          <p:spPr>
            <a:xfrm>
              <a:off x="6438902" y="6849657"/>
              <a:ext cx="619129" cy="609385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9C5AA000-D1D4-E11A-5BDB-E130049BFCEE}"/>
                </a:ext>
              </a:extLst>
            </p:cNvPr>
            <p:cNvSpPr/>
            <p:nvPr/>
          </p:nvSpPr>
          <p:spPr>
            <a:xfrm>
              <a:off x="2805193" y="449451"/>
              <a:ext cx="4405232" cy="6586780"/>
            </a:xfrm>
            <a:prstGeom prst="roundRect">
              <a:avLst>
                <a:gd name="adj" fmla="val 2483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: Rounded Corners 104">
              <a:extLst>
                <a:ext uri="{FF2B5EF4-FFF2-40B4-BE49-F238E27FC236}">
                  <a16:creationId xmlns:a16="http://schemas.microsoft.com/office/drawing/2014/main" id="{64D27710-3289-054F-6727-6B655BDBBA53}"/>
                </a:ext>
              </a:extLst>
            </p:cNvPr>
            <p:cNvSpPr/>
            <p:nvPr/>
          </p:nvSpPr>
          <p:spPr>
            <a:xfrm>
              <a:off x="3000375" y="666751"/>
              <a:ext cx="3981451" cy="1009650"/>
            </a:xfrm>
            <a:prstGeom prst="roundRect">
              <a:avLst>
                <a:gd name="adj" fmla="val 2483"/>
              </a:avLst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827875CC-62E5-9BDC-5D47-DD52BBC17D4E}"/>
                </a:ext>
              </a:extLst>
            </p:cNvPr>
            <p:cNvSpPr/>
            <p:nvPr/>
          </p:nvSpPr>
          <p:spPr>
            <a:xfrm>
              <a:off x="3136900" y="787399"/>
              <a:ext cx="3708401" cy="755651"/>
            </a:xfrm>
            <a:prstGeom prst="roundRect">
              <a:avLst>
                <a:gd name="adj" fmla="val 2483"/>
              </a:avLst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469A46FF-2E16-6A97-7F5B-51D4B5E7D5BE}"/>
                </a:ext>
              </a:extLst>
            </p:cNvPr>
            <p:cNvSpPr/>
            <p:nvPr/>
          </p:nvSpPr>
          <p:spPr>
            <a:xfrm>
              <a:off x="5422899" y="1015999"/>
              <a:ext cx="285751" cy="285751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D23E68C-17A5-CE5A-4C66-F801AA4D7F28}"/>
                </a:ext>
              </a:extLst>
            </p:cNvPr>
            <p:cNvSpPr/>
            <p:nvPr/>
          </p:nvSpPr>
          <p:spPr>
            <a:xfrm>
              <a:off x="4269243" y="1022348"/>
              <a:ext cx="285751" cy="285751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5B9036C4-787A-6BDD-E6AF-FD1EC7D21770}"/>
                </a:ext>
              </a:extLst>
            </p:cNvPr>
            <p:cNvSpPr/>
            <p:nvPr/>
          </p:nvSpPr>
          <p:spPr>
            <a:xfrm>
              <a:off x="4356099" y="1114424"/>
              <a:ext cx="1276350" cy="336551"/>
            </a:xfrm>
            <a:custGeom>
              <a:avLst/>
              <a:gdLst>
                <a:gd name="connsiteX0" fmla="*/ 46824 w 1276350"/>
                <a:gd name="connsiteY0" fmla="*/ 0 h 349251"/>
                <a:gd name="connsiteX1" fmla="*/ 114300 w 1276350"/>
                <a:gd name="connsiteY1" fmla="*/ 0 h 349251"/>
                <a:gd name="connsiteX2" fmla="*/ 114300 w 1276350"/>
                <a:gd name="connsiteY2" fmla="*/ 135791 h 349251"/>
                <a:gd name="connsiteX3" fmla="*/ 197586 w 1276350"/>
                <a:gd name="connsiteY3" fmla="*/ 219077 h 349251"/>
                <a:gd name="connsiteX4" fmla="*/ 1069239 w 1276350"/>
                <a:gd name="connsiteY4" fmla="*/ 219077 h 349251"/>
                <a:gd name="connsiteX5" fmla="*/ 1152525 w 1276350"/>
                <a:gd name="connsiteY5" fmla="*/ 135791 h 349251"/>
                <a:gd name="connsiteX6" fmla="*/ 1152525 w 1276350"/>
                <a:gd name="connsiteY6" fmla="*/ 0 h 349251"/>
                <a:gd name="connsiteX7" fmla="*/ 1229526 w 1276350"/>
                <a:gd name="connsiteY7" fmla="*/ 0 h 349251"/>
                <a:gd name="connsiteX8" fmla="*/ 1276350 w 1276350"/>
                <a:gd name="connsiteY8" fmla="*/ 46824 h 349251"/>
                <a:gd name="connsiteX9" fmla="*/ 1276350 w 1276350"/>
                <a:gd name="connsiteY9" fmla="*/ 302427 h 349251"/>
                <a:gd name="connsiteX10" fmla="*/ 1229526 w 1276350"/>
                <a:gd name="connsiteY10" fmla="*/ 349251 h 349251"/>
                <a:gd name="connsiteX11" fmla="*/ 46824 w 1276350"/>
                <a:gd name="connsiteY11" fmla="*/ 349251 h 349251"/>
                <a:gd name="connsiteX12" fmla="*/ 0 w 1276350"/>
                <a:gd name="connsiteY12" fmla="*/ 302427 h 349251"/>
                <a:gd name="connsiteX13" fmla="*/ 0 w 1276350"/>
                <a:gd name="connsiteY13" fmla="*/ 46824 h 349251"/>
                <a:gd name="connsiteX14" fmla="*/ 46824 w 1276350"/>
                <a:gd name="connsiteY14" fmla="*/ 0 h 34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76350" h="349251">
                  <a:moveTo>
                    <a:pt x="46824" y="0"/>
                  </a:moveTo>
                  <a:lnTo>
                    <a:pt x="114300" y="0"/>
                  </a:lnTo>
                  <a:lnTo>
                    <a:pt x="114300" y="135791"/>
                  </a:lnTo>
                  <a:cubicBezTo>
                    <a:pt x="114300" y="181789"/>
                    <a:pt x="151588" y="219077"/>
                    <a:pt x="197586" y="219077"/>
                  </a:cubicBezTo>
                  <a:lnTo>
                    <a:pt x="1069239" y="219077"/>
                  </a:lnTo>
                  <a:cubicBezTo>
                    <a:pt x="1115237" y="219077"/>
                    <a:pt x="1152525" y="181789"/>
                    <a:pt x="1152525" y="135791"/>
                  </a:cubicBezTo>
                  <a:lnTo>
                    <a:pt x="1152525" y="0"/>
                  </a:lnTo>
                  <a:lnTo>
                    <a:pt x="1229526" y="0"/>
                  </a:lnTo>
                  <a:cubicBezTo>
                    <a:pt x="1255386" y="0"/>
                    <a:pt x="1276350" y="20964"/>
                    <a:pt x="1276350" y="46824"/>
                  </a:cubicBezTo>
                  <a:lnTo>
                    <a:pt x="1276350" y="302427"/>
                  </a:lnTo>
                  <a:cubicBezTo>
                    <a:pt x="1276350" y="328287"/>
                    <a:pt x="1255386" y="349251"/>
                    <a:pt x="1229526" y="349251"/>
                  </a:cubicBezTo>
                  <a:lnTo>
                    <a:pt x="46824" y="349251"/>
                  </a:lnTo>
                  <a:cubicBezTo>
                    <a:pt x="20964" y="349251"/>
                    <a:pt x="0" y="328287"/>
                    <a:pt x="0" y="302427"/>
                  </a:cubicBezTo>
                  <a:lnTo>
                    <a:pt x="0" y="46824"/>
                  </a:lnTo>
                  <a:cubicBezTo>
                    <a:pt x="0" y="20964"/>
                    <a:pt x="20964" y="0"/>
                    <a:pt x="46824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7CD5A3B0-F9EE-173E-50F3-DD609F582DF4}"/>
                </a:ext>
              </a:extLst>
            </p:cNvPr>
            <p:cNvSpPr/>
            <p:nvPr/>
          </p:nvSpPr>
          <p:spPr>
            <a:xfrm>
              <a:off x="3000374" y="1870075"/>
              <a:ext cx="3981451" cy="1009650"/>
            </a:xfrm>
            <a:prstGeom prst="roundRect">
              <a:avLst>
                <a:gd name="adj" fmla="val 2483"/>
              </a:avLst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: Rounded Corners 110">
              <a:extLst>
                <a:ext uri="{FF2B5EF4-FFF2-40B4-BE49-F238E27FC236}">
                  <a16:creationId xmlns:a16="http://schemas.microsoft.com/office/drawing/2014/main" id="{FFB0FE3E-940E-AC92-3EB4-6F8A1F5B3AEB}"/>
                </a:ext>
              </a:extLst>
            </p:cNvPr>
            <p:cNvSpPr/>
            <p:nvPr/>
          </p:nvSpPr>
          <p:spPr>
            <a:xfrm>
              <a:off x="3136899" y="1990723"/>
              <a:ext cx="3708401" cy="755651"/>
            </a:xfrm>
            <a:prstGeom prst="roundRect">
              <a:avLst>
                <a:gd name="adj" fmla="val 2483"/>
              </a:avLst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58E23A75-6C39-C632-8F3E-0751A7462D34}"/>
                </a:ext>
              </a:extLst>
            </p:cNvPr>
            <p:cNvSpPr/>
            <p:nvPr/>
          </p:nvSpPr>
          <p:spPr>
            <a:xfrm>
              <a:off x="5422898" y="2219323"/>
              <a:ext cx="285751" cy="285751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B55B8521-EC52-C852-FD74-E499BB792DC8}"/>
                </a:ext>
              </a:extLst>
            </p:cNvPr>
            <p:cNvSpPr/>
            <p:nvPr/>
          </p:nvSpPr>
          <p:spPr>
            <a:xfrm>
              <a:off x="4269242" y="2225672"/>
              <a:ext cx="285751" cy="285751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ED96225-E2E2-F549-3398-F72FFF49BE8E}"/>
                </a:ext>
              </a:extLst>
            </p:cNvPr>
            <p:cNvSpPr/>
            <p:nvPr/>
          </p:nvSpPr>
          <p:spPr>
            <a:xfrm>
              <a:off x="4356098" y="2317748"/>
              <a:ext cx="1276350" cy="336551"/>
            </a:xfrm>
            <a:custGeom>
              <a:avLst/>
              <a:gdLst>
                <a:gd name="connsiteX0" fmla="*/ 46824 w 1276350"/>
                <a:gd name="connsiteY0" fmla="*/ 0 h 349251"/>
                <a:gd name="connsiteX1" fmla="*/ 114300 w 1276350"/>
                <a:gd name="connsiteY1" fmla="*/ 0 h 349251"/>
                <a:gd name="connsiteX2" fmla="*/ 114300 w 1276350"/>
                <a:gd name="connsiteY2" fmla="*/ 135791 h 349251"/>
                <a:gd name="connsiteX3" fmla="*/ 197586 w 1276350"/>
                <a:gd name="connsiteY3" fmla="*/ 219077 h 349251"/>
                <a:gd name="connsiteX4" fmla="*/ 1069239 w 1276350"/>
                <a:gd name="connsiteY4" fmla="*/ 219077 h 349251"/>
                <a:gd name="connsiteX5" fmla="*/ 1152525 w 1276350"/>
                <a:gd name="connsiteY5" fmla="*/ 135791 h 349251"/>
                <a:gd name="connsiteX6" fmla="*/ 1152525 w 1276350"/>
                <a:gd name="connsiteY6" fmla="*/ 0 h 349251"/>
                <a:gd name="connsiteX7" fmla="*/ 1229526 w 1276350"/>
                <a:gd name="connsiteY7" fmla="*/ 0 h 349251"/>
                <a:gd name="connsiteX8" fmla="*/ 1276350 w 1276350"/>
                <a:gd name="connsiteY8" fmla="*/ 46824 h 349251"/>
                <a:gd name="connsiteX9" fmla="*/ 1276350 w 1276350"/>
                <a:gd name="connsiteY9" fmla="*/ 302427 h 349251"/>
                <a:gd name="connsiteX10" fmla="*/ 1229526 w 1276350"/>
                <a:gd name="connsiteY10" fmla="*/ 349251 h 349251"/>
                <a:gd name="connsiteX11" fmla="*/ 46824 w 1276350"/>
                <a:gd name="connsiteY11" fmla="*/ 349251 h 349251"/>
                <a:gd name="connsiteX12" fmla="*/ 0 w 1276350"/>
                <a:gd name="connsiteY12" fmla="*/ 302427 h 349251"/>
                <a:gd name="connsiteX13" fmla="*/ 0 w 1276350"/>
                <a:gd name="connsiteY13" fmla="*/ 46824 h 349251"/>
                <a:gd name="connsiteX14" fmla="*/ 46824 w 1276350"/>
                <a:gd name="connsiteY14" fmla="*/ 0 h 34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76350" h="349251">
                  <a:moveTo>
                    <a:pt x="46824" y="0"/>
                  </a:moveTo>
                  <a:lnTo>
                    <a:pt x="114300" y="0"/>
                  </a:lnTo>
                  <a:lnTo>
                    <a:pt x="114300" y="135791"/>
                  </a:lnTo>
                  <a:cubicBezTo>
                    <a:pt x="114300" y="181789"/>
                    <a:pt x="151588" y="219077"/>
                    <a:pt x="197586" y="219077"/>
                  </a:cubicBezTo>
                  <a:lnTo>
                    <a:pt x="1069239" y="219077"/>
                  </a:lnTo>
                  <a:cubicBezTo>
                    <a:pt x="1115237" y="219077"/>
                    <a:pt x="1152525" y="181789"/>
                    <a:pt x="1152525" y="135791"/>
                  </a:cubicBezTo>
                  <a:lnTo>
                    <a:pt x="1152525" y="0"/>
                  </a:lnTo>
                  <a:lnTo>
                    <a:pt x="1229526" y="0"/>
                  </a:lnTo>
                  <a:cubicBezTo>
                    <a:pt x="1255386" y="0"/>
                    <a:pt x="1276350" y="20964"/>
                    <a:pt x="1276350" y="46824"/>
                  </a:cubicBezTo>
                  <a:lnTo>
                    <a:pt x="1276350" y="302427"/>
                  </a:lnTo>
                  <a:cubicBezTo>
                    <a:pt x="1276350" y="328287"/>
                    <a:pt x="1255386" y="349251"/>
                    <a:pt x="1229526" y="349251"/>
                  </a:cubicBezTo>
                  <a:lnTo>
                    <a:pt x="46824" y="349251"/>
                  </a:lnTo>
                  <a:cubicBezTo>
                    <a:pt x="20964" y="349251"/>
                    <a:pt x="0" y="328287"/>
                    <a:pt x="0" y="302427"/>
                  </a:cubicBezTo>
                  <a:lnTo>
                    <a:pt x="0" y="46824"/>
                  </a:lnTo>
                  <a:cubicBezTo>
                    <a:pt x="0" y="20964"/>
                    <a:pt x="20964" y="0"/>
                    <a:pt x="46824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5" name="Rectangle: Rounded Corners 114">
              <a:extLst>
                <a:ext uri="{FF2B5EF4-FFF2-40B4-BE49-F238E27FC236}">
                  <a16:creationId xmlns:a16="http://schemas.microsoft.com/office/drawing/2014/main" id="{6E40F3B7-4773-5219-C13A-15D439D16916}"/>
                </a:ext>
              </a:extLst>
            </p:cNvPr>
            <p:cNvSpPr/>
            <p:nvPr/>
          </p:nvSpPr>
          <p:spPr>
            <a:xfrm>
              <a:off x="3000373" y="3073399"/>
              <a:ext cx="3981451" cy="1009650"/>
            </a:xfrm>
            <a:prstGeom prst="roundRect">
              <a:avLst>
                <a:gd name="adj" fmla="val 2483"/>
              </a:avLst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BD442832-5103-6B1B-9665-334D5FEE37C1}"/>
                </a:ext>
              </a:extLst>
            </p:cNvPr>
            <p:cNvSpPr/>
            <p:nvPr/>
          </p:nvSpPr>
          <p:spPr>
            <a:xfrm>
              <a:off x="3136898" y="3194047"/>
              <a:ext cx="3708401" cy="755651"/>
            </a:xfrm>
            <a:prstGeom prst="roundRect">
              <a:avLst>
                <a:gd name="adj" fmla="val 2483"/>
              </a:avLst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FAA9CF04-9D97-C2F1-408A-1BBBA0365C14}"/>
                </a:ext>
              </a:extLst>
            </p:cNvPr>
            <p:cNvSpPr/>
            <p:nvPr/>
          </p:nvSpPr>
          <p:spPr>
            <a:xfrm>
              <a:off x="5422897" y="3422647"/>
              <a:ext cx="285751" cy="285751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66C63F37-A3F9-9F42-5C7C-5712887BA622}"/>
                </a:ext>
              </a:extLst>
            </p:cNvPr>
            <p:cNvSpPr/>
            <p:nvPr/>
          </p:nvSpPr>
          <p:spPr>
            <a:xfrm>
              <a:off x="4269241" y="3428996"/>
              <a:ext cx="285751" cy="285751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E49409C4-A48B-759E-44D9-DCCD293F864C}"/>
                </a:ext>
              </a:extLst>
            </p:cNvPr>
            <p:cNvSpPr/>
            <p:nvPr/>
          </p:nvSpPr>
          <p:spPr>
            <a:xfrm>
              <a:off x="4356097" y="3521072"/>
              <a:ext cx="1276350" cy="336551"/>
            </a:xfrm>
            <a:custGeom>
              <a:avLst/>
              <a:gdLst>
                <a:gd name="connsiteX0" fmla="*/ 46824 w 1276350"/>
                <a:gd name="connsiteY0" fmla="*/ 0 h 349251"/>
                <a:gd name="connsiteX1" fmla="*/ 114300 w 1276350"/>
                <a:gd name="connsiteY1" fmla="*/ 0 h 349251"/>
                <a:gd name="connsiteX2" fmla="*/ 114300 w 1276350"/>
                <a:gd name="connsiteY2" fmla="*/ 135791 h 349251"/>
                <a:gd name="connsiteX3" fmla="*/ 197586 w 1276350"/>
                <a:gd name="connsiteY3" fmla="*/ 219077 h 349251"/>
                <a:gd name="connsiteX4" fmla="*/ 1069239 w 1276350"/>
                <a:gd name="connsiteY4" fmla="*/ 219077 h 349251"/>
                <a:gd name="connsiteX5" fmla="*/ 1152525 w 1276350"/>
                <a:gd name="connsiteY5" fmla="*/ 135791 h 349251"/>
                <a:gd name="connsiteX6" fmla="*/ 1152525 w 1276350"/>
                <a:gd name="connsiteY6" fmla="*/ 0 h 349251"/>
                <a:gd name="connsiteX7" fmla="*/ 1229526 w 1276350"/>
                <a:gd name="connsiteY7" fmla="*/ 0 h 349251"/>
                <a:gd name="connsiteX8" fmla="*/ 1276350 w 1276350"/>
                <a:gd name="connsiteY8" fmla="*/ 46824 h 349251"/>
                <a:gd name="connsiteX9" fmla="*/ 1276350 w 1276350"/>
                <a:gd name="connsiteY9" fmla="*/ 302427 h 349251"/>
                <a:gd name="connsiteX10" fmla="*/ 1229526 w 1276350"/>
                <a:gd name="connsiteY10" fmla="*/ 349251 h 349251"/>
                <a:gd name="connsiteX11" fmla="*/ 46824 w 1276350"/>
                <a:gd name="connsiteY11" fmla="*/ 349251 h 349251"/>
                <a:gd name="connsiteX12" fmla="*/ 0 w 1276350"/>
                <a:gd name="connsiteY12" fmla="*/ 302427 h 349251"/>
                <a:gd name="connsiteX13" fmla="*/ 0 w 1276350"/>
                <a:gd name="connsiteY13" fmla="*/ 46824 h 349251"/>
                <a:gd name="connsiteX14" fmla="*/ 46824 w 1276350"/>
                <a:gd name="connsiteY14" fmla="*/ 0 h 34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76350" h="349251">
                  <a:moveTo>
                    <a:pt x="46824" y="0"/>
                  </a:moveTo>
                  <a:lnTo>
                    <a:pt x="114300" y="0"/>
                  </a:lnTo>
                  <a:lnTo>
                    <a:pt x="114300" y="135791"/>
                  </a:lnTo>
                  <a:cubicBezTo>
                    <a:pt x="114300" y="181789"/>
                    <a:pt x="151588" y="219077"/>
                    <a:pt x="197586" y="219077"/>
                  </a:cubicBezTo>
                  <a:lnTo>
                    <a:pt x="1069239" y="219077"/>
                  </a:lnTo>
                  <a:cubicBezTo>
                    <a:pt x="1115237" y="219077"/>
                    <a:pt x="1152525" y="181789"/>
                    <a:pt x="1152525" y="135791"/>
                  </a:cubicBezTo>
                  <a:lnTo>
                    <a:pt x="1152525" y="0"/>
                  </a:lnTo>
                  <a:lnTo>
                    <a:pt x="1229526" y="0"/>
                  </a:lnTo>
                  <a:cubicBezTo>
                    <a:pt x="1255386" y="0"/>
                    <a:pt x="1276350" y="20964"/>
                    <a:pt x="1276350" y="46824"/>
                  </a:cubicBezTo>
                  <a:lnTo>
                    <a:pt x="1276350" y="302427"/>
                  </a:lnTo>
                  <a:cubicBezTo>
                    <a:pt x="1276350" y="328287"/>
                    <a:pt x="1255386" y="349251"/>
                    <a:pt x="1229526" y="349251"/>
                  </a:cubicBezTo>
                  <a:lnTo>
                    <a:pt x="46824" y="349251"/>
                  </a:lnTo>
                  <a:cubicBezTo>
                    <a:pt x="20964" y="349251"/>
                    <a:pt x="0" y="328287"/>
                    <a:pt x="0" y="302427"/>
                  </a:cubicBezTo>
                  <a:lnTo>
                    <a:pt x="0" y="46824"/>
                  </a:lnTo>
                  <a:cubicBezTo>
                    <a:pt x="0" y="20964"/>
                    <a:pt x="20964" y="0"/>
                    <a:pt x="46824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0" name="Rectangle: Rounded Corners 119">
              <a:extLst>
                <a:ext uri="{FF2B5EF4-FFF2-40B4-BE49-F238E27FC236}">
                  <a16:creationId xmlns:a16="http://schemas.microsoft.com/office/drawing/2014/main" id="{5246829C-0CCE-D73A-742F-00CF727EF291}"/>
                </a:ext>
              </a:extLst>
            </p:cNvPr>
            <p:cNvSpPr/>
            <p:nvPr/>
          </p:nvSpPr>
          <p:spPr>
            <a:xfrm>
              <a:off x="3000372" y="4279897"/>
              <a:ext cx="3981451" cy="1009650"/>
            </a:xfrm>
            <a:prstGeom prst="roundRect">
              <a:avLst>
                <a:gd name="adj" fmla="val 2483"/>
              </a:avLst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: Rounded Corners 120">
              <a:extLst>
                <a:ext uri="{FF2B5EF4-FFF2-40B4-BE49-F238E27FC236}">
                  <a16:creationId xmlns:a16="http://schemas.microsoft.com/office/drawing/2014/main" id="{DD276D72-BBD8-E1C2-41D7-136D46792368}"/>
                </a:ext>
              </a:extLst>
            </p:cNvPr>
            <p:cNvSpPr/>
            <p:nvPr/>
          </p:nvSpPr>
          <p:spPr>
            <a:xfrm>
              <a:off x="3136897" y="4400545"/>
              <a:ext cx="3708401" cy="755651"/>
            </a:xfrm>
            <a:prstGeom prst="roundRect">
              <a:avLst>
                <a:gd name="adj" fmla="val 2483"/>
              </a:avLst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127F2BF4-2567-8309-5200-F8EBCD98A018}"/>
                </a:ext>
              </a:extLst>
            </p:cNvPr>
            <p:cNvSpPr/>
            <p:nvPr/>
          </p:nvSpPr>
          <p:spPr>
            <a:xfrm>
              <a:off x="5422896" y="4629145"/>
              <a:ext cx="285751" cy="285751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2CAF50A7-4CE9-6C29-2BD1-9C80E650898A}"/>
                </a:ext>
              </a:extLst>
            </p:cNvPr>
            <p:cNvSpPr/>
            <p:nvPr/>
          </p:nvSpPr>
          <p:spPr>
            <a:xfrm>
              <a:off x="4269240" y="4635494"/>
              <a:ext cx="285751" cy="285751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CAA9A9FD-E449-69FD-C329-7ED9878E3B11}"/>
                </a:ext>
              </a:extLst>
            </p:cNvPr>
            <p:cNvSpPr/>
            <p:nvPr/>
          </p:nvSpPr>
          <p:spPr>
            <a:xfrm>
              <a:off x="4356096" y="4727570"/>
              <a:ext cx="1276350" cy="336551"/>
            </a:xfrm>
            <a:custGeom>
              <a:avLst/>
              <a:gdLst>
                <a:gd name="connsiteX0" fmla="*/ 46824 w 1276350"/>
                <a:gd name="connsiteY0" fmla="*/ 0 h 349251"/>
                <a:gd name="connsiteX1" fmla="*/ 114300 w 1276350"/>
                <a:gd name="connsiteY1" fmla="*/ 0 h 349251"/>
                <a:gd name="connsiteX2" fmla="*/ 114300 w 1276350"/>
                <a:gd name="connsiteY2" fmla="*/ 135791 h 349251"/>
                <a:gd name="connsiteX3" fmla="*/ 197586 w 1276350"/>
                <a:gd name="connsiteY3" fmla="*/ 219077 h 349251"/>
                <a:gd name="connsiteX4" fmla="*/ 1069239 w 1276350"/>
                <a:gd name="connsiteY4" fmla="*/ 219077 h 349251"/>
                <a:gd name="connsiteX5" fmla="*/ 1152525 w 1276350"/>
                <a:gd name="connsiteY5" fmla="*/ 135791 h 349251"/>
                <a:gd name="connsiteX6" fmla="*/ 1152525 w 1276350"/>
                <a:gd name="connsiteY6" fmla="*/ 0 h 349251"/>
                <a:gd name="connsiteX7" fmla="*/ 1229526 w 1276350"/>
                <a:gd name="connsiteY7" fmla="*/ 0 h 349251"/>
                <a:gd name="connsiteX8" fmla="*/ 1276350 w 1276350"/>
                <a:gd name="connsiteY8" fmla="*/ 46824 h 349251"/>
                <a:gd name="connsiteX9" fmla="*/ 1276350 w 1276350"/>
                <a:gd name="connsiteY9" fmla="*/ 302427 h 349251"/>
                <a:gd name="connsiteX10" fmla="*/ 1229526 w 1276350"/>
                <a:gd name="connsiteY10" fmla="*/ 349251 h 349251"/>
                <a:gd name="connsiteX11" fmla="*/ 46824 w 1276350"/>
                <a:gd name="connsiteY11" fmla="*/ 349251 h 349251"/>
                <a:gd name="connsiteX12" fmla="*/ 0 w 1276350"/>
                <a:gd name="connsiteY12" fmla="*/ 302427 h 349251"/>
                <a:gd name="connsiteX13" fmla="*/ 0 w 1276350"/>
                <a:gd name="connsiteY13" fmla="*/ 46824 h 349251"/>
                <a:gd name="connsiteX14" fmla="*/ 46824 w 1276350"/>
                <a:gd name="connsiteY14" fmla="*/ 0 h 34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76350" h="349251">
                  <a:moveTo>
                    <a:pt x="46824" y="0"/>
                  </a:moveTo>
                  <a:lnTo>
                    <a:pt x="114300" y="0"/>
                  </a:lnTo>
                  <a:lnTo>
                    <a:pt x="114300" y="135791"/>
                  </a:lnTo>
                  <a:cubicBezTo>
                    <a:pt x="114300" y="181789"/>
                    <a:pt x="151588" y="219077"/>
                    <a:pt x="197586" y="219077"/>
                  </a:cubicBezTo>
                  <a:lnTo>
                    <a:pt x="1069239" y="219077"/>
                  </a:lnTo>
                  <a:cubicBezTo>
                    <a:pt x="1115237" y="219077"/>
                    <a:pt x="1152525" y="181789"/>
                    <a:pt x="1152525" y="135791"/>
                  </a:cubicBezTo>
                  <a:lnTo>
                    <a:pt x="1152525" y="0"/>
                  </a:lnTo>
                  <a:lnTo>
                    <a:pt x="1229526" y="0"/>
                  </a:lnTo>
                  <a:cubicBezTo>
                    <a:pt x="1255386" y="0"/>
                    <a:pt x="1276350" y="20964"/>
                    <a:pt x="1276350" y="46824"/>
                  </a:cubicBezTo>
                  <a:lnTo>
                    <a:pt x="1276350" y="302427"/>
                  </a:lnTo>
                  <a:cubicBezTo>
                    <a:pt x="1276350" y="328287"/>
                    <a:pt x="1255386" y="349251"/>
                    <a:pt x="1229526" y="349251"/>
                  </a:cubicBezTo>
                  <a:lnTo>
                    <a:pt x="46824" y="349251"/>
                  </a:lnTo>
                  <a:cubicBezTo>
                    <a:pt x="20964" y="349251"/>
                    <a:pt x="0" y="328287"/>
                    <a:pt x="0" y="302427"/>
                  </a:cubicBezTo>
                  <a:lnTo>
                    <a:pt x="0" y="46824"/>
                  </a:lnTo>
                  <a:cubicBezTo>
                    <a:pt x="0" y="20964"/>
                    <a:pt x="20964" y="0"/>
                    <a:pt x="46824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5" name="Rectangle: Rounded Corners 124">
              <a:extLst>
                <a:ext uri="{FF2B5EF4-FFF2-40B4-BE49-F238E27FC236}">
                  <a16:creationId xmlns:a16="http://schemas.microsoft.com/office/drawing/2014/main" id="{629D5EF6-9D36-4669-6B94-41DDE32F887F}"/>
                </a:ext>
              </a:extLst>
            </p:cNvPr>
            <p:cNvSpPr/>
            <p:nvPr/>
          </p:nvSpPr>
          <p:spPr>
            <a:xfrm>
              <a:off x="3000371" y="5414768"/>
              <a:ext cx="3981451" cy="1009650"/>
            </a:xfrm>
            <a:prstGeom prst="roundRect">
              <a:avLst>
                <a:gd name="adj" fmla="val 2483"/>
              </a:avLst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: Rounded Corners 125">
              <a:extLst>
                <a:ext uri="{FF2B5EF4-FFF2-40B4-BE49-F238E27FC236}">
                  <a16:creationId xmlns:a16="http://schemas.microsoft.com/office/drawing/2014/main" id="{2CA3CB1A-31D8-A954-D875-F5C82063BAFA}"/>
                </a:ext>
              </a:extLst>
            </p:cNvPr>
            <p:cNvSpPr/>
            <p:nvPr/>
          </p:nvSpPr>
          <p:spPr>
            <a:xfrm>
              <a:off x="3136896" y="5535416"/>
              <a:ext cx="3708401" cy="755651"/>
            </a:xfrm>
            <a:prstGeom prst="roundRect">
              <a:avLst>
                <a:gd name="adj" fmla="val 2483"/>
              </a:avLst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A6C11A6A-EB02-A6FC-CB9A-B39BF799AE02}"/>
                </a:ext>
              </a:extLst>
            </p:cNvPr>
            <p:cNvSpPr/>
            <p:nvPr/>
          </p:nvSpPr>
          <p:spPr>
            <a:xfrm>
              <a:off x="5422895" y="5764016"/>
              <a:ext cx="285751" cy="285751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077E566A-960E-55D0-93A6-C19A9E6D121E}"/>
                </a:ext>
              </a:extLst>
            </p:cNvPr>
            <p:cNvSpPr/>
            <p:nvPr/>
          </p:nvSpPr>
          <p:spPr>
            <a:xfrm>
              <a:off x="4269239" y="5770365"/>
              <a:ext cx="285751" cy="285751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E4F3BBC-EA58-2978-0056-0CD55D24FEE9}"/>
                </a:ext>
              </a:extLst>
            </p:cNvPr>
            <p:cNvSpPr/>
            <p:nvPr/>
          </p:nvSpPr>
          <p:spPr>
            <a:xfrm>
              <a:off x="4356095" y="5862441"/>
              <a:ext cx="1276350" cy="336551"/>
            </a:xfrm>
            <a:custGeom>
              <a:avLst/>
              <a:gdLst>
                <a:gd name="connsiteX0" fmla="*/ 46824 w 1276350"/>
                <a:gd name="connsiteY0" fmla="*/ 0 h 349251"/>
                <a:gd name="connsiteX1" fmla="*/ 114300 w 1276350"/>
                <a:gd name="connsiteY1" fmla="*/ 0 h 349251"/>
                <a:gd name="connsiteX2" fmla="*/ 114300 w 1276350"/>
                <a:gd name="connsiteY2" fmla="*/ 135791 h 349251"/>
                <a:gd name="connsiteX3" fmla="*/ 197586 w 1276350"/>
                <a:gd name="connsiteY3" fmla="*/ 219077 h 349251"/>
                <a:gd name="connsiteX4" fmla="*/ 1069239 w 1276350"/>
                <a:gd name="connsiteY4" fmla="*/ 219077 h 349251"/>
                <a:gd name="connsiteX5" fmla="*/ 1152525 w 1276350"/>
                <a:gd name="connsiteY5" fmla="*/ 135791 h 349251"/>
                <a:gd name="connsiteX6" fmla="*/ 1152525 w 1276350"/>
                <a:gd name="connsiteY6" fmla="*/ 0 h 349251"/>
                <a:gd name="connsiteX7" fmla="*/ 1229526 w 1276350"/>
                <a:gd name="connsiteY7" fmla="*/ 0 h 349251"/>
                <a:gd name="connsiteX8" fmla="*/ 1276350 w 1276350"/>
                <a:gd name="connsiteY8" fmla="*/ 46824 h 349251"/>
                <a:gd name="connsiteX9" fmla="*/ 1276350 w 1276350"/>
                <a:gd name="connsiteY9" fmla="*/ 302427 h 349251"/>
                <a:gd name="connsiteX10" fmla="*/ 1229526 w 1276350"/>
                <a:gd name="connsiteY10" fmla="*/ 349251 h 349251"/>
                <a:gd name="connsiteX11" fmla="*/ 46824 w 1276350"/>
                <a:gd name="connsiteY11" fmla="*/ 349251 h 349251"/>
                <a:gd name="connsiteX12" fmla="*/ 0 w 1276350"/>
                <a:gd name="connsiteY12" fmla="*/ 302427 h 349251"/>
                <a:gd name="connsiteX13" fmla="*/ 0 w 1276350"/>
                <a:gd name="connsiteY13" fmla="*/ 46824 h 349251"/>
                <a:gd name="connsiteX14" fmla="*/ 46824 w 1276350"/>
                <a:gd name="connsiteY14" fmla="*/ 0 h 34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76350" h="349251">
                  <a:moveTo>
                    <a:pt x="46824" y="0"/>
                  </a:moveTo>
                  <a:lnTo>
                    <a:pt x="114300" y="0"/>
                  </a:lnTo>
                  <a:lnTo>
                    <a:pt x="114300" y="135791"/>
                  </a:lnTo>
                  <a:cubicBezTo>
                    <a:pt x="114300" y="181789"/>
                    <a:pt x="151588" y="219077"/>
                    <a:pt x="197586" y="219077"/>
                  </a:cubicBezTo>
                  <a:lnTo>
                    <a:pt x="1069239" y="219077"/>
                  </a:lnTo>
                  <a:cubicBezTo>
                    <a:pt x="1115237" y="219077"/>
                    <a:pt x="1152525" y="181789"/>
                    <a:pt x="1152525" y="135791"/>
                  </a:cubicBezTo>
                  <a:lnTo>
                    <a:pt x="1152525" y="0"/>
                  </a:lnTo>
                  <a:lnTo>
                    <a:pt x="1229526" y="0"/>
                  </a:lnTo>
                  <a:cubicBezTo>
                    <a:pt x="1255386" y="0"/>
                    <a:pt x="1276350" y="20964"/>
                    <a:pt x="1276350" y="46824"/>
                  </a:cubicBezTo>
                  <a:lnTo>
                    <a:pt x="1276350" y="302427"/>
                  </a:lnTo>
                  <a:cubicBezTo>
                    <a:pt x="1276350" y="328287"/>
                    <a:pt x="1255386" y="349251"/>
                    <a:pt x="1229526" y="349251"/>
                  </a:cubicBezTo>
                  <a:lnTo>
                    <a:pt x="46824" y="349251"/>
                  </a:lnTo>
                  <a:cubicBezTo>
                    <a:pt x="20964" y="349251"/>
                    <a:pt x="0" y="328287"/>
                    <a:pt x="0" y="302427"/>
                  </a:cubicBezTo>
                  <a:lnTo>
                    <a:pt x="0" y="46824"/>
                  </a:lnTo>
                  <a:cubicBezTo>
                    <a:pt x="0" y="20964"/>
                    <a:pt x="20964" y="0"/>
                    <a:pt x="46824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FBC3A103-A899-0797-9AFB-43B42E6AD7B0}"/>
                </a:ext>
              </a:extLst>
            </p:cNvPr>
            <p:cNvSpPr/>
            <p:nvPr/>
          </p:nvSpPr>
          <p:spPr>
            <a:xfrm>
              <a:off x="5475283" y="5806880"/>
              <a:ext cx="194880" cy="1948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A91B5CF0-391A-5FAF-CD58-CC1531B4BA60}"/>
                </a:ext>
              </a:extLst>
            </p:cNvPr>
            <p:cNvSpPr/>
            <p:nvPr/>
          </p:nvSpPr>
          <p:spPr>
            <a:xfrm>
              <a:off x="4317995" y="5802118"/>
              <a:ext cx="194880" cy="1948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19791B33-1328-8DE5-BB58-179A621F33AB}"/>
                </a:ext>
              </a:extLst>
            </p:cNvPr>
            <p:cNvSpPr/>
            <p:nvPr/>
          </p:nvSpPr>
          <p:spPr>
            <a:xfrm>
              <a:off x="5480044" y="4668642"/>
              <a:ext cx="194880" cy="1948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126E6BA4-CB2A-8B48-4D4F-9F5B7B87E598}"/>
                </a:ext>
              </a:extLst>
            </p:cNvPr>
            <p:cNvSpPr/>
            <p:nvPr/>
          </p:nvSpPr>
          <p:spPr>
            <a:xfrm>
              <a:off x="4322756" y="4663880"/>
              <a:ext cx="194880" cy="1948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111B61A3-F0F1-BCEF-185A-A75EC36740A1}"/>
                </a:ext>
              </a:extLst>
            </p:cNvPr>
            <p:cNvSpPr/>
            <p:nvPr/>
          </p:nvSpPr>
          <p:spPr>
            <a:xfrm>
              <a:off x="5480044" y="3446651"/>
              <a:ext cx="194880" cy="1948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FFFF3B96-5550-E5FB-D062-F506B6CB9FF4}"/>
                </a:ext>
              </a:extLst>
            </p:cNvPr>
            <p:cNvSpPr/>
            <p:nvPr/>
          </p:nvSpPr>
          <p:spPr>
            <a:xfrm>
              <a:off x="4322756" y="3441889"/>
              <a:ext cx="194880" cy="1948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698AC4F3-38A3-3B09-F9BF-C9B134A4621E}"/>
                </a:ext>
              </a:extLst>
            </p:cNvPr>
            <p:cNvSpPr/>
            <p:nvPr/>
          </p:nvSpPr>
          <p:spPr>
            <a:xfrm>
              <a:off x="5470519" y="2256026"/>
              <a:ext cx="194880" cy="1948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1E82B367-4E59-0032-2361-4F3D8740D5EC}"/>
                </a:ext>
              </a:extLst>
            </p:cNvPr>
            <p:cNvSpPr/>
            <p:nvPr/>
          </p:nvSpPr>
          <p:spPr>
            <a:xfrm>
              <a:off x="4313231" y="2251264"/>
              <a:ext cx="194880" cy="1948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39896E8A-DD5F-A8DB-E364-10667518C782}"/>
                </a:ext>
              </a:extLst>
            </p:cNvPr>
            <p:cNvSpPr/>
            <p:nvPr/>
          </p:nvSpPr>
          <p:spPr>
            <a:xfrm>
              <a:off x="5483219" y="1074926"/>
              <a:ext cx="194880" cy="1948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136471BD-1D2E-84C0-22EE-940CE6FB341F}"/>
                </a:ext>
              </a:extLst>
            </p:cNvPr>
            <p:cNvSpPr/>
            <p:nvPr/>
          </p:nvSpPr>
          <p:spPr>
            <a:xfrm>
              <a:off x="4325931" y="1070164"/>
              <a:ext cx="194880" cy="1948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66656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AF8E79E-EEDC-828E-1A01-BF09D132CE91}"/>
              </a:ext>
            </a:extLst>
          </p:cNvPr>
          <p:cNvGrpSpPr/>
          <p:nvPr/>
        </p:nvGrpSpPr>
        <p:grpSpPr>
          <a:xfrm>
            <a:off x="846759" y="613105"/>
            <a:ext cx="3830612" cy="5898490"/>
            <a:chOff x="4165600" y="488950"/>
            <a:chExt cx="3830612" cy="589849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F54B8C6-805E-5F1A-EAC5-20FE88439C76}"/>
                </a:ext>
              </a:extLst>
            </p:cNvPr>
            <p:cNvSpPr/>
            <p:nvPr/>
          </p:nvSpPr>
          <p:spPr>
            <a:xfrm>
              <a:off x="6821020" y="3170699"/>
              <a:ext cx="95251" cy="1040789"/>
            </a:xfrm>
            <a:prstGeom prst="rect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9AE7B031-9510-9662-F66B-1067DCFE67E3}"/>
                </a:ext>
              </a:extLst>
            </p:cNvPr>
            <p:cNvSpPr/>
            <p:nvPr/>
          </p:nvSpPr>
          <p:spPr>
            <a:xfrm>
              <a:off x="6721731" y="4185911"/>
              <a:ext cx="286702" cy="286702"/>
            </a:xfrm>
            <a:custGeom>
              <a:avLst/>
              <a:gdLst>
                <a:gd name="connsiteX0" fmla="*/ 457200 w 914400"/>
                <a:gd name="connsiteY0" fmla="*/ 0 h 914400"/>
                <a:gd name="connsiteX1" fmla="*/ 914400 w 914400"/>
                <a:gd name="connsiteY1" fmla="*/ 457200 h 914400"/>
                <a:gd name="connsiteX2" fmla="*/ 457200 w 914400"/>
                <a:gd name="connsiteY2" fmla="*/ 914400 h 914400"/>
                <a:gd name="connsiteX3" fmla="*/ 0 w 914400"/>
                <a:gd name="connsiteY3" fmla="*/ 457200 h 914400"/>
                <a:gd name="connsiteX4" fmla="*/ 457200 w 914400"/>
                <a:gd name="connsiteY4" fmla="*/ 0 h 914400"/>
                <a:gd name="connsiteX5" fmla="*/ 457200 w 914400"/>
                <a:gd name="connsiteY5" fmla="*/ 155258 h 914400"/>
                <a:gd name="connsiteX6" fmla="*/ 155258 w 914400"/>
                <a:gd name="connsiteY6" fmla="*/ 457200 h 914400"/>
                <a:gd name="connsiteX7" fmla="*/ 457200 w 914400"/>
                <a:gd name="connsiteY7" fmla="*/ 759142 h 914400"/>
                <a:gd name="connsiteX8" fmla="*/ 759142 w 914400"/>
                <a:gd name="connsiteY8" fmla="*/ 457200 h 914400"/>
                <a:gd name="connsiteX9" fmla="*/ 457200 w 914400"/>
                <a:gd name="connsiteY9" fmla="*/ 155258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4400" h="914400">
                  <a:moveTo>
                    <a:pt x="457200" y="0"/>
                  </a:moveTo>
                  <a:cubicBezTo>
                    <a:pt x="709705" y="0"/>
                    <a:pt x="914400" y="204695"/>
                    <a:pt x="914400" y="457200"/>
                  </a:cubicBezTo>
                  <a:cubicBezTo>
                    <a:pt x="914400" y="709705"/>
                    <a:pt x="709705" y="914400"/>
                    <a:pt x="457200" y="914400"/>
                  </a:cubicBezTo>
                  <a:cubicBezTo>
                    <a:pt x="204695" y="914400"/>
                    <a:pt x="0" y="709705"/>
                    <a:pt x="0" y="457200"/>
                  </a:cubicBezTo>
                  <a:cubicBezTo>
                    <a:pt x="0" y="204695"/>
                    <a:pt x="204695" y="0"/>
                    <a:pt x="457200" y="0"/>
                  </a:cubicBezTo>
                  <a:close/>
                  <a:moveTo>
                    <a:pt x="457200" y="155258"/>
                  </a:moveTo>
                  <a:cubicBezTo>
                    <a:pt x="290442" y="155258"/>
                    <a:pt x="155258" y="290442"/>
                    <a:pt x="155258" y="457200"/>
                  </a:cubicBezTo>
                  <a:cubicBezTo>
                    <a:pt x="155258" y="623958"/>
                    <a:pt x="290442" y="759142"/>
                    <a:pt x="457200" y="759142"/>
                  </a:cubicBezTo>
                  <a:cubicBezTo>
                    <a:pt x="623958" y="759142"/>
                    <a:pt x="759142" y="623958"/>
                    <a:pt x="759142" y="457200"/>
                  </a:cubicBezTo>
                  <a:cubicBezTo>
                    <a:pt x="759142" y="290442"/>
                    <a:pt x="623958" y="155258"/>
                    <a:pt x="457200" y="155258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F672135-2732-CEE9-5825-FEE4D30177AD}"/>
                </a:ext>
              </a:extLst>
            </p:cNvPr>
            <p:cNvSpPr/>
            <p:nvPr/>
          </p:nvSpPr>
          <p:spPr>
            <a:xfrm>
              <a:off x="4176640" y="5548197"/>
              <a:ext cx="3729179" cy="839243"/>
            </a:xfrm>
            <a:prstGeom prst="ellipse">
              <a:avLst/>
            </a:prstGeom>
            <a:solidFill>
              <a:srgbClr val="A5A5A5">
                <a:lumMod val="75000"/>
                <a:alpha val="29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67C8AF3-075A-F7A9-3802-77E2E5E3BB49}"/>
                </a:ext>
              </a:extLst>
            </p:cNvPr>
            <p:cNvSpPr/>
            <p:nvPr/>
          </p:nvSpPr>
          <p:spPr>
            <a:xfrm>
              <a:off x="5519737" y="5751008"/>
              <a:ext cx="1042987" cy="326365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28D2CEE-9199-C634-CC55-8E9607C840CF}"/>
                </a:ext>
              </a:extLst>
            </p:cNvPr>
            <p:cNvSpPr/>
            <p:nvPr/>
          </p:nvSpPr>
          <p:spPr>
            <a:xfrm>
              <a:off x="5820556" y="2706060"/>
              <a:ext cx="444500" cy="3246405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DF95C2-CA1B-F2D5-239E-F6EA2766D2C8}"/>
                </a:ext>
              </a:extLst>
            </p:cNvPr>
            <p:cNvSpPr/>
            <p:nvPr/>
          </p:nvSpPr>
          <p:spPr>
            <a:xfrm>
              <a:off x="5816287" y="5923385"/>
              <a:ext cx="506103" cy="9153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lowchart: Manual Operation 5">
              <a:extLst>
                <a:ext uri="{FF2B5EF4-FFF2-40B4-BE49-F238E27FC236}">
                  <a16:creationId xmlns:a16="http://schemas.microsoft.com/office/drawing/2014/main" id="{76B7A7AE-1E4F-ECCB-78E8-28127B1CEE84}"/>
                </a:ext>
              </a:extLst>
            </p:cNvPr>
            <p:cNvSpPr/>
            <p:nvPr/>
          </p:nvSpPr>
          <p:spPr>
            <a:xfrm flipV="1">
              <a:off x="4165600" y="736580"/>
              <a:ext cx="3830612" cy="2604131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  <a:gd name="connsiteX0" fmla="*/ 0 w 10000"/>
                <a:gd name="connsiteY0" fmla="*/ 0 h 11183"/>
                <a:gd name="connsiteX1" fmla="*/ 10000 w 10000"/>
                <a:gd name="connsiteY1" fmla="*/ 0 h 11183"/>
                <a:gd name="connsiteX2" fmla="*/ 8000 w 10000"/>
                <a:gd name="connsiteY2" fmla="*/ 10000 h 11183"/>
                <a:gd name="connsiteX3" fmla="*/ 1867 w 10000"/>
                <a:gd name="connsiteY3" fmla="*/ 11183 h 11183"/>
                <a:gd name="connsiteX4" fmla="*/ 0 w 10000"/>
                <a:gd name="connsiteY4" fmla="*/ 0 h 11183"/>
                <a:gd name="connsiteX0" fmla="*/ 0 w 10000"/>
                <a:gd name="connsiteY0" fmla="*/ 0 h 11183"/>
                <a:gd name="connsiteX1" fmla="*/ 10000 w 10000"/>
                <a:gd name="connsiteY1" fmla="*/ 0 h 11183"/>
                <a:gd name="connsiteX2" fmla="*/ 7934 w 10000"/>
                <a:gd name="connsiteY2" fmla="*/ 11058 h 11183"/>
                <a:gd name="connsiteX3" fmla="*/ 1867 w 10000"/>
                <a:gd name="connsiteY3" fmla="*/ 11183 h 11183"/>
                <a:gd name="connsiteX4" fmla="*/ 0 w 10000"/>
                <a:gd name="connsiteY4" fmla="*/ 0 h 11183"/>
                <a:gd name="connsiteX0" fmla="*/ 0 w 10000"/>
                <a:gd name="connsiteY0" fmla="*/ 1134 h 12317"/>
                <a:gd name="connsiteX1" fmla="*/ 10000 w 10000"/>
                <a:gd name="connsiteY1" fmla="*/ 1134 h 12317"/>
                <a:gd name="connsiteX2" fmla="*/ 7934 w 10000"/>
                <a:gd name="connsiteY2" fmla="*/ 12192 h 12317"/>
                <a:gd name="connsiteX3" fmla="*/ 1867 w 10000"/>
                <a:gd name="connsiteY3" fmla="*/ 12317 h 12317"/>
                <a:gd name="connsiteX4" fmla="*/ 0 w 10000"/>
                <a:gd name="connsiteY4" fmla="*/ 1134 h 12317"/>
                <a:gd name="connsiteX0" fmla="*/ 0 w 10000"/>
                <a:gd name="connsiteY0" fmla="*/ 1583 h 12766"/>
                <a:gd name="connsiteX1" fmla="*/ 10000 w 10000"/>
                <a:gd name="connsiteY1" fmla="*/ 1583 h 12766"/>
                <a:gd name="connsiteX2" fmla="*/ 7934 w 10000"/>
                <a:gd name="connsiteY2" fmla="*/ 12641 h 12766"/>
                <a:gd name="connsiteX3" fmla="*/ 1867 w 10000"/>
                <a:gd name="connsiteY3" fmla="*/ 12766 h 12766"/>
                <a:gd name="connsiteX4" fmla="*/ 0 w 10000"/>
                <a:gd name="connsiteY4" fmla="*/ 1583 h 12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2766">
                  <a:moveTo>
                    <a:pt x="0" y="1583"/>
                  </a:moveTo>
                  <a:cubicBezTo>
                    <a:pt x="3167" y="-970"/>
                    <a:pt x="7231" y="-36"/>
                    <a:pt x="10000" y="1583"/>
                  </a:cubicBezTo>
                  <a:lnTo>
                    <a:pt x="7934" y="12641"/>
                  </a:lnTo>
                  <a:lnTo>
                    <a:pt x="1867" y="12766"/>
                  </a:lnTo>
                  <a:lnTo>
                    <a:pt x="0" y="1583"/>
                  </a:lnTo>
                  <a:close/>
                </a:path>
              </a:pathLst>
            </a:custGeom>
            <a:solidFill>
              <a:srgbClr val="A08BA7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3291863-6503-ABBC-A7AE-77C51CB175B4}"/>
                </a:ext>
              </a:extLst>
            </p:cNvPr>
            <p:cNvSpPr/>
            <p:nvPr/>
          </p:nvSpPr>
          <p:spPr>
            <a:xfrm>
              <a:off x="4889500" y="488950"/>
              <a:ext cx="2324100" cy="488950"/>
            </a:xfrm>
            <a:prstGeom prst="ellipse">
              <a:avLst/>
            </a:prstGeom>
            <a:solidFill>
              <a:srgbClr val="856C8E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61ADED8-14A0-509E-4739-7B419DA5AD25}"/>
              </a:ext>
            </a:extLst>
          </p:cNvPr>
          <p:cNvGrpSpPr/>
          <p:nvPr/>
        </p:nvGrpSpPr>
        <p:grpSpPr>
          <a:xfrm>
            <a:off x="5029200" y="1388021"/>
            <a:ext cx="3830612" cy="5898490"/>
            <a:chOff x="4165600" y="488950"/>
            <a:chExt cx="3830612" cy="589849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EEBB66-55B6-6068-30C2-3BBF866CEAFA}"/>
                </a:ext>
              </a:extLst>
            </p:cNvPr>
            <p:cNvSpPr/>
            <p:nvPr/>
          </p:nvSpPr>
          <p:spPr>
            <a:xfrm>
              <a:off x="6821020" y="3170699"/>
              <a:ext cx="95251" cy="1040789"/>
            </a:xfrm>
            <a:prstGeom prst="rect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2FD4012-E7DB-CADC-1E60-44B94A8C47D7}"/>
                </a:ext>
              </a:extLst>
            </p:cNvPr>
            <p:cNvSpPr/>
            <p:nvPr/>
          </p:nvSpPr>
          <p:spPr>
            <a:xfrm>
              <a:off x="6721731" y="4185911"/>
              <a:ext cx="286702" cy="286702"/>
            </a:xfrm>
            <a:custGeom>
              <a:avLst/>
              <a:gdLst>
                <a:gd name="connsiteX0" fmla="*/ 457200 w 914400"/>
                <a:gd name="connsiteY0" fmla="*/ 0 h 914400"/>
                <a:gd name="connsiteX1" fmla="*/ 914400 w 914400"/>
                <a:gd name="connsiteY1" fmla="*/ 457200 h 914400"/>
                <a:gd name="connsiteX2" fmla="*/ 457200 w 914400"/>
                <a:gd name="connsiteY2" fmla="*/ 914400 h 914400"/>
                <a:gd name="connsiteX3" fmla="*/ 0 w 914400"/>
                <a:gd name="connsiteY3" fmla="*/ 457200 h 914400"/>
                <a:gd name="connsiteX4" fmla="*/ 457200 w 914400"/>
                <a:gd name="connsiteY4" fmla="*/ 0 h 914400"/>
                <a:gd name="connsiteX5" fmla="*/ 457200 w 914400"/>
                <a:gd name="connsiteY5" fmla="*/ 155258 h 914400"/>
                <a:gd name="connsiteX6" fmla="*/ 155258 w 914400"/>
                <a:gd name="connsiteY6" fmla="*/ 457200 h 914400"/>
                <a:gd name="connsiteX7" fmla="*/ 457200 w 914400"/>
                <a:gd name="connsiteY7" fmla="*/ 759142 h 914400"/>
                <a:gd name="connsiteX8" fmla="*/ 759142 w 914400"/>
                <a:gd name="connsiteY8" fmla="*/ 457200 h 914400"/>
                <a:gd name="connsiteX9" fmla="*/ 457200 w 914400"/>
                <a:gd name="connsiteY9" fmla="*/ 155258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4400" h="914400">
                  <a:moveTo>
                    <a:pt x="457200" y="0"/>
                  </a:moveTo>
                  <a:cubicBezTo>
                    <a:pt x="709705" y="0"/>
                    <a:pt x="914400" y="204695"/>
                    <a:pt x="914400" y="457200"/>
                  </a:cubicBezTo>
                  <a:cubicBezTo>
                    <a:pt x="914400" y="709705"/>
                    <a:pt x="709705" y="914400"/>
                    <a:pt x="457200" y="914400"/>
                  </a:cubicBezTo>
                  <a:cubicBezTo>
                    <a:pt x="204695" y="914400"/>
                    <a:pt x="0" y="709705"/>
                    <a:pt x="0" y="457200"/>
                  </a:cubicBezTo>
                  <a:cubicBezTo>
                    <a:pt x="0" y="204695"/>
                    <a:pt x="204695" y="0"/>
                    <a:pt x="457200" y="0"/>
                  </a:cubicBezTo>
                  <a:close/>
                  <a:moveTo>
                    <a:pt x="457200" y="155258"/>
                  </a:moveTo>
                  <a:cubicBezTo>
                    <a:pt x="290442" y="155258"/>
                    <a:pt x="155258" y="290442"/>
                    <a:pt x="155258" y="457200"/>
                  </a:cubicBezTo>
                  <a:cubicBezTo>
                    <a:pt x="155258" y="623958"/>
                    <a:pt x="290442" y="759142"/>
                    <a:pt x="457200" y="759142"/>
                  </a:cubicBezTo>
                  <a:cubicBezTo>
                    <a:pt x="623958" y="759142"/>
                    <a:pt x="759142" y="623958"/>
                    <a:pt x="759142" y="457200"/>
                  </a:cubicBezTo>
                  <a:cubicBezTo>
                    <a:pt x="759142" y="290442"/>
                    <a:pt x="623958" y="155258"/>
                    <a:pt x="457200" y="155258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FB17534-0F4B-0379-642E-73A81A4F7395}"/>
                </a:ext>
              </a:extLst>
            </p:cNvPr>
            <p:cNvSpPr/>
            <p:nvPr/>
          </p:nvSpPr>
          <p:spPr>
            <a:xfrm>
              <a:off x="4176640" y="5548197"/>
              <a:ext cx="3729179" cy="839243"/>
            </a:xfrm>
            <a:prstGeom prst="ellipse">
              <a:avLst/>
            </a:prstGeom>
            <a:solidFill>
              <a:srgbClr val="A5A5A5">
                <a:lumMod val="75000"/>
                <a:alpha val="29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E0E51DE-0A51-E684-D2EC-FDE05EF0948D}"/>
                </a:ext>
              </a:extLst>
            </p:cNvPr>
            <p:cNvSpPr/>
            <p:nvPr/>
          </p:nvSpPr>
          <p:spPr>
            <a:xfrm>
              <a:off x="5519737" y="5751008"/>
              <a:ext cx="1042987" cy="326365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1E17123-5449-A48E-089F-495C54C47033}"/>
                </a:ext>
              </a:extLst>
            </p:cNvPr>
            <p:cNvSpPr/>
            <p:nvPr/>
          </p:nvSpPr>
          <p:spPr>
            <a:xfrm>
              <a:off x="5820556" y="2706060"/>
              <a:ext cx="444500" cy="3246405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3E623B2-9CF2-2163-7EB2-83A7F6F678AB}"/>
                </a:ext>
              </a:extLst>
            </p:cNvPr>
            <p:cNvSpPr/>
            <p:nvPr/>
          </p:nvSpPr>
          <p:spPr>
            <a:xfrm>
              <a:off x="5816287" y="5923385"/>
              <a:ext cx="506103" cy="9153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lowchart: Manual Operation 5">
              <a:extLst>
                <a:ext uri="{FF2B5EF4-FFF2-40B4-BE49-F238E27FC236}">
                  <a16:creationId xmlns:a16="http://schemas.microsoft.com/office/drawing/2014/main" id="{27AF8D88-C442-010B-696B-806E05B21E7C}"/>
                </a:ext>
              </a:extLst>
            </p:cNvPr>
            <p:cNvSpPr/>
            <p:nvPr/>
          </p:nvSpPr>
          <p:spPr>
            <a:xfrm flipV="1">
              <a:off x="4165600" y="736580"/>
              <a:ext cx="3830612" cy="2604131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  <a:gd name="connsiteX0" fmla="*/ 0 w 10000"/>
                <a:gd name="connsiteY0" fmla="*/ 0 h 11183"/>
                <a:gd name="connsiteX1" fmla="*/ 10000 w 10000"/>
                <a:gd name="connsiteY1" fmla="*/ 0 h 11183"/>
                <a:gd name="connsiteX2" fmla="*/ 8000 w 10000"/>
                <a:gd name="connsiteY2" fmla="*/ 10000 h 11183"/>
                <a:gd name="connsiteX3" fmla="*/ 1867 w 10000"/>
                <a:gd name="connsiteY3" fmla="*/ 11183 h 11183"/>
                <a:gd name="connsiteX4" fmla="*/ 0 w 10000"/>
                <a:gd name="connsiteY4" fmla="*/ 0 h 11183"/>
                <a:gd name="connsiteX0" fmla="*/ 0 w 10000"/>
                <a:gd name="connsiteY0" fmla="*/ 0 h 11183"/>
                <a:gd name="connsiteX1" fmla="*/ 10000 w 10000"/>
                <a:gd name="connsiteY1" fmla="*/ 0 h 11183"/>
                <a:gd name="connsiteX2" fmla="*/ 7934 w 10000"/>
                <a:gd name="connsiteY2" fmla="*/ 11058 h 11183"/>
                <a:gd name="connsiteX3" fmla="*/ 1867 w 10000"/>
                <a:gd name="connsiteY3" fmla="*/ 11183 h 11183"/>
                <a:gd name="connsiteX4" fmla="*/ 0 w 10000"/>
                <a:gd name="connsiteY4" fmla="*/ 0 h 11183"/>
                <a:gd name="connsiteX0" fmla="*/ 0 w 10000"/>
                <a:gd name="connsiteY0" fmla="*/ 1134 h 12317"/>
                <a:gd name="connsiteX1" fmla="*/ 10000 w 10000"/>
                <a:gd name="connsiteY1" fmla="*/ 1134 h 12317"/>
                <a:gd name="connsiteX2" fmla="*/ 7934 w 10000"/>
                <a:gd name="connsiteY2" fmla="*/ 12192 h 12317"/>
                <a:gd name="connsiteX3" fmla="*/ 1867 w 10000"/>
                <a:gd name="connsiteY3" fmla="*/ 12317 h 12317"/>
                <a:gd name="connsiteX4" fmla="*/ 0 w 10000"/>
                <a:gd name="connsiteY4" fmla="*/ 1134 h 12317"/>
                <a:gd name="connsiteX0" fmla="*/ 0 w 10000"/>
                <a:gd name="connsiteY0" fmla="*/ 1583 h 12766"/>
                <a:gd name="connsiteX1" fmla="*/ 10000 w 10000"/>
                <a:gd name="connsiteY1" fmla="*/ 1583 h 12766"/>
                <a:gd name="connsiteX2" fmla="*/ 7934 w 10000"/>
                <a:gd name="connsiteY2" fmla="*/ 12641 h 12766"/>
                <a:gd name="connsiteX3" fmla="*/ 1867 w 10000"/>
                <a:gd name="connsiteY3" fmla="*/ 12766 h 12766"/>
                <a:gd name="connsiteX4" fmla="*/ 0 w 10000"/>
                <a:gd name="connsiteY4" fmla="*/ 1583 h 12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2766">
                  <a:moveTo>
                    <a:pt x="0" y="1583"/>
                  </a:moveTo>
                  <a:cubicBezTo>
                    <a:pt x="3167" y="-970"/>
                    <a:pt x="7231" y="-36"/>
                    <a:pt x="10000" y="1583"/>
                  </a:cubicBezTo>
                  <a:lnTo>
                    <a:pt x="7934" y="12641"/>
                  </a:lnTo>
                  <a:lnTo>
                    <a:pt x="1867" y="12766"/>
                  </a:lnTo>
                  <a:lnTo>
                    <a:pt x="0" y="1583"/>
                  </a:lnTo>
                  <a:close/>
                </a:path>
              </a:pathLst>
            </a:custGeom>
            <a:solidFill>
              <a:srgbClr val="A08BA7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E7F3818-6F4A-78C5-A350-0D7EC277F252}"/>
                </a:ext>
              </a:extLst>
            </p:cNvPr>
            <p:cNvSpPr/>
            <p:nvPr/>
          </p:nvSpPr>
          <p:spPr>
            <a:xfrm>
              <a:off x="4889500" y="488950"/>
              <a:ext cx="2324100" cy="488950"/>
            </a:xfrm>
            <a:prstGeom prst="ellipse">
              <a:avLst/>
            </a:prstGeom>
            <a:solidFill>
              <a:srgbClr val="856C8E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FBF9086-85F1-A89B-F982-5DFEEFEEAB18}"/>
              </a:ext>
            </a:extLst>
          </p:cNvPr>
          <p:cNvGrpSpPr/>
          <p:nvPr/>
        </p:nvGrpSpPr>
        <p:grpSpPr>
          <a:xfrm>
            <a:off x="6079596" y="10986"/>
            <a:ext cx="3830612" cy="5898490"/>
            <a:chOff x="4165600" y="488950"/>
            <a:chExt cx="3830612" cy="5898490"/>
          </a:xfrm>
          <a:solidFill>
            <a:schemeClr val="bg1"/>
          </a:solidFill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92F9283-D00D-8407-777F-76299116936B}"/>
                </a:ext>
              </a:extLst>
            </p:cNvPr>
            <p:cNvSpPr/>
            <p:nvPr/>
          </p:nvSpPr>
          <p:spPr>
            <a:xfrm>
              <a:off x="6821020" y="3170699"/>
              <a:ext cx="95251" cy="1040789"/>
            </a:xfrm>
            <a:prstGeom prst="rect">
              <a:avLst/>
            </a:pr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E7F116E-9B04-9A40-2FF8-AEE96D6A45D8}"/>
                </a:ext>
              </a:extLst>
            </p:cNvPr>
            <p:cNvSpPr/>
            <p:nvPr/>
          </p:nvSpPr>
          <p:spPr>
            <a:xfrm>
              <a:off x="6721731" y="4185911"/>
              <a:ext cx="286702" cy="286702"/>
            </a:xfrm>
            <a:custGeom>
              <a:avLst/>
              <a:gdLst>
                <a:gd name="connsiteX0" fmla="*/ 457200 w 914400"/>
                <a:gd name="connsiteY0" fmla="*/ 0 h 914400"/>
                <a:gd name="connsiteX1" fmla="*/ 914400 w 914400"/>
                <a:gd name="connsiteY1" fmla="*/ 457200 h 914400"/>
                <a:gd name="connsiteX2" fmla="*/ 457200 w 914400"/>
                <a:gd name="connsiteY2" fmla="*/ 914400 h 914400"/>
                <a:gd name="connsiteX3" fmla="*/ 0 w 914400"/>
                <a:gd name="connsiteY3" fmla="*/ 457200 h 914400"/>
                <a:gd name="connsiteX4" fmla="*/ 457200 w 914400"/>
                <a:gd name="connsiteY4" fmla="*/ 0 h 914400"/>
                <a:gd name="connsiteX5" fmla="*/ 457200 w 914400"/>
                <a:gd name="connsiteY5" fmla="*/ 155258 h 914400"/>
                <a:gd name="connsiteX6" fmla="*/ 155258 w 914400"/>
                <a:gd name="connsiteY6" fmla="*/ 457200 h 914400"/>
                <a:gd name="connsiteX7" fmla="*/ 457200 w 914400"/>
                <a:gd name="connsiteY7" fmla="*/ 759142 h 914400"/>
                <a:gd name="connsiteX8" fmla="*/ 759142 w 914400"/>
                <a:gd name="connsiteY8" fmla="*/ 457200 h 914400"/>
                <a:gd name="connsiteX9" fmla="*/ 457200 w 914400"/>
                <a:gd name="connsiteY9" fmla="*/ 155258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4400" h="914400">
                  <a:moveTo>
                    <a:pt x="457200" y="0"/>
                  </a:moveTo>
                  <a:cubicBezTo>
                    <a:pt x="709705" y="0"/>
                    <a:pt x="914400" y="204695"/>
                    <a:pt x="914400" y="457200"/>
                  </a:cubicBezTo>
                  <a:cubicBezTo>
                    <a:pt x="914400" y="709705"/>
                    <a:pt x="709705" y="914400"/>
                    <a:pt x="457200" y="914400"/>
                  </a:cubicBezTo>
                  <a:cubicBezTo>
                    <a:pt x="204695" y="914400"/>
                    <a:pt x="0" y="709705"/>
                    <a:pt x="0" y="457200"/>
                  </a:cubicBezTo>
                  <a:cubicBezTo>
                    <a:pt x="0" y="204695"/>
                    <a:pt x="204695" y="0"/>
                    <a:pt x="457200" y="0"/>
                  </a:cubicBezTo>
                  <a:close/>
                  <a:moveTo>
                    <a:pt x="457200" y="155258"/>
                  </a:moveTo>
                  <a:cubicBezTo>
                    <a:pt x="290442" y="155258"/>
                    <a:pt x="155258" y="290442"/>
                    <a:pt x="155258" y="457200"/>
                  </a:cubicBezTo>
                  <a:cubicBezTo>
                    <a:pt x="155258" y="623958"/>
                    <a:pt x="290442" y="759142"/>
                    <a:pt x="457200" y="759142"/>
                  </a:cubicBezTo>
                  <a:cubicBezTo>
                    <a:pt x="623958" y="759142"/>
                    <a:pt x="759142" y="623958"/>
                    <a:pt x="759142" y="457200"/>
                  </a:cubicBezTo>
                  <a:cubicBezTo>
                    <a:pt x="759142" y="290442"/>
                    <a:pt x="623958" y="155258"/>
                    <a:pt x="457200" y="155258"/>
                  </a:cubicBezTo>
                  <a:close/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F10EA2F-3313-3C5B-5D7B-673C719E3B95}"/>
                </a:ext>
              </a:extLst>
            </p:cNvPr>
            <p:cNvSpPr/>
            <p:nvPr/>
          </p:nvSpPr>
          <p:spPr>
            <a:xfrm>
              <a:off x="4176640" y="5548197"/>
              <a:ext cx="3729179" cy="839243"/>
            </a:xfrm>
            <a:prstGeom prst="ellipse">
              <a:avLst/>
            </a:prstGeom>
            <a:solidFill>
              <a:schemeClr val="tx1">
                <a:alpha val="29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9C3E8B9-99B3-2AD2-DB4F-FCC1490020E5}"/>
                </a:ext>
              </a:extLst>
            </p:cNvPr>
            <p:cNvSpPr/>
            <p:nvPr/>
          </p:nvSpPr>
          <p:spPr>
            <a:xfrm>
              <a:off x="5519737" y="5751008"/>
              <a:ext cx="1042987" cy="326365"/>
            </a:xfrm>
            <a:prstGeom prst="ellipse">
              <a:avLst/>
            </a:pr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8CDAC6E-7204-BEE4-AC6A-9C48F7D4972B}"/>
                </a:ext>
              </a:extLst>
            </p:cNvPr>
            <p:cNvSpPr/>
            <p:nvPr/>
          </p:nvSpPr>
          <p:spPr>
            <a:xfrm>
              <a:off x="5820556" y="2706060"/>
              <a:ext cx="444500" cy="3246405"/>
            </a:xfrm>
            <a:prstGeom prst="rect">
              <a:avLst/>
            </a:pr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8F7DC42-869A-1875-2C56-C29E184EB755}"/>
                </a:ext>
              </a:extLst>
            </p:cNvPr>
            <p:cNvSpPr/>
            <p:nvPr/>
          </p:nvSpPr>
          <p:spPr>
            <a:xfrm>
              <a:off x="5751813" y="5923385"/>
              <a:ext cx="570577" cy="9153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lowchart: Manual Operation 5">
              <a:extLst>
                <a:ext uri="{FF2B5EF4-FFF2-40B4-BE49-F238E27FC236}">
                  <a16:creationId xmlns:a16="http://schemas.microsoft.com/office/drawing/2014/main" id="{9A9CAAFA-D777-1616-4539-75E81DEFC387}"/>
                </a:ext>
              </a:extLst>
            </p:cNvPr>
            <p:cNvSpPr/>
            <p:nvPr/>
          </p:nvSpPr>
          <p:spPr>
            <a:xfrm flipV="1">
              <a:off x="4165600" y="736580"/>
              <a:ext cx="3830612" cy="2604131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  <a:gd name="connsiteX0" fmla="*/ 0 w 10000"/>
                <a:gd name="connsiteY0" fmla="*/ 0 h 11183"/>
                <a:gd name="connsiteX1" fmla="*/ 10000 w 10000"/>
                <a:gd name="connsiteY1" fmla="*/ 0 h 11183"/>
                <a:gd name="connsiteX2" fmla="*/ 8000 w 10000"/>
                <a:gd name="connsiteY2" fmla="*/ 10000 h 11183"/>
                <a:gd name="connsiteX3" fmla="*/ 1867 w 10000"/>
                <a:gd name="connsiteY3" fmla="*/ 11183 h 11183"/>
                <a:gd name="connsiteX4" fmla="*/ 0 w 10000"/>
                <a:gd name="connsiteY4" fmla="*/ 0 h 11183"/>
                <a:gd name="connsiteX0" fmla="*/ 0 w 10000"/>
                <a:gd name="connsiteY0" fmla="*/ 0 h 11183"/>
                <a:gd name="connsiteX1" fmla="*/ 10000 w 10000"/>
                <a:gd name="connsiteY1" fmla="*/ 0 h 11183"/>
                <a:gd name="connsiteX2" fmla="*/ 7934 w 10000"/>
                <a:gd name="connsiteY2" fmla="*/ 11058 h 11183"/>
                <a:gd name="connsiteX3" fmla="*/ 1867 w 10000"/>
                <a:gd name="connsiteY3" fmla="*/ 11183 h 11183"/>
                <a:gd name="connsiteX4" fmla="*/ 0 w 10000"/>
                <a:gd name="connsiteY4" fmla="*/ 0 h 11183"/>
                <a:gd name="connsiteX0" fmla="*/ 0 w 10000"/>
                <a:gd name="connsiteY0" fmla="*/ 1134 h 12317"/>
                <a:gd name="connsiteX1" fmla="*/ 10000 w 10000"/>
                <a:gd name="connsiteY1" fmla="*/ 1134 h 12317"/>
                <a:gd name="connsiteX2" fmla="*/ 7934 w 10000"/>
                <a:gd name="connsiteY2" fmla="*/ 12192 h 12317"/>
                <a:gd name="connsiteX3" fmla="*/ 1867 w 10000"/>
                <a:gd name="connsiteY3" fmla="*/ 12317 h 12317"/>
                <a:gd name="connsiteX4" fmla="*/ 0 w 10000"/>
                <a:gd name="connsiteY4" fmla="*/ 1134 h 12317"/>
                <a:gd name="connsiteX0" fmla="*/ 0 w 10000"/>
                <a:gd name="connsiteY0" fmla="*/ 1583 h 12766"/>
                <a:gd name="connsiteX1" fmla="*/ 10000 w 10000"/>
                <a:gd name="connsiteY1" fmla="*/ 1583 h 12766"/>
                <a:gd name="connsiteX2" fmla="*/ 7934 w 10000"/>
                <a:gd name="connsiteY2" fmla="*/ 12641 h 12766"/>
                <a:gd name="connsiteX3" fmla="*/ 1867 w 10000"/>
                <a:gd name="connsiteY3" fmla="*/ 12766 h 12766"/>
                <a:gd name="connsiteX4" fmla="*/ 0 w 10000"/>
                <a:gd name="connsiteY4" fmla="*/ 1583 h 12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2766">
                  <a:moveTo>
                    <a:pt x="0" y="1583"/>
                  </a:moveTo>
                  <a:cubicBezTo>
                    <a:pt x="3167" y="-970"/>
                    <a:pt x="7231" y="-36"/>
                    <a:pt x="10000" y="1583"/>
                  </a:cubicBezTo>
                  <a:lnTo>
                    <a:pt x="7934" y="12641"/>
                  </a:lnTo>
                  <a:lnTo>
                    <a:pt x="1867" y="12766"/>
                  </a:lnTo>
                  <a:lnTo>
                    <a:pt x="0" y="1583"/>
                  </a:lnTo>
                  <a:close/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2599D89-BE41-FA9C-4809-C63096B45832}"/>
                </a:ext>
              </a:extLst>
            </p:cNvPr>
            <p:cNvSpPr/>
            <p:nvPr/>
          </p:nvSpPr>
          <p:spPr>
            <a:xfrm>
              <a:off x="4889500" y="488950"/>
              <a:ext cx="2324100" cy="488950"/>
            </a:xfrm>
            <a:prstGeom prst="ellipse">
              <a:avLst/>
            </a:pr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5033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9E1C308D-4EEE-F1B1-FE3A-11F3921AF4DE}"/>
              </a:ext>
            </a:extLst>
          </p:cNvPr>
          <p:cNvGrpSpPr/>
          <p:nvPr/>
        </p:nvGrpSpPr>
        <p:grpSpPr>
          <a:xfrm>
            <a:off x="-1652013" y="961455"/>
            <a:ext cx="5693002" cy="6241458"/>
            <a:chOff x="2333035" y="957943"/>
            <a:chExt cx="5693002" cy="6241458"/>
          </a:xfrm>
        </p:grpSpPr>
        <p:sp>
          <p:nvSpPr>
            <p:cNvPr id="34" name="Rectangle: Top Corners Rounded 33">
              <a:extLst>
                <a:ext uri="{FF2B5EF4-FFF2-40B4-BE49-F238E27FC236}">
                  <a16:creationId xmlns:a16="http://schemas.microsoft.com/office/drawing/2014/main" id="{AF525378-50C3-AF81-DC55-EB2707938622}"/>
                </a:ext>
              </a:extLst>
            </p:cNvPr>
            <p:cNvSpPr/>
            <p:nvPr/>
          </p:nvSpPr>
          <p:spPr>
            <a:xfrm>
              <a:off x="3149600" y="957943"/>
              <a:ext cx="4059872" cy="258898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DE9E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: Top Corners Rounded 34">
              <a:extLst>
                <a:ext uri="{FF2B5EF4-FFF2-40B4-BE49-F238E27FC236}">
                  <a16:creationId xmlns:a16="http://schemas.microsoft.com/office/drawing/2014/main" id="{89410FF6-8B7C-6731-EA82-39B2CD812EFC}"/>
                </a:ext>
              </a:extLst>
            </p:cNvPr>
            <p:cNvSpPr/>
            <p:nvPr/>
          </p:nvSpPr>
          <p:spPr>
            <a:xfrm rot="10800000">
              <a:off x="2874167" y="6704325"/>
              <a:ext cx="559595" cy="495075"/>
            </a:xfrm>
            <a:prstGeom prst="round2SameRect">
              <a:avLst>
                <a:gd name="adj1" fmla="val 39899"/>
                <a:gd name="adj2" fmla="val 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: Top Corners Rounded 35">
              <a:extLst>
                <a:ext uri="{FF2B5EF4-FFF2-40B4-BE49-F238E27FC236}">
                  <a16:creationId xmlns:a16="http://schemas.microsoft.com/office/drawing/2014/main" id="{2662F2AA-B6BE-B480-037A-61A93EE09FF7}"/>
                </a:ext>
              </a:extLst>
            </p:cNvPr>
            <p:cNvSpPr/>
            <p:nvPr/>
          </p:nvSpPr>
          <p:spPr>
            <a:xfrm rot="10800000">
              <a:off x="7050857" y="6704325"/>
              <a:ext cx="559595" cy="495076"/>
            </a:xfrm>
            <a:prstGeom prst="round2SameRect">
              <a:avLst>
                <a:gd name="adj1" fmla="val 39899"/>
                <a:gd name="adj2" fmla="val 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F23FF5FB-FB08-6D4E-5331-A9CC15B5D3EF}"/>
                </a:ext>
              </a:extLst>
            </p:cNvPr>
            <p:cNvGrpSpPr/>
            <p:nvPr/>
          </p:nvGrpSpPr>
          <p:grpSpPr>
            <a:xfrm>
              <a:off x="2333035" y="3470728"/>
              <a:ext cx="5693002" cy="3343728"/>
              <a:chOff x="-3359377" y="-543379"/>
              <a:chExt cx="5693002" cy="3343728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B280023-9438-C605-8E97-13E18D609AC8}"/>
                  </a:ext>
                </a:extLst>
              </p:cNvPr>
              <p:cNvSpPr/>
              <p:nvPr/>
            </p:nvSpPr>
            <p:spPr>
              <a:xfrm>
                <a:off x="-3165021" y="-467179"/>
                <a:ext cx="5297714" cy="3200854"/>
              </a:xfrm>
              <a:prstGeom prst="rect">
                <a:avLst/>
              </a:prstGeom>
              <a:solidFill>
                <a:srgbClr val="927A9A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: Top Corners Rounded 4">
                <a:extLst>
                  <a:ext uri="{FF2B5EF4-FFF2-40B4-BE49-F238E27FC236}">
                    <a16:creationId xmlns:a16="http://schemas.microsoft.com/office/drawing/2014/main" id="{D96EBC40-C687-D340-7F91-4E99FC6C50CA}"/>
                  </a:ext>
                </a:extLst>
              </p:cNvPr>
              <p:cNvSpPr/>
              <p:nvPr/>
            </p:nvSpPr>
            <p:spPr>
              <a:xfrm>
                <a:off x="-3352800" y="-543379"/>
                <a:ext cx="5686425" cy="11012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: Top Corners Rounded 5">
                <a:extLst>
                  <a:ext uri="{FF2B5EF4-FFF2-40B4-BE49-F238E27FC236}">
                    <a16:creationId xmlns:a16="http://schemas.microsoft.com/office/drawing/2014/main" id="{57D639B3-A05F-8197-002E-B51D19F43144}"/>
                  </a:ext>
                </a:extLst>
              </p:cNvPr>
              <p:cNvSpPr/>
              <p:nvPr/>
            </p:nvSpPr>
            <p:spPr>
              <a:xfrm>
                <a:off x="-3359377" y="2690220"/>
                <a:ext cx="5686425" cy="11012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D9F5EDE-E9FA-B6B9-5639-5F11DDC5C78E}"/>
                </a:ext>
              </a:extLst>
            </p:cNvPr>
            <p:cNvSpPr/>
            <p:nvPr/>
          </p:nvSpPr>
          <p:spPr>
            <a:xfrm>
              <a:off x="5276850" y="4305300"/>
              <a:ext cx="2463800" cy="577850"/>
            </a:xfrm>
            <a:prstGeom prst="roundRect">
              <a:avLst/>
            </a:prstGeom>
            <a:solidFill>
              <a:srgbClr val="A08BA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57B2C58-5F35-1A65-E325-81F32F16B978}"/>
                </a:ext>
              </a:extLst>
            </p:cNvPr>
            <p:cNvSpPr/>
            <p:nvPr/>
          </p:nvSpPr>
          <p:spPr>
            <a:xfrm>
              <a:off x="6397625" y="4483100"/>
              <a:ext cx="222250" cy="22225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3B5EA6A-CECF-7CA4-8B16-78790DF6FB99}"/>
                </a:ext>
              </a:extLst>
            </p:cNvPr>
            <p:cNvSpPr/>
            <p:nvPr/>
          </p:nvSpPr>
          <p:spPr>
            <a:xfrm>
              <a:off x="2695575" y="4305300"/>
              <a:ext cx="2463800" cy="577850"/>
            </a:xfrm>
            <a:prstGeom prst="roundRect">
              <a:avLst/>
            </a:prstGeom>
            <a:solidFill>
              <a:srgbClr val="A08BA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B6208C5-AC07-4D07-9C81-811C26E3E9F4}"/>
                </a:ext>
              </a:extLst>
            </p:cNvPr>
            <p:cNvSpPr/>
            <p:nvPr/>
          </p:nvSpPr>
          <p:spPr>
            <a:xfrm>
              <a:off x="3816350" y="4483100"/>
              <a:ext cx="222250" cy="22225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DC8BC1C-67B0-AA20-9F60-B943757731DE}"/>
                </a:ext>
              </a:extLst>
            </p:cNvPr>
            <p:cNvSpPr/>
            <p:nvPr/>
          </p:nvSpPr>
          <p:spPr>
            <a:xfrm>
              <a:off x="5276850" y="4959350"/>
              <a:ext cx="2463800" cy="770890"/>
            </a:xfrm>
            <a:prstGeom prst="roundRect">
              <a:avLst/>
            </a:prstGeom>
            <a:solidFill>
              <a:srgbClr val="A08BA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77C53EA-A830-FBC8-D3DC-63A54E05DCC0}"/>
                </a:ext>
              </a:extLst>
            </p:cNvPr>
            <p:cNvSpPr/>
            <p:nvPr/>
          </p:nvSpPr>
          <p:spPr>
            <a:xfrm>
              <a:off x="6397625" y="5216848"/>
              <a:ext cx="222250" cy="22225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22F9DAD1-4E20-AAA1-4B68-893A150F1016}"/>
                </a:ext>
              </a:extLst>
            </p:cNvPr>
            <p:cNvSpPr/>
            <p:nvPr/>
          </p:nvSpPr>
          <p:spPr>
            <a:xfrm>
              <a:off x="2695575" y="4959350"/>
              <a:ext cx="2463800" cy="770890"/>
            </a:xfrm>
            <a:prstGeom prst="roundRect">
              <a:avLst/>
            </a:prstGeom>
            <a:solidFill>
              <a:srgbClr val="A08BA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72323C4-E59A-7D69-A293-54894C9EB061}"/>
                </a:ext>
              </a:extLst>
            </p:cNvPr>
            <p:cNvSpPr/>
            <p:nvPr/>
          </p:nvSpPr>
          <p:spPr>
            <a:xfrm>
              <a:off x="3816350" y="5216848"/>
              <a:ext cx="222250" cy="22225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29CEB150-B0DB-2C13-E031-9FA9FD2035FC}"/>
                </a:ext>
              </a:extLst>
            </p:cNvPr>
            <p:cNvSpPr/>
            <p:nvPr/>
          </p:nvSpPr>
          <p:spPr>
            <a:xfrm>
              <a:off x="5276850" y="5831840"/>
              <a:ext cx="2463800" cy="770890"/>
            </a:xfrm>
            <a:prstGeom prst="roundRect">
              <a:avLst/>
            </a:prstGeom>
            <a:solidFill>
              <a:srgbClr val="A08BA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C3A09D7-0028-53FB-A5F3-A6735F9ED5CE}"/>
                </a:ext>
              </a:extLst>
            </p:cNvPr>
            <p:cNvSpPr/>
            <p:nvPr/>
          </p:nvSpPr>
          <p:spPr>
            <a:xfrm>
              <a:off x="6397625" y="6092825"/>
              <a:ext cx="222250" cy="22225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738BE842-4CD7-C25D-73BF-00445ED55E1C}"/>
                </a:ext>
              </a:extLst>
            </p:cNvPr>
            <p:cNvSpPr/>
            <p:nvPr/>
          </p:nvSpPr>
          <p:spPr>
            <a:xfrm>
              <a:off x="2695575" y="5831840"/>
              <a:ext cx="2463800" cy="770890"/>
            </a:xfrm>
            <a:prstGeom prst="roundRect">
              <a:avLst/>
            </a:prstGeom>
            <a:solidFill>
              <a:srgbClr val="A08BA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A8D95C2-B3E4-08EE-3C55-B592508364ED}"/>
                </a:ext>
              </a:extLst>
            </p:cNvPr>
            <p:cNvSpPr/>
            <p:nvPr/>
          </p:nvSpPr>
          <p:spPr>
            <a:xfrm>
              <a:off x="3816350" y="6092825"/>
              <a:ext cx="222250" cy="22225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F9E7E90-C1E9-73B8-DE51-20A9350A99D3}"/>
                </a:ext>
              </a:extLst>
            </p:cNvPr>
            <p:cNvSpPr/>
            <p:nvPr/>
          </p:nvSpPr>
          <p:spPr>
            <a:xfrm>
              <a:off x="2695575" y="3651250"/>
              <a:ext cx="5045075" cy="577850"/>
            </a:xfrm>
            <a:prstGeom prst="roundRect">
              <a:avLst/>
            </a:prstGeom>
            <a:solidFill>
              <a:srgbClr val="A08BA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F0F5B60-C359-C062-BDED-65B89FE78E76}"/>
                </a:ext>
              </a:extLst>
            </p:cNvPr>
            <p:cNvSpPr/>
            <p:nvPr/>
          </p:nvSpPr>
          <p:spPr>
            <a:xfrm>
              <a:off x="3816350" y="3864227"/>
              <a:ext cx="222250" cy="22225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2972941-6507-1F37-9C8A-8C9B75D133D4}"/>
                </a:ext>
              </a:extLst>
            </p:cNvPr>
            <p:cNvSpPr/>
            <p:nvPr/>
          </p:nvSpPr>
          <p:spPr>
            <a:xfrm>
              <a:off x="6397625" y="3864227"/>
              <a:ext cx="222250" cy="22225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2E38F40E-FBBC-6326-D2D8-3CE758EA544A}"/>
                </a:ext>
              </a:extLst>
            </p:cNvPr>
            <p:cNvGrpSpPr/>
            <p:nvPr/>
          </p:nvGrpSpPr>
          <p:grpSpPr>
            <a:xfrm>
              <a:off x="3505407" y="2635914"/>
              <a:ext cx="60969" cy="767296"/>
              <a:chOff x="3505407" y="2635914"/>
              <a:chExt cx="60969" cy="767296"/>
            </a:xfrm>
          </p:grpSpPr>
          <p:sp>
            <p:nvSpPr>
              <p:cNvPr id="39" name="Moon 38">
                <a:extLst>
                  <a:ext uri="{FF2B5EF4-FFF2-40B4-BE49-F238E27FC236}">
                    <a16:creationId xmlns:a16="http://schemas.microsoft.com/office/drawing/2014/main" id="{87B08586-5560-C130-FDA5-5454C3571C6C}"/>
                  </a:ext>
                </a:extLst>
              </p:cNvPr>
              <p:cNvSpPr/>
              <p:nvPr/>
            </p:nvSpPr>
            <p:spPr>
              <a:xfrm rot="20138687">
                <a:off x="3505407" y="2802383"/>
                <a:ext cx="60968" cy="600827"/>
              </a:xfrm>
              <a:custGeom>
                <a:avLst/>
                <a:gdLst>
                  <a:gd name="connsiteX0" fmla="*/ 130175 w 130175"/>
                  <a:gd name="connsiteY0" fmla="*/ 598349 h 598349"/>
                  <a:gd name="connsiteX1" fmla="*/ 0 w 130175"/>
                  <a:gd name="connsiteY1" fmla="*/ 299174 h 598349"/>
                  <a:gd name="connsiteX2" fmla="*/ 130175 w 130175"/>
                  <a:gd name="connsiteY2" fmla="*/ -1 h 598349"/>
                  <a:gd name="connsiteX3" fmla="*/ 65087 w 130175"/>
                  <a:gd name="connsiteY3" fmla="*/ 299174 h 598349"/>
                  <a:gd name="connsiteX4" fmla="*/ 130175 w 130175"/>
                  <a:gd name="connsiteY4" fmla="*/ 598349 h 598349"/>
                  <a:gd name="connsiteX0" fmla="*/ 130175 w 131336"/>
                  <a:gd name="connsiteY0" fmla="*/ 598350 h 598350"/>
                  <a:gd name="connsiteX1" fmla="*/ 0 w 131336"/>
                  <a:gd name="connsiteY1" fmla="*/ 299175 h 598350"/>
                  <a:gd name="connsiteX2" fmla="*/ 130175 w 131336"/>
                  <a:gd name="connsiteY2" fmla="*/ 0 h 598350"/>
                  <a:gd name="connsiteX3" fmla="*/ 65087 w 131336"/>
                  <a:gd name="connsiteY3" fmla="*/ 299175 h 598350"/>
                  <a:gd name="connsiteX4" fmla="*/ 130175 w 131336"/>
                  <a:gd name="connsiteY4" fmla="*/ 598350 h 598350"/>
                  <a:gd name="connsiteX0" fmla="*/ 130175 w 131336"/>
                  <a:gd name="connsiteY0" fmla="*/ 598350 h 599960"/>
                  <a:gd name="connsiteX1" fmla="*/ 0 w 131336"/>
                  <a:gd name="connsiteY1" fmla="*/ 299175 h 599960"/>
                  <a:gd name="connsiteX2" fmla="*/ 130175 w 131336"/>
                  <a:gd name="connsiteY2" fmla="*/ 0 h 599960"/>
                  <a:gd name="connsiteX3" fmla="*/ 65087 w 131336"/>
                  <a:gd name="connsiteY3" fmla="*/ 299175 h 599960"/>
                  <a:gd name="connsiteX4" fmla="*/ 130175 w 131336"/>
                  <a:gd name="connsiteY4" fmla="*/ 598350 h 599960"/>
                  <a:gd name="connsiteX0" fmla="*/ 130175 w 131732"/>
                  <a:gd name="connsiteY0" fmla="*/ 598350 h 599960"/>
                  <a:gd name="connsiteX1" fmla="*/ 0 w 131732"/>
                  <a:gd name="connsiteY1" fmla="*/ 299175 h 599960"/>
                  <a:gd name="connsiteX2" fmla="*/ 130175 w 131732"/>
                  <a:gd name="connsiteY2" fmla="*/ 0 h 599960"/>
                  <a:gd name="connsiteX3" fmla="*/ 86519 w 131732"/>
                  <a:gd name="connsiteY3" fmla="*/ 327750 h 599960"/>
                  <a:gd name="connsiteX4" fmla="*/ 130175 w 131732"/>
                  <a:gd name="connsiteY4" fmla="*/ 598350 h 599960"/>
                  <a:gd name="connsiteX0" fmla="*/ 130175 w 131192"/>
                  <a:gd name="connsiteY0" fmla="*/ 598350 h 599960"/>
                  <a:gd name="connsiteX1" fmla="*/ 0 w 131192"/>
                  <a:gd name="connsiteY1" fmla="*/ 299175 h 599960"/>
                  <a:gd name="connsiteX2" fmla="*/ 130175 w 131192"/>
                  <a:gd name="connsiteY2" fmla="*/ 0 h 599960"/>
                  <a:gd name="connsiteX3" fmla="*/ 53181 w 131192"/>
                  <a:gd name="connsiteY3" fmla="*/ 351562 h 599960"/>
                  <a:gd name="connsiteX4" fmla="*/ 130175 w 131192"/>
                  <a:gd name="connsiteY4" fmla="*/ 598350 h 599960"/>
                  <a:gd name="connsiteX0" fmla="*/ 130175 w 130858"/>
                  <a:gd name="connsiteY0" fmla="*/ 598350 h 599960"/>
                  <a:gd name="connsiteX1" fmla="*/ 0 w 130858"/>
                  <a:gd name="connsiteY1" fmla="*/ 299175 h 599960"/>
                  <a:gd name="connsiteX2" fmla="*/ 130175 w 130858"/>
                  <a:gd name="connsiteY2" fmla="*/ 0 h 599960"/>
                  <a:gd name="connsiteX3" fmla="*/ 53181 w 130858"/>
                  <a:gd name="connsiteY3" fmla="*/ 351562 h 599960"/>
                  <a:gd name="connsiteX4" fmla="*/ 130175 w 130858"/>
                  <a:gd name="connsiteY4" fmla="*/ 598350 h 599960"/>
                  <a:gd name="connsiteX0" fmla="*/ 130175 w 130858"/>
                  <a:gd name="connsiteY0" fmla="*/ 598350 h 599960"/>
                  <a:gd name="connsiteX1" fmla="*/ 0 w 130858"/>
                  <a:gd name="connsiteY1" fmla="*/ 299175 h 599960"/>
                  <a:gd name="connsiteX2" fmla="*/ 130175 w 130858"/>
                  <a:gd name="connsiteY2" fmla="*/ 0 h 599960"/>
                  <a:gd name="connsiteX3" fmla="*/ 53181 w 130858"/>
                  <a:gd name="connsiteY3" fmla="*/ 351562 h 599960"/>
                  <a:gd name="connsiteX4" fmla="*/ 130175 w 130858"/>
                  <a:gd name="connsiteY4" fmla="*/ 598350 h 599960"/>
                  <a:gd name="connsiteX0" fmla="*/ 130175 w 130858"/>
                  <a:gd name="connsiteY0" fmla="*/ 599960 h 601570"/>
                  <a:gd name="connsiteX1" fmla="*/ 0 w 130858"/>
                  <a:gd name="connsiteY1" fmla="*/ 300785 h 601570"/>
                  <a:gd name="connsiteX2" fmla="*/ 130175 w 130858"/>
                  <a:gd name="connsiteY2" fmla="*/ 1610 h 601570"/>
                  <a:gd name="connsiteX3" fmla="*/ 53181 w 130858"/>
                  <a:gd name="connsiteY3" fmla="*/ 353172 h 601570"/>
                  <a:gd name="connsiteX4" fmla="*/ 130175 w 130858"/>
                  <a:gd name="connsiteY4" fmla="*/ 599960 h 601570"/>
                  <a:gd name="connsiteX0" fmla="*/ 134507 w 135190"/>
                  <a:gd name="connsiteY0" fmla="*/ 599589 h 600827"/>
                  <a:gd name="connsiteX1" fmla="*/ 4332 w 135190"/>
                  <a:gd name="connsiteY1" fmla="*/ 300414 h 600827"/>
                  <a:gd name="connsiteX2" fmla="*/ 134507 w 135190"/>
                  <a:gd name="connsiteY2" fmla="*/ 1239 h 600827"/>
                  <a:gd name="connsiteX3" fmla="*/ 57513 w 135190"/>
                  <a:gd name="connsiteY3" fmla="*/ 352801 h 600827"/>
                  <a:gd name="connsiteX4" fmla="*/ 134507 w 135190"/>
                  <a:gd name="connsiteY4" fmla="*/ 599589 h 600827"/>
                  <a:gd name="connsiteX0" fmla="*/ 134507 w 135512"/>
                  <a:gd name="connsiteY0" fmla="*/ 599589 h 600827"/>
                  <a:gd name="connsiteX1" fmla="*/ 4332 w 135512"/>
                  <a:gd name="connsiteY1" fmla="*/ 300414 h 600827"/>
                  <a:gd name="connsiteX2" fmla="*/ 134507 w 135512"/>
                  <a:gd name="connsiteY2" fmla="*/ 1239 h 600827"/>
                  <a:gd name="connsiteX3" fmla="*/ 57513 w 135512"/>
                  <a:gd name="connsiteY3" fmla="*/ 352801 h 600827"/>
                  <a:gd name="connsiteX4" fmla="*/ 134507 w 135512"/>
                  <a:gd name="connsiteY4" fmla="*/ 599589 h 6008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512" h="600827">
                    <a:moveTo>
                      <a:pt x="134507" y="599589"/>
                    </a:moveTo>
                    <a:cubicBezTo>
                      <a:pt x="76901" y="618639"/>
                      <a:pt x="-21862" y="413257"/>
                      <a:pt x="4332" y="300414"/>
                    </a:cubicBezTo>
                    <a:cubicBezTo>
                      <a:pt x="30526" y="187571"/>
                      <a:pt x="110238" y="-17811"/>
                      <a:pt x="134507" y="1239"/>
                    </a:cubicBezTo>
                    <a:cubicBezTo>
                      <a:pt x="114964" y="57576"/>
                      <a:pt x="58644" y="259699"/>
                      <a:pt x="57513" y="352801"/>
                    </a:cubicBezTo>
                    <a:cubicBezTo>
                      <a:pt x="56382" y="445903"/>
                      <a:pt x="145921" y="593257"/>
                      <a:pt x="134507" y="599589"/>
                    </a:cubicBezTo>
                    <a:close/>
                  </a:path>
                </a:pathLst>
              </a:custGeom>
              <a:solidFill>
                <a:schemeClr val="bg1">
                  <a:alpha val="3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Moon 38">
                <a:extLst>
                  <a:ext uri="{FF2B5EF4-FFF2-40B4-BE49-F238E27FC236}">
                    <a16:creationId xmlns:a16="http://schemas.microsoft.com/office/drawing/2014/main" id="{E308E755-FAA5-3958-49A6-AC7A23CA8DC9}"/>
                  </a:ext>
                </a:extLst>
              </p:cNvPr>
              <p:cNvSpPr/>
              <p:nvPr/>
            </p:nvSpPr>
            <p:spPr>
              <a:xfrm rot="20444265">
                <a:off x="3505408" y="2635914"/>
                <a:ext cx="60968" cy="600827"/>
              </a:xfrm>
              <a:custGeom>
                <a:avLst/>
                <a:gdLst>
                  <a:gd name="connsiteX0" fmla="*/ 130175 w 130175"/>
                  <a:gd name="connsiteY0" fmla="*/ 598349 h 598349"/>
                  <a:gd name="connsiteX1" fmla="*/ 0 w 130175"/>
                  <a:gd name="connsiteY1" fmla="*/ 299174 h 598349"/>
                  <a:gd name="connsiteX2" fmla="*/ 130175 w 130175"/>
                  <a:gd name="connsiteY2" fmla="*/ -1 h 598349"/>
                  <a:gd name="connsiteX3" fmla="*/ 65087 w 130175"/>
                  <a:gd name="connsiteY3" fmla="*/ 299174 h 598349"/>
                  <a:gd name="connsiteX4" fmla="*/ 130175 w 130175"/>
                  <a:gd name="connsiteY4" fmla="*/ 598349 h 598349"/>
                  <a:gd name="connsiteX0" fmla="*/ 130175 w 131336"/>
                  <a:gd name="connsiteY0" fmla="*/ 598350 h 598350"/>
                  <a:gd name="connsiteX1" fmla="*/ 0 w 131336"/>
                  <a:gd name="connsiteY1" fmla="*/ 299175 h 598350"/>
                  <a:gd name="connsiteX2" fmla="*/ 130175 w 131336"/>
                  <a:gd name="connsiteY2" fmla="*/ 0 h 598350"/>
                  <a:gd name="connsiteX3" fmla="*/ 65087 w 131336"/>
                  <a:gd name="connsiteY3" fmla="*/ 299175 h 598350"/>
                  <a:gd name="connsiteX4" fmla="*/ 130175 w 131336"/>
                  <a:gd name="connsiteY4" fmla="*/ 598350 h 598350"/>
                  <a:gd name="connsiteX0" fmla="*/ 130175 w 131336"/>
                  <a:gd name="connsiteY0" fmla="*/ 598350 h 599960"/>
                  <a:gd name="connsiteX1" fmla="*/ 0 w 131336"/>
                  <a:gd name="connsiteY1" fmla="*/ 299175 h 599960"/>
                  <a:gd name="connsiteX2" fmla="*/ 130175 w 131336"/>
                  <a:gd name="connsiteY2" fmla="*/ 0 h 599960"/>
                  <a:gd name="connsiteX3" fmla="*/ 65087 w 131336"/>
                  <a:gd name="connsiteY3" fmla="*/ 299175 h 599960"/>
                  <a:gd name="connsiteX4" fmla="*/ 130175 w 131336"/>
                  <a:gd name="connsiteY4" fmla="*/ 598350 h 599960"/>
                  <a:gd name="connsiteX0" fmla="*/ 130175 w 131732"/>
                  <a:gd name="connsiteY0" fmla="*/ 598350 h 599960"/>
                  <a:gd name="connsiteX1" fmla="*/ 0 w 131732"/>
                  <a:gd name="connsiteY1" fmla="*/ 299175 h 599960"/>
                  <a:gd name="connsiteX2" fmla="*/ 130175 w 131732"/>
                  <a:gd name="connsiteY2" fmla="*/ 0 h 599960"/>
                  <a:gd name="connsiteX3" fmla="*/ 86519 w 131732"/>
                  <a:gd name="connsiteY3" fmla="*/ 327750 h 599960"/>
                  <a:gd name="connsiteX4" fmla="*/ 130175 w 131732"/>
                  <a:gd name="connsiteY4" fmla="*/ 598350 h 599960"/>
                  <a:gd name="connsiteX0" fmla="*/ 130175 w 131192"/>
                  <a:gd name="connsiteY0" fmla="*/ 598350 h 599960"/>
                  <a:gd name="connsiteX1" fmla="*/ 0 w 131192"/>
                  <a:gd name="connsiteY1" fmla="*/ 299175 h 599960"/>
                  <a:gd name="connsiteX2" fmla="*/ 130175 w 131192"/>
                  <a:gd name="connsiteY2" fmla="*/ 0 h 599960"/>
                  <a:gd name="connsiteX3" fmla="*/ 53181 w 131192"/>
                  <a:gd name="connsiteY3" fmla="*/ 351562 h 599960"/>
                  <a:gd name="connsiteX4" fmla="*/ 130175 w 131192"/>
                  <a:gd name="connsiteY4" fmla="*/ 598350 h 599960"/>
                  <a:gd name="connsiteX0" fmla="*/ 130175 w 130858"/>
                  <a:gd name="connsiteY0" fmla="*/ 598350 h 599960"/>
                  <a:gd name="connsiteX1" fmla="*/ 0 w 130858"/>
                  <a:gd name="connsiteY1" fmla="*/ 299175 h 599960"/>
                  <a:gd name="connsiteX2" fmla="*/ 130175 w 130858"/>
                  <a:gd name="connsiteY2" fmla="*/ 0 h 599960"/>
                  <a:gd name="connsiteX3" fmla="*/ 53181 w 130858"/>
                  <a:gd name="connsiteY3" fmla="*/ 351562 h 599960"/>
                  <a:gd name="connsiteX4" fmla="*/ 130175 w 130858"/>
                  <a:gd name="connsiteY4" fmla="*/ 598350 h 599960"/>
                  <a:gd name="connsiteX0" fmla="*/ 130175 w 130858"/>
                  <a:gd name="connsiteY0" fmla="*/ 598350 h 599960"/>
                  <a:gd name="connsiteX1" fmla="*/ 0 w 130858"/>
                  <a:gd name="connsiteY1" fmla="*/ 299175 h 599960"/>
                  <a:gd name="connsiteX2" fmla="*/ 130175 w 130858"/>
                  <a:gd name="connsiteY2" fmla="*/ 0 h 599960"/>
                  <a:gd name="connsiteX3" fmla="*/ 53181 w 130858"/>
                  <a:gd name="connsiteY3" fmla="*/ 351562 h 599960"/>
                  <a:gd name="connsiteX4" fmla="*/ 130175 w 130858"/>
                  <a:gd name="connsiteY4" fmla="*/ 598350 h 599960"/>
                  <a:gd name="connsiteX0" fmla="*/ 130175 w 130858"/>
                  <a:gd name="connsiteY0" fmla="*/ 599960 h 601570"/>
                  <a:gd name="connsiteX1" fmla="*/ 0 w 130858"/>
                  <a:gd name="connsiteY1" fmla="*/ 300785 h 601570"/>
                  <a:gd name="connsiteX2" fmla="*/ 130175 w 130858"/>
                  <a:gd name="connsiteY2" fmla="*/ 1610 h 601570"/>
                  <a:gd name="connsiteX3" fmla="*/ 53181 w 130858"/>
                  <a:gd name="connsiteY3" fmla="*/ 353172 h 601570"/>
                  <a:gd name="connsiteX4" fmla="*/ 130175 w 130858"/>
                  <a:gd name="connsiteY4" fmla="*/ 599960 h 601570"/>
                  <a:gd name="connsiteX0" fmla="*/ 134507 w 135190"/>
                  <a:gd name="connsiteY0" fmla="*/ 599589 h 600827"/>
                  <a:gd name="connsiteX1" fmla="*/ 4332 w 135190"/>
                  <a:gd name="connsiteY1" fmla="*/ 300414 h 600827"/>
                  <a:gd name="connsiteX2" fmla="*/ 134507 w 135190"/>
                  <a:gd name="connsiteY2" fmla="*/ 1239 h 600827"/>
                  <a:gd name="connsiteX3" fmla="*/ 57513 w 135190"/>
                  <a:gd name="connsiteY3" fmla="*/ 352801 h 600827"/>
                  <a:gd name="connsiteX4" fmla="*/ 134507 w 135190"/>
                  <a:gd name="connsiteY4" fmla="*/ 599589 h 600827"/>
                  <a:gd name="connsiteX0" fmla="*/ 134507 w 135512"/>
                  <a:gd name="connsiteY0" fmla="*/ 599589 h 600827"/>
                  <a:gd name="connsiteX1" fmla="*/ 4332 w 135512"/>
                  <a:gd name="connsiteY1" fmla="*/ 300414 h 600827"/>
                  <a:gd name="connsiteX2" fmla="*/ 134507 w 135512"/>
                  <a:gd name="connsiteY2" fmla="*/ 1239 h 600827"/>
                  <a:gd name="connsiteX3" fmla="*/ 57513 w 135512"/>
                  <a:gd name="connsiteY3" fmla="*/ 352801 h 600827"/>
                  <a:gd name="connsiteX4" fmla="*/ 134507 w 135512"/>
                  <a:gd name="connsiteY4" fmla="*/ 599589 h 6008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512" h="600827">
                    <a:moveTo>
                      <a:pt x="134507" y="599589"/>
                    </a:moveTo>
                    <a:cubicBezTo>
                      <a:pt x="76901" y="618639"/>
                      <a:pt x="-21862" y="413257"/>
                      <a:pt x="4332" y="300414"/>
                    </a:cubicBezTo>
                    <a:cubicBezTo>
                      <a:pt x="30526" y="187571"/>
                      <a:pt x="110238" y="-17811"/>
                      <a:pt x="134507" y="1239"/>
                    </a:cubicBezTo>
                    <a:cubicBezTo>
                      <a:pt x="114964" y="57576"/>
                      <a:pt x="58644" y="259699"/>
                      <a:pt x="57513" y="352801"/>
                    </a:cubicBezTo>
                    <a:cubicBezTo>
                      <a:pt x="56382" y="445903"/>
                      <a:pt x="145921" y="593257"/>
                      <a:pt x="134507" y="599589"/>
                    </a:cubicBezTo>
                    <a:close/>
                  </a:path>
                </a:pathLst>
              </a:custGeom>
              <a:solidFill>
                <a:schemeClr val="bg1">
                  <a:alpha val="3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EA086BB6-C8DA-09FD-449D-47D71EAB7E02}"/>
                </a:ext>
              </a:extLst>
            </p:cNvPr>
            <p:cNvGrpSpPr/>
            <p:nvPr/>
          </p:nvGrpSpPr>
          <p:grpSpPr>
            <a:xfrm rot="17925918" flipH="1">
              <a:off x="6478265" y="1178859"/>
              <a:ext cx="60969" cy="767296"/>
              <a:chOff x="3505407" y="2635914"/>
              <a:chExt cx="60969" cy="767296"/>
            </a:xfrm>
          </p:grpSpPr>
          <p:sp>
            <p:nvSpPr>
              <p:cNvPr id="43" name="Moon 38">
                <a:extLst>
                  <a:ext uri="{FF2B5EF4-FFF2-40B4-BE49-F238E27FC236}">
                    <a16:creationId xmlns:a16="http://schemas.microsoft.com/office/drawing/2014/main" id="{8351DFA9-5829-7C71-F5B0-2B26E3DA249E}"/>
                  </a:ext>
                </a:extLst>
              </p:cNvPr>
              <p:cNvSpPr/>
              <p:nvPr/>
            </p:nvSpPr>
            <p:spPr>
              <a:xfrm rot="20138687">
                <a:off x="3505407" y="2802383"/>
                <a:ext cx="60968" cy="600827"/>
              </a:xfrm>
              <a:custGeom>
                <a:avLst/>
                <a:gdLst>
                  <a:gd name="connsiteX0" fmla="*/ 130175 w 130175"/>
                  <a:gd name="connsiteY0" fmla="*/ 598349 h 598349"/>
                  <a:gd name="connsiteX1" fmla="*/ 0 w 130175"/>
                  <a:gd name="connsiteY1" fmla="*/ 299174 h 598349"/>
                  <a:gd name="connsiteX2" fmla="*/ 130175 w 130175"/>
                  <a:gd name="connsiteY2" fmla="*/ -1 h 598349"/>
                  <a:gd name="connsiteX3" fmla="*/ 65087 w 130175"/>
                  <a:gd name="connsiteY3" fmla="*/ 299174 h 598349"/>
                  <a:gd name="connsiteX4" fmla="*/ 130175 w 130175"/>
                  <a:gd name="connsiteY4" fmla="*/ 598349 h 598349"/>
                  <a:gd name="connsiteX0" fmla="*/ 130175 w 131336"/>
                  <a:gd name="connsiteY0" fmla="*/ 598350 h 598350"/>
                  <a:gd name="connsiteX1" fmla="*/ 0 w 131336"/>
                  <a:gd name="connsiteY1" fmla="*/ 299175 h 598350"/>
                  <a:gd name="connsiteX2" fmla="*/ 130175 w 131336"/>
                  <a:gd name="connsiteY2" fmla="*/ 0 h 598350"/>
                  <a:gd name="connsiteX3" fmla="*/ 65087 w 131336"/>
                  <a:gd name="connsiteY3" fmla="*/ 299175 h 598350"/>
                  <a:gd name="connsiteX4" fmla="*/ 130175 w 131336"/>
                  <a:gd name="connsiteY4" fmla="*/ 598350 h 598350"/>
                  <a:gd name="connsiteX0" fmla="*/ 130175 w 131336"/>
                  <a:gd name="connsiteY0" fmla="*/ 598350 h 599960"/>
                  <a:gd name="connsiteX1" fmla="*/ 0 w 131336"/>
                  <a:gd name="connsiteY1" fmla="*/ 299175 h 599960"/>
                  <a:gd name="connsiteX2" fmla="*/ 130175 w 131336"/>
                  <a:gd name="connsiteY2" fmla="*/ 0 h 599960"/>
                  <a:gd name="connsiteX3" fmla="*/ 65087 w 131336"/>
                  <a:gd name="connsiteY3" fmla="*/ 299175 h 599960"/>
                  <a:gd name="connsiteX4" fmla="*/ 130175 w 131336"/>
                  <a:gd name="connsiteY4" fmla="*/ 598350 h 599960"/>
                  <a:gd name="connsiteX0" fmla="*/ 130175 w 131732"/>
                  <a:gd name="connsiteY0" fmla="*/ 598350 h 599960"/>
                  <a:gd name="connsiteX1" fmla="*/ 0 w 131732"/>
                  <a:gd name="connsiteY1" fmla="*/ 299175 h 599960"/>
                  <a:gd name="connsiteX2" fmla="*/ 130175 w 131732"/>
                  <a:gd name="connsiteY2" fmla="*/ 0 h 599960"/>
                  <a:gd name="connsiteX3" fmla="*/ 86519 w 131732"/>
                  <a:gd name="connsiteY3" fmla="*/ 327750 h 599960"/>
                  <a:gd name="connsiteX4" fmla="*/ 130175 w 131732"/>
                  <a:gd name="connsiteY4" fmla="*/ 598350 h 599960"/>
                  <a:gd name="connsiteX0" fmla="*/ 130175 w 131192"/>
                  <a:gd name="connsiteY0" fmla="*/ 598350 h 599960"/>
                  <a:gd name="connsiteX1" fmla="*/ 0 w 131192"/>
                  <a:gd name="connsiteY1" fmla="*/ 299175 h 599960"/>
                  <a:gd name="connsiteX2" fmla="*/ 130175 w 131192"/>
                  <a:gd name="connsiteY2" fmla="*/ 0 h 599960"/>
                  <a:gd name="connsiteX3" fmla="*/ 53181 w 131192"/>
                  <a:gd name="connsiteY3" fmla="*/ 351562 h 599960"/>
                  <a:gd name="connsiteX4" fmla="*/ 130175 w 131192"/>
                  <a:gd name="connsiteY4" fmla="*/ 598350 h 599960"/>
                  <a:gd name="connsiteX0" fmla="*/ 130175 w 130858"/>
                  <a:gd name="connsiteY0" fmla="*/ 598350 h 599960"/>
                  <a:gd name="connsiteX1" fmla="*/ 0 w 130858"/>
                  <a:gd name="connsiteY1" fmla="*/ 299175 h 599960"/>
                  <a:gd name="connsiteX2" fmla="*/ 130175 w 130858"/>
                  <a:gd name="connsiteY2" fmla="*/ 0 h 599960"/>
                  <a:gd name="connsiteX3" fmla="*/ 53181 w 130858"/>
                  <a:gd name="connsiteY3" fmla="*/ 351562 h 599960"/>
                  <a:gd name="connsiteX4" fmla="*/ 130175 w 130858"/>
                  <a:gd name="connsiteY4" fmla="*/ 598350 h 599960"/>
                  <a:gd name="connsiteX0" fmla="*/ 130175 w 130858"/>
                  <a:gd name="connsiteY0" fmla="*/ 598350 h 599960"/>
                  <a:gd name="connsiteX1" fmla="*/ 0 w 130858"/>
                  <a:gd name="connsiteY1" fmla="*/ 299175 h 599960"/>
                  <a:gd name="connsiteX2" fmla="*/ 130175 w 130858"/>
                  <a:gd name="connsiteY2" fmla="*/ 0 h 599960"/>
                  <a:gd name="connsiteX3" fmla="*/ 53181 w 130858"/>
                  <a:gd name="connsiteY3" fmla="*/ 351562 h 599960"/>
                  <a:gd name="connsiteX4" fmla="*/ 130175 w 130858"/>
                  <a:gd name="connsiteY4" fmla="*/ 598350 h 599960"/>
                  <a:gd name="connsiteX0" fmla="*/ 130175 w 130858"/>
                  <a:gd name="connsiteY0" fmla="*/ 599960 h 601570"/>
                  <a:gd name="connsiteX1" fmla="*/ 0 w 130858"/>
                  <a:gd name="connsiteY1" fmla="*/ 300785 h 601570"/>
                  <a:gd name="connsiteX2" fmla="*/ 130175 w 130858"/>
                  <a:gd name="connsiteY2" fmla="*/ 1610 h 601570"/>
                  <a:gd name="connsiteX3" fmla="*/ 53181 w 130858"/>
                  <a:gd name="connsiteY3" fmla="*/ 353172 h 601570"/>
                  <a:gd name="connsiteX4" fmla="*/ 130175 w 130858"/>
                  <a:gd name="connsiteY4" fmla="*/ 599960 h 601570"/>
                  <a:gd name="connsiteX0" fmla="*/ 134507 w 135190"/>
                  <a:gd name="connsiteY0" fmla="*/ 599589 h 600827"/>
                  <a:gd name="connsiteX1" fmla="*/ 4332 w 135190"/>
                  <a:gd name="connsiteY1" fmla="*/ 300414 h 600827"/>
                  <a:gd name="connsiteX2" fmla="*/ 134507 w 135190"/>
                  <a:gd name="connsiteY2" fmla="*/ 1239 h 600827"/>
                  <a:gd name="connsiteX3" fmla="*/ 57513 w 135190"/>
                  <a:gd name="connsiteY3" fmla="*/ 352801 h 600827"/>
                  <a:gd name="connsiteX4" fmla="*/ 134507 w 135190"/>
                  <a:gd name="connsiteY4" fmla="*/ 599589 h 600827"/>
                  <a:gd name="connsiteX0" fmla="*/ 134507 w 135512"/>
                  <a:gd name="connsiteY0" fmla="*/ 599589 h 600827"/>
                  <a:gd name="connsiteX1" fmla="*/ 4332 w 135512"/>
                  <a:gd name="connsiteY1" fmla="*/ 300414 h 600827"/>
                  <a:gd name="connsiteX2" fmla="*/ 134507 w 135512"/>
                  <a:gd name="connsiteY2" fmla="*/ 1239 h 600827"/>
                  <a:gd name="connsiteX3" fmla="*/ 57513 w 135512"/>
                  <a:gd name="connsiteY3" fmla="*/ 352801 h 600827"/>
                  <a:gd name="connsiteX4" fmla="*/ 134507 w 135512"/>
                  <a:gd name="connsiteY4" fmla="*/ 599589 h 6008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512" h="600827">
                    <a:moveTo>
                      <a:pt x="134507" y="599589"/>
                    </a:moveTo>
                    <a:cubicBezTo>
                      <a:pt x="76901" y="618639"/>
                      <a:pt x="-21862" y="413257"/>
                      <a:pt x="4332" y="300414"/>
                    </a:cubicBezTo>
                    <a:cubicBezTo>
                      <a:pt x="30526" y="187571"/>
                      <a:pt x="110238" y="-17811"/>
                      <a:pt x="134507" y="1239"/>
                    </a:cubicBezTo>
                    <a:cubicBezTo>
                      <a:pt x="114964" y="57576"/>
                      <a:pt x="58644" y="259699"/>
                      <a:pt x="57513" y="352801"/>
                    </a:cubicBezTo>
                    <a:cubicBezTo>
                      <a:pt x="56382" y="445903"/>
                      <a:pt x="145921" y="593257"/>
                      <a:pt x="134507" y="599589"/>
                    </a:cubicBezTo>
                    <a:close/>
                  </a:path>
                </a:pathLst>
              </a:custGeom>
              <a:solidFill>
                <a:schemeClr val="bg1">
                  <a:alpha val="3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Moon 38">
                <a:extLst>
                  <a:ext uri="{FF2B5EF4-FFF2-40B4-BE49-F238E27FC236}">
                    <a16:creationId xmlns:a16="http://schemas.microsoft.com/office/drawing/2014/main" id="{1102FE3E-1D26-2C8B-80D3-5474B238FD80}"/>
                  </a:ext>
                </a:extLst>
              </p:cNvPr>
              <p:cNvSpPr/>
              <p:nvPr/>
            </p:nvSpPr>
            <p:spPr>
              <a:xfrm rot="20444265">
                <a:off x="3505408" y="2635914"/>
                <a:ext cx="60968" cy="600827"/>
              </a:xfrm>
              <a:custGeom>
                <a:avLst/>
                <a:gdLst>
                  <a:gd name="connsiteX0" fmla="*/ 130175 w 130175"/>
                  <a:gd name="connsiteY0" fmla="*/ 598349 h 598349"/>
                  <a:gd name="connsiteX1" fmla="*/ 0 w 130175"/>
                  <a:gd name="connsiteY1" fmla="*/ 299174 h 598349"/>
                  <a:gd name="connsiteX2" fmla="*/ 130175 w 130175"/>
                  <a:gd name="connsiteY2" fmla="*/ -1 h 598349"/>
                  <a:gd name="connsiteX3" fmla="*/ 65087 w 130175"/>
                  <a:gd name="connsiteY3" fmla="*/ 299174 h 598349"/>
                  <a:gd name="connsiteX4" fmla="*/ 130175 w 130175"/>
                  <a:gd name="connsiteY4" fmla="*/ 598349 h 598349"/>
                  <a:gd name="connsiteX0" fmla="*/ 130175 w 131336"/>
                  <a:gd name="connsiteY0" fmla="*/ 598350 h 598350"/>
                  <a:gd name="connsiteX1" fmla="*/ 0 w 131336"/>
                  <a:gd name="connsiteY1" fmla="*/ 299175 h 598350"/>
                  <a:gd name="connsiteX2" fmla="*/ 130175 w 131336"/>
                  <a:gd name="connsiteY2" fmla="*/ 0 h 598350"/>
                  <a:gd name="connsiteX3" fmla="*/ 65087 w 131336"/>
                  <a:gd name="connsiteY3" fmla="*/ 299175 h 598350"/>
                  <a:gd name="connsiteX4" fmla="*/ 130175 w 131336"/>
                  <a:gd name="connsiteY4" fmla="*/ 598350 h 598350"/>
                  <a:gd name="connsiteX0" fmla="*/ 130175 w 131336"/>
                  <a:gd name="connsiteY0" fmla="*/ 598350 h 599960"/>
                  <a:gd name="connsiteX1" fmla="*/ 0 w 131336"/>
                  <a:gd name="connsiteY1" fmla="*/ 299175 h 599960"/>
                  <a:gd name="connsiteX2" fmla="*/ 130175 w 131336"/>
                  <a:gd name="connsiteY2" fmla="*/ 0 h 599960"/>
                  <a:gd name="connsiteX3" fmla="*/ 65087 w 131336"/>
                  <a:gd name="connsiteY3" fmla="*/ 299175 h 599960"/>
                  <a:gd name="connsiteX4" fmla="*/ 130175 w 131336"/>
                  <a:gd name="connsiteY4" fmla="*/ 598350 h 599960"/>
                  <a:gd name="connsiteX0" fmla="*/ 130175 w 131732"/>
                  <a:gd name="connsiteY0" fmla="*/ 598350 h 599960"/>
                  <a:gd name="connsiteX1" fmla="*/ 0 w 131732"/>
                  <a:gd name="connsiteY1" fmla="*/ 299175 h 599960"/>
                  <a:gd name="connsiteX2" fmla="*/ 130175 w 131732"/>
                  <a:gd name="connsiteY2" fmla="*/ 0 h 599960"/>
                  <a:gd name="connsiteX3" fmla="*/ 86519 w 131732"/>
                  <a:gd name="connsiteY3" fmla="*/ 327750 h 599960"/>
                  <a:gd name="connsiteX4" fmla="*/ 130175 w 131732"/>
                  <a:gd name="connsiteY4" fmla="*/ 598350 h 599960"/>
                  <a:gd name="connsiteX0" fmla="*/ 130175 w 131192"/>
                  <a:gd name="connsiteY0" fmla="*/ 598350 h 599960"/>
                  <a:gd name="connsiteX1" fmla="*/ 0 w 131192"/>
                  <a:gd name="connsiteY1" fmla="*/ 299175 h 599960"/>
                  <a:gd name="connsiteX2" fmla="*/ 130175 w 131192"/>
                  <a:gd name="connsiteY2" fmla="*/ 0 h 599960"/>
                  <a:gd name="connsiteX3" fmla="*/ 53181 w 131192"/>
                  <a:gd name="connsiteY3" fmla="*/ 351562 h 599960"/>
                  <a:gd name="connsiteX4" fmla="*/ 130175 w 131192"/>
                  <a:gd name="connsiteY4" fmla="*/ 598350 h 599960"/>
                  <a:gd name="connsiteX0" fmla="*/ 130175 w 130858"/>
                  <a:gd name="connsiteY0" fmla="*/ 598350 h 599960"/>
                  <a:gd name="connsiteX1" fmla="*/ 0 w 130858"/>
                  <a:gd name="connsiteY1" fmla="*/ 299175 h 599960"/>
                  <a:gd name="connsiteX2" fmla="*/ 130175 w 130858"/>
                  <a:gd name="connsiteY2" fmla="*/ 0 h 599960"/>
                  <a:gd name="connsiteX3" fmla="*/ 53181 w 130858"/>
                  <a:gd name="connsiteY3" fmla="*/ 351562 h 599960"/>
                  <a:gd name="connsiteX4" fmla="*/ 130175 w 130858"/>
                  <a:gd name="connsiteY4" fmla="*/ 598350 h 599960"/>
                  <a:gd name="connsiteX0" fmla="*/ 130175 w 130858"/>
                  <a:gd name="connsiteY0" fmla="*/ 598350 h 599960"/>
                  <a:gd name="connsiteX1" fmla="*/ 0 w 130858"/>
                  <a:gd name="connsiteY1" fmla="*/ 299175 h 599960"/>
                  <a:gd name="connsiteX2" fmla="*/ 130175 w 130858"/>
                  <a:gd name="connsiteY2" fmla="*/ 0 h 599960"/>
                  <a:gd name="connsiteX3" fmla="*/ 53181 w 130858"/>
                  <a:gd name="connsiteY3" fmla="*/ 351562 h 599960"/>
                  <a:gd name="connsiteX4" fmla="*/ 130175 w 130858"/>
                  <a:gd name="connsiteY4" fmla="*/ 598350 h 599960"/>
                  <a:gd name="connsiteX0" fmla="*/ 130175 w 130858"/>
                  <a:gd name="connsiteY0" fmla="*/ 599960 h 601570"/>
                  <a:gd name="connsiteX1" fmla="*/ 0 w 130858"/>
                  <a:gd name="connsiteY1" fmla="*/ 300785 h 601570"/>
                  <a:gd name="connsiteX2" fmla="*/ 130175 w 130858"/>
                  <a:gd name="connsiteY2" fmla="*/ 1610 h 601570"/>
                  <a:gd name="connsiteX3" fmla="*/ 53181 w 130858"/>
                  <a:gd name="connsiteY3" fmla="*/ 353172 h 601570"/>
                  <a:gd name="connsiteX4" fmla="*/ 130175 w 130858"/>
                  <a:gd name="connsiteY4" fmla="*/ 599960 h 601570"/>
                  <a:gd name="connsiteX0" fmla="*/ 134507 w 135190"/>
                  <a:gd name="connsiteY0" fmla="*/ 599589 h 600827"/>
                  <a:gd name="connsiteX1" fmla="*/ 4332 w 135190"/>
                  <a:gd name="connsiteY1" fmla="*/ 300414 h 600827"/>
                  <a:gd name="connsiteX2" fmla="*/ 134507 w 135190"/>
                  <a:gd name="connsiteY2" fmla="*/ 1239 h 600827"/>
                  <a:gd name="connsiteX3" fmla="*/ 57513 w 135190"/>
                  <a:gd name="connsiteY3" fmla="*/ 352801 h 600827"/>
                  <a:gd name="connsiteX4" fmla="*/ 134507 w 135190"/>
                  <a:gd name="connsiteY4" fmla="*/ 599589 h 600827"/>
                  <a:gd name="connsiteX0" fmla="*/ 134507 w 135512"/>
                  <a:gd name="connsiteY0" fmla="*/ 599589 h 600827"/>
                  <a:gd name="connsiteX1" fmla="*/ 4332 w 135512"/>
                  <a:gd name="connsiteY1" fmla="*/ 300414 h 600827"/>
                  <a:gd name="connsiteX2" fmla="*/ 134507 w 135512"/>
                  <a:gd name="connsiteY2" fmla="*/ 1239 h 600827"/>
                  <a:gd name="connsiteX3" fmla="*/ 57513 w 135512"/>
                  <a:gd name="connsiteY3" fmla="*/ 352801 h 600827"/>
                  <a:gd name="connsiteX4" fmla="*/ 134507 w 135512"/>
                  <a:gd name="connsiteY4" fmla="*/ 599589 h 6008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512" h="600827">
                    <a:moveTo>
                      <a:pt x="134507" y="599589"/>
                    </a:moveTo>
                    <a:cubicBezTo>
                      <a:pt x="76901" y="618639"/>
                      <a:pt x="-21862" y="413257"/>
                      <a:pt x="4332" y="300414"/>
                    </a:cubicBezTo>
                    <a:cubicBezTo>
                      <a:pt x="30526" y="187571"/>
                      <a:pt x="110238" y="-17811"/>
                      <a:pt x="134507" y="1239"/>
                    </a:cubicBezTo>
                    <a:cubicBezTo>
                      <a:pt x="114964" y="57576"/>
                      <a:pt x="58644" y="259699"/>
                      <a:pt x="57513" y="352801"/>
                    </a:cubicBezTo>
                    <a:cubicBezTo>
                      <a:pt x="56382" y="445903"/>
                      <a:pt x="145921" y="593257"/>
                      <a:pt x="134507" y="599589"/>
                    </a:cubicBezTo>
                    <a:close/>
                  </a:path>
                </a:pathLst>
              </a:custGeom>
              <a:solidFill>
                <a:schemeClr val="bg1">
                  <a:alpha val="3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8E4839D-A36A-622D-D556-A045A54ABC48}"/>
              </a:ext>
            </a:extLst>
          </p:cNvPr>
          <p:cNvGrpSpPr/>
          <p:nvPr/>
        </p:nvGrpSpPr>
        <p:grpSpPr>
          <a:xfrm>
            <a:off x="3772013" y="1212662"/>
            <a:ext cx="5693002" cy="6241458"/>
            <a:chOff x="2333035" y="957943"/>
            <a:chExt cx="5693002" cy="6241458"/>
          </a:xfrm>
        </p:grpSpPr>
        <p:sp>
          <p:nvSpPr>
            <p:cNvPr id="47" name="Rectangle: Top Corners Rounded 46">
              <a:extLst>
                <a:ext uri="{FF2B5EF4-FFF2-40B4-BE49-F238E27FC236}">
                  <a16:creationId xmlns:a16="http://schemas.microsoft.com/office/drawing/2014/main" id="{D4B0FB55-69CA-2A0A-3DAC-ADB0ABCCDA28}"/>
                </a:ext>
              </a:extLst>
            </p:cNvPr>
            <p:cNvSpPr/>
            <p:nvPr/>
          </p:nvSpPr>
          <p:spPr>
            <a:xfrm>
              <a:off x="3149600" y="957943"/>
              <a:ext cx="4059872" cy="258898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DE9EF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: Top Corners Rounded 47">
              <a:extLst>
                <a:ext uri="{FF2B5EF4-FFF2-40B4-BE49-F238E27FC236}">
                  <a16:creationId xmlns:a16="http://schemas.microsoft.com/office/drawing/2014/main" id="{10041126-AA89-D216-B1DA-6BB392C7ABAD}"/>
                </a:ext>
              </a:extLst>
            </p:cNvPr>
            <p:cNvSpPr/>
            <p:nvPr/>
          </p:nvSpPr>
          <p:spPr>
            <a:xfrm rot="10800000">
              <a:off x="2874167" y="6704325"/>
              <a:ext cx="559595" cy="495075"/>
            </a:xfrm>
            <a:prstGeom prst="round2SameRect">
              <a:avLst>
                <a:gd name="adj1" fmla="val 39899"/>
                <a:gd name="adj2" fmla="val 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: Top Corners Rounded 48">
              <a:extLst>
                <a:ext uri="{FF2B5EF4-FFF2-40B4-BE49-F238E27FC236}">
                  <a16:creationId xmlns:a16="http://schemas.microsoft.com/office/drawing/2014/main" id="{0CF21D13-B181-2E23-6204-CF1BFDD8D8B0}"/>
                </a:ext>
              </a:extLst>
            </p:cNvPr>
            <p:cNvSpPr/>
            <p:nvPr/>
          </p:nvSpPr>
          <p:spPr>
            <a:xfrm rot="10800000">
              <a:off x="7050857" y="6704325"/>
              <a:ext cx="559595" cy="495076"/>
            </a:xfrm>
            <a:prstGeom prst="round2SameRect">
              <a:avLst>
                <a:gd name="adj1" fmla="val 39899"/>
                <a:gd name="adj2" fmla="val 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5761B9CE-6C65-C868-3C6B-78288B6DD1CB}"/>
                </a:ext>
              </a:extLst>
            </p:cNvPr>
            <p:cNvGrpSpPr/>
            <p:nvPr/>
          </p:nvGrpSpPr>
          <p:grpSpPr>
            <a:xfrm>
              <a:off x="2333035" y="3470728"/>
              <a:ext cx="5693002" cy="3343728"/>
              <a:chOff x="-3359377" y="-543379"/>
              <a:chExt cx="5693002" cy="3343728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840D1219-D03E-AB88-2E71-59FE9A425200}"/>
                  </a:ext>
                </a:extLst>
              </p:cNvPr>
              <p:cNvSpPr/>
              <p:nvPr/>
            </p:nvSpPr>
            <p:spPr>
              <a:xfrm>
                <a:off x="-3165021" y="-467179"/>
                <a:ext cx="5297714" cy="3200854"/>
              </a:xfrm>
              <a:prstGeom prst="rect">
                <a:avLst/>
              </a:prstGeom>
              <a:solidFill>
                <a:srgbClr val="927A9A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Rectangle: Top Corners Rounded 72">
                <a:extLst>
                  <a:ext uri="{FF2B5EF4-FFF2-40B4-BE49-F238E27FC236}">
                    <a16:creationId xmlns:a16="http://schemas.microsoft.com/office/drawing/2014/main" id="{CCCADF5F-6D92-AF04-945F-2ED52E1BAA68}"/>
                  </a:ext>
                </a:extLst>
              </p:cNvPr>
              <p:cNvSpPr/>
              <p:nvPr/>
            </p:nvSpPr>
            <p:spPr>
              <a:xfrm>
                <a:off x="-3352800" y="-543379"/>
                <a:ext cx="5686425" cy="11012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Rectangle: Top Corners Rounded 73">
                <a:extLst>
                  <a:ext uri="{FF2B5EF4-FFF2-40B4-BE49-F238E27FC236}">
                    <a16:creationId xmlns:a16="http://schemas.microsoft.com/office/drawing/2014/main" id="{994E136E-FCA2-7EB3-B399-43403F21BB2B}"/>
                  </a:ext>
                </a:extLst>
              </p:cNvPr>
              <p:cNvSpPr/>
              <p:nvPr/>
            </p:nvSpPr>
            <p:spPr>
              <a:xfrm>
                <a:off x="-3359377" y="2690220"/>
                <a:ext cx="5686425" cy="11012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734D1E42-A6AC-8E17-A3A1-918B26A8C4E2}"/>
                </a:ext>
              </a:extLst>
            </p:cNvPr>
            <p:cNvSpPr/>
            <p:nvPr/>
          </p:nvSpPr>
          <p:spPr>
            <a:xfrm>
              <a:off x="5276850" y="4305300"/>
              <a:ext cx="2463800" cy="577850"/>
            </a:xfrm>
            <a:prstGeom prst="roundRect">
              <a:avLst/>
            </a:prstGeom>
            <a:solidFill>
              <a:srgbClr val="A08BA7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8672CAF-9892-EA13-C6AE-B823A2C7AA28}"/>
                </a:ext>
              </a:extLst>
            </p:cNvPr>
            <p:cNvSpPr/>
            <p:nvPr/>
          </p:nvSpPr>
          <p:spPr>
            <a:xfrm>
              <a:off x="6397625" y="4483100"/>
              <a:ext cx="222250" cy="22225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3626159E-5A76-6544-27E9-19028DE65D90}"/>
                </a:ext>
              </a:extLst>
            </p:cNvPr>
            <p:cNvSpPr/>
            <p:nvPr/>
          </p:nvSpPr>
          <p:spPr>
            <a:xfrm>
              <a:off x="2695575" y="4305300"/>
              <a:ext cx="2463800" cy="577850"/>
            </a:xfrm>
            <a:prstGeom prst="roundRect">
              <a:avLst/>
            </a:prstGeom>
            <a:solidFill>
              <a:srgbClr val="A08BA7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FA7106F4-9A4E-18F4-8E01-3B56A81048CA}"/>
                </a:ext>
              </a:extLst>
            </p:cNvPr>
            <p:cNvSpPr/>
            <p:nvPr/>
          </p:nvSpPr>
          <p:spPr>
            <a:xfrm>
              <a:off x="3816350" y="4483100"/>
              <a:ext cx="222250" cy="22225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A9CB4445-67FA-0284-F787-B35211B77315}"/>
                </a:ext>
              </a:extLst>
            </p:cNvPr>
            <p:cNvSpPr/>
            <p:nvPr/>
          </p:nvSpPr>
          <p:spPr>
            <a:xfrm>
              <a:off x="5276850" y="4959350"/>
              <a:ext cx="2463800" cy="770890"/>
            </a:xfrm>
            <a:prstGeom prst="roundRect">
              <a:avLst/>
            </a:prstGeom>
            <a:solidFill>
              <a:srgbClr val="A08BA7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DEDEB23-E98D-CB74-B478-21BD5F0CAE06}"/>
                </a:ext>
              </a:extLst>
            </p:cNvPr>
            <p:cNvSpPr/>
            <p:nvPr/>
          </p:nvSpPr>
          <p:spPr>
            <a:xfrm>
              <a:off x="6397625" y="5216848"/>
              <a:ext cx="222250" cy="22225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C32918DB-639E-0780-6DA2-CFADBD968E1C}"/>
                </a:ext>
              </a:extLst>
            </p:cNvPr>
            <p:cNvSpPr/>
            <p:nvPr/>
          </p:nvSpPr>
          <p:spPr>
            <a:xfrm>
              <a:off x="2695575" y="4959350"/>
              <a:ext cx="2463800" cy="770890"/>
            </a:xfrm>
            <a:prstGeom prst="roundRect">
              <a:avLst/>
            </a:prstGeom>
            <a:solidFill>
              <a:srgbClr val="A08BA7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D8FDA14E-898B-F6F1-EA67-C2AE8CDCAB84}"/>
                </a:ext>
              </a:extLst>
            </p:cNvPr>
            <p:cNvSpPr/>
            <p:nvPr/>
          </p:nvSpPr>
          <p:spPr>
            <a:xfrm>
              <a:off x="3816350" y="5216848"/>
              <a:ext cx="222250" cy="22225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96521F7A-D3EE-B6AB-1582-B1A87E7B2F2B}"/>
                </a:ext>
              </a:extLst>
            </p:cNvPr>
            <p:cNvSpPr/>
            <p:nvPr/>
          </p:nvSpPr>
          <p:spPr>
            <a:xfrm>
              <a:off x="5276850" y="5831840"/>
              <a:ext cx="2463800" cy="770890"/>
            </a:xfrm>
            <a:prstGeom prst="roundRect">
              <a:avLst/>
            </a:prstGeom>
            <a:solidFill>
              <a:srgbClr val="A08BA7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0067DBA-DBA7-54A4-FF0C-F733890234EF}"/>
                </a:ext>
              </a:extLst>
            </p:cNvPr>
            <p:cNvSpPr/>
            <p:nvPr/>
          </p:nvSpPr>
          <p:spPr>
            <a:xfrm>
              <a:off x="6397625" y="6092825"/>
              <a:ext cx="222250" cy="22225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CA80E6E8-880D-54EC-C11B-8B0A81C83284}"/>
                </a:ext>
              </a:extLst>
            </p:cNvPr>
            <p:cNvSpPr/>
            <p:nvPr/>
          </p:nvSpPr>
          <p:spPr>
            <a:xfrm>
              <a:off x="2695575" y="5831840"/>
              <a:ext cx="2463800" cy="770890"/>
            </a:xfrm>
            <a:prstGeom prst="roundRect">
              <a:avLst/>
            </a:prstGeom>
            <a:solidFill>
              <a:srgbClr val="A08BA7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696D721A-DC4A-8BFB-9C4A-4B7281F62B94}"/>
                </a:ext>
              </a:extLst>
            </p:cNvPr>
            <p:cNvSpPr/>
            <p:nvPr/>
          </p:nvSpPr>
          <p:spPr>
            <a:xfrm>
              <a:off x="3816350" y="6092825"/>
              <a:ext cx="222250" cy="22225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E7F20455-7C83-20C4-9E8B-B7F843857981}"/>
                </a:ext>
              </a:extLst>
            </p:cNvPr>
            <p:cNvSpPr/>
            <p:nvPr/>
          </p:nvSpPr>
          <p:spPr>
            <a:xfrm>
              <a:off x="2695575" y="3651250"/>
              <a:ext cx="5045075" cy="577850"/>
            </a:xfrm>
            <a:prstGeom prst="roundRect">
              <a:avLst/>
            </a:prstGeom>
            <a:solidFill>
              <a:srgbClr val="A08BA7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BD464CC8-6FE4-29B7-B736-188A324F680F}"/>
                </a:ext>
              </a:extLst>
            </p:cNvPr>
            <p:cNvSpPr/>
            <p:nvPr/>
          </p:nvSpPr>
          <p:spPr>
            <a:xfrm>
              <a:off x="3816350" y="3864227"/>
              <a:ext cx="222250" cy="22225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62B6AD58-E107-112F-8E5A-320792CB4337}"/>
                </a:ext>
              </a:extLst>
            </p:cNvPr>
            <p:cNvSpPr/>
            <p:nvPr/>
          </p:nvSpPr>
          <p:spPr>
            <a:xfrm>
              <a:off x="6397625" y="3864227"/>
              <a:ext cx="222250" cy="22225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E66BB5EC-5DC0-B886-CD10-5FB74C8BB4D1}"/>
                </a:ext>
              </a:extLst>
            </p:cNvPr>
            <p:cNvGrpSpPr/>
            <p:nvPr/>
          </p:nvGrpSpPr>
          <p:grpSpPr>
            <a:xfrm>
              <a:off x="3505407" y="2635914"/>
              <a:ext cx="60969" cy="767296"/>
              <a:chOff x="3505407" y="2635914"/>
              <a:chExt cx="60969" cy="767296"/>
            </a:xfrm>
          </p:grpSpPr>
          <p:sp>
            <p:nvSpPr>
              <p:cNvPr id="70" name="Moon 38">
                <a:extLst>
                  <a:ext uri="{FF2B5EF4-FFF2-40B4-BE49-F238E27FC236}">
                    <a16:creationId xmlns:a16="http://schemas.microsoft.com/office/drawing/2014/main" id="{9301BBE0-BB5A-98CF-0C19-01ECC7653970}"/>
                  </a:ext>
                </a:extLst>
              </p:cNvPr>
              <p:cNvSpPr/>
              <p:nvPr/>
            </p:nvSpPr>
            <p:spPr>
              <a:xfrm rot="20138687">
                <a:off x="3505407" y="2802383"/>
                <a:ext cx="60968" cy="600827"/>
              </a:xfrm>
              <a:custGeom>
                <a:avLst/>
                <a:gdLst>
                  <a:gd name="connsiteX0" fmla="*/ 130175 w 130175"/>
                  <a:gd name="connsiteY0" fmla="*/ 598349 h 598349"/>
                  <a:gd name="connsiteX1" fmla="*/ 0 w 130175"/>
                  <a:gd name="connsiteY1" fmla="*/ 299174 h 598349"/>
                  <a:gd name="connsiteX2" fmla="*/ 130175 w 130175"/>
                  <a:gd name="connsiteY2" fmla="*/ -1 h 598349"/>
                  <a:gd name="connsiteX3" fmla="*/ 65087 w 130175"/>
                  <a:gd name="connsiteY3" fmla="*/ 299174 h 598349"/>
                  <a:gd name="connsiteX4" fmla="*/ 130175 w 130175"/>
                  <a:gd name="connsiteY4" fmla="*/ 598349 h 598349"/>
                  <a:gd name="connsiteX0" fmla="*/ 130175 w 131336"/>
                  <a:gd name="connsiteY0" fmla="*/ 598350 h 598350"/>
                  <a:gd name="connsiteX1" fmla="*/ 0 w 131336"/>
                  <a:gd name="connsiteY1" fmla="*/ 299175 h 598350"/>
                  <a:gd name="connsiteX2" fmla="*/ 130175 w 131336"/>
                  <a:gd name="connsiteY2" fmla="*/ 0 h 598350"/>
                  <a:gd name="connsiteX3" fmla="*/ 65087 w 131336"/>
                  <a:gd name="connsiteY3" fmla="*/ 299175 h 598350"/>
                  <a:gd name="connsiteX4" fmla="*/ 130175 w 131336"/>
                  <a:gd name="connsiteY4" fmla="*/ 598350 h 598350"/>
                  <a:gd name="connsiteX0" fmla="*/ 130175 w 131336"/>
                  <a:gd name="connsiteY0" fmla="*/ 598350 h 599960"/>
                  <a:gd name="connsiteX1" fmla="*/ 0 w 131336"/>
                  <a:gd name="connsiteY1" fmla="*/ 299175 h 599960"/>
                  <a:gd name="connsiteX2" fmla="*/ 130175 w 131336"/>
                  <a:gd name="connsiteY2" fmla="*/ 0 h 599960"/>
                  <a:gd name="connsiteX3" fmla="*/ 65087 w 131336"/>
                  <a:gd name="connsiteY3" fmla="*/ 299175 h 599960"/>
                  <a:gd name="connsiteX4" fmla="*/ 130175 w 131336"/>
                  <a:gd name="connsiteY4" fmla="*/ 598350 h 599960"/>
                  <a:gd name="connsiteX0" fmla="*/ 130175 w 131732"/>
                  <a:gd name="connsiteY0" fmla="*/ 598350 h 599960"/>
                  <a:gd name="connsiteX1" fmla="*/ 0 w 131732"/>
                  <a:gd name="connsiteY1" fmla="*/ 299175 h 599960"/>
                  <a:gd name="connsiteX2" fmla="*/ 130175 w 131732"/>
                  <a:gd name="connsiteY2" fmla="*/ 0 h 599960"/>
                  <a:gd name="connsiteX3" fmla="*/ 86519 w 131732"/>
                  <a:gd name="connsiteY3" fmla="*/ 327750 h 599960"/>
                  <a:gd name="connsiteX4" fmla="*/ 130175 w 131732"/>
                  <a:gd name="connsiteY4" fmla="*/ 598350 h 599960"/>
                  <a:gd name="connsiteX0" fmla="*/ 130175 w 131192"/>
                  <a:gd name="connsiteY0" fmla="*/ 598350 h 599960"/>
                  <a:gd name="connsiteX1" fmla="*/ 0 w 131192"/>
                  <a:gd name="connsiteY1" fmla="*/ 299175 h 599960"/>
                  <a:gd name="connsiteX2" fmla="*/ 130175 w 131192"/>
                  <a:gd name="connsiteY2" fmla="*/ 0 h 599960"/>
                  <a:gd name="connsiteX3" fmla="*/ 53181 w 131192"/>
                  <a:gd name="connsiteY3" fmla="*/ 351562 h 599960"/>
                  <a:gd name="connsiteX4" fmla="*/ 130175 w 131192"/>
                  <a:gd name="connsiteY4" fmla="*/ 598350 h 599960"/>
                  <a:gd name="connsiteX0" fmla="*/ 130175 w 130858"/>
                  <a:gd name="connsiteY0" fmla="*/ 598350 h 599960"/>
                  <a:gd name="connsiteX1" fmla="*/ 0 w 130858"/>
                  <a:gd name="connsiteY1" fmla="*/ 299175 h 599960"/>
                  <a:gd name="connsiteX2" fmla="*/ 130175 w 130858"/>
                  <a:gd name="connsiteY2" fmla="*/ 0 h 599960"/>
                  <a:gd name="connsiteX3" fmla="*/ 53181 w 130858"/>
                  <a:gd name="connsiteY3" fmla="*/ 351562 h 599960"/>
                  <a:gd name="connsiteX4" fmla="*/ 130175 w 130858"/>
                  <a:gd name="connsiteY4" fmla="*/ 598350 h 599960"/>
                  <a:gd name="connsiteX0" fmla="*/ 130175 w 130858"/>
                  <a:gd name="connsiteY0" fmla="*/ 598350 h 599960"/>
                  <a:gd name="connsiteX1" fmla="*/ 0 w 130858"/>
                  <a:gd name="connsiteY1" fmla="*/ 299175 h 599960"/>
                  <a:gd name="connsiteX2" fmla="*/ 130175 w 130858"/>
                  <a:gd name="connsiteY2" fmla="*/ 0 h 599960"/>
                  <a:gd name="connsiteX3" fmla="*/ 53181 w 130858"/>
                  <a:gd name="connsiteY3" fmla="*/ 351562 h 599960"/>
                  <a:gd name="connsiteX4" fmla="*/ 130175 w 130858"/>
                  <a:gd name="connsiteY4" fmla="*/ 598350 h 599960"/>
                  <a:gd name="connsiteX0" fmla="*/ 130175 w 130858"/>
                  <a:gd name="connsiteY0" fmla="*/ 599960 h 601570"/>
                  <a:gd name="connsiteX1" fmla="*/ 0 w 130858"/>
                  <a:gd name="connsiteY1" fmla="*/ 300785 h 601570"/>
                  <a:gd name="connsiteX2" fmla="*/ 130175 w 130858"/>
                  <a:gd name="connsiteY2" fmla="*/ 1610 h 601570"/>
                  <a:gd name="connsiteX3" fmla="*/ 53181 w 130858"/>
                  <a:gd name="connsiteY3" fmla="*/ 353172 h 601570"/>
                  <a:gd name="connsiteX4" fmla="*/ 130175 w 130858"/>
                  <a:gd name="connsiteY4" fmla="*/ 599960 h 601570"/>
                  <a:gd name="connsiteX0" fmla="*/ 134507 w 135190"/>
                  <a:gd name="connsiteY0" fmla="*/ 599589 h 600827"/>
                  <a:gd name="connsiteX1" fmla="*/ 4332 w 135190"/>
                  <a:gd name="connsiteY1" fmla="*/ 300414 h 600827"/>
                  <a:gd name="connsiteX2" fmla="*/ 134507 w 135190"/>
                  <a:gd name="connsiteY2" fmla="*/ 1239 h 600827"/>
                  <a:gd name="connsiteX3" fmla="*/ 57513 w 135190"/>
                  <a:gd name="connsiteY3" fmla="*/ 352801 h 600827"/>
                  <a:gd name="connsiteX4" fmla="*/ 134507 w 135190"/>
                  <a:gd name="connsiteY4" fmla="*/ 599589 h 600827"/>
                  <a:gd name="connsiteX0" fmla="*/ 134507 w 135512"/>
                  <a:gd name="connsiteY0" fmla="*/ 599589 h 600827"/>
                  <a:gd name="connsiteX1" fmla="*/ 4332 w 135512"/>
                  <a:gd name="connsiteY1" fmla="*/ 300414 h 600827"/>
                  <a:gd name="connsiteX2" fmla="*/ 134507 w 135512"/>
                  <a:gd name="connsiteY2" fmla="*/ 1239 h 600827"/>
                  <a:gd name="connsiteX3" fmla="*/ 57513 w 135512"/>
                  <a:gd name="connsiteY3" fmla="*/ 352801 h 600827"/>
                  <a:gd name="connsiteX4" fmla="*/ 134507 w 135512"/>
                  <a:gd name="connsiteY4" fmla="*/ 599589 h 6008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512" h="600827">
                    <a:moveTo>
                      <a:pt x="134507" y="599589"/>
                    </a:moveTo>
                    <a:cubicBezTo>
                      <a:pt x="76901" y="618639"/>
                      <a:pt x="-21862" y="413257"/>
                      <a:pt x="4332" y="300414"/>
                    </a:cubicBezTo>
                    <a:cubicBezTo>
                      <a:pt x="30526" y="187571"/>
                      <a:pt x="110238" y="-17811"/>
                      <a:pt x="134507" y="1239"/>
                    </a:cubicBezTo>
                    <a:cubicBezTo>
                      <a:pt x="114964" y="57576"/>
                      <a:pt x="58644" y="259699"/>
                      <a:pt x="57513" y="352801"/>
                    </a:cubicBezTo>
                    <a:cubicBezTo>
                      <a:pt x="56382" y="445903"/>
                      <a:pt x="145921" y="593257"/>
                      <a:pt x="134507" y="599589"/>
                    </a:cubicBezTo>
                    <a:close/>
                  </a:path>
                </a:pathLst>
              </a:custGeom>
              <a:solidFill>
                <a:schemeClr val="bg1">
                  <a:alpha val="3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Moon 38">
                <a:extLst>
                  <a:ext uri="{FF2B5EF4-FFF2-40B4-BE49-F238E27FC236}">
                    <a16:creationId xmlns:a16="http://schemas.microsoft.com/office/drawing/2014/main" id="{443AEBA3-B4FC-7DEB-6A40-E5720BD8342D}"/>
                  </a:ext>
                </a:extLst>
              </p:cNvPr>
              <p:cNvSpPr/>
              <p:nvPr/>
            </p:nvSpPr>
            <p:spPr>
              <a:xfrm rot="20444265">
                <a:off x="3505408" y="2635914"/>
                <a:ext cx="60968" cy="600827"/>
              </a:xfrm>
              <a:custGeom>
                <a:avLst/>
                <a:gdLst>
                  <a:gd name="connsiteX0" fmla="*/ 130175 w 130175"/>
                  <a:gd name="connsiteY0" fmla="*/ 598349 h 598349"/>
                  <a:gd name="connsiteX1" fmla="*/ 0 w 130175"/>
                  <a:gd name="connsiteY1" fmla="*/ 299174 h 598349"/>
                  <a:gd name="connsiteX2" fmla="*/ 130175 w 130175"/>
                  <a:gd name="connsiteY2" fmla="*/ -1 h 598349"/>
                  <a:gd name="connsiteX3" fmla="*/ 65087 w 130175"/>
                  <a:gd name="connsiteY3" fmla="*/ 299174 h 598349"/>
                  <a:gd name="connsiteX4" fmla="*/ 130175 w 130175"/>
                  <a:gd name="connsiteY4" fmla="*/ 598349 h 598349"/>
                  <a:gd name="connsiteX0" fmla="*/ 130175 w 131336"/>
                  <a:gd name="connsiteY0" fmla="*/ 598350 h 598350"/>
                  <a:gd name="connsiteX1" fmla="*/ 0 w 131336"/>
                  <a:gd name="connsiteY1" fmla="*/ 299175 h 598350"/>
                  <a:gd name="connsiteX2" fmla="*/ 130175 w 131336"/>
                  <a:gd name="connsiteY2" fmla="*/ 0 h 598350"/>
                  <a:gd name="connsiteX3" fmla="*/ 65087 w 131336"/>
                  <a:gd name="connsiteY3" fmla="*/ 299175 h 598350"/>
                  <a:gd name="connsiteX4" fmla="*/ 130175 w 131336"/>
                  <a:gd name="connsiteY4" fmla="*/ 598350 h 598350"/>
                  <a:gd name="connsiteX0" fmla="*/ 130175 w 131336"/>
                  <a:gd name="connsiteY0" fmla="*/ 598350 h 599960"/>
                  <a:gd name="connsiteX1" fmla="*/ 0 w 131336"/>
                  <a:gd name="connsiteY1" fmla="*/ 299175 h 599960"/>
                  <a:gd name="connsiteX2" fmla="*/ 130175 w 131336"/>
                  <a:gd name="connsiteY2" fmla="*/ 0 h 599960"/>
                  <a:gd name="connsiteX3" fmla="*/ 65087 w 131336"/>
                  <a:gd name="connsiteY3" fmla="*/ 299175 h 599960"/>
                  <a:gd name="connsiteX4" fmla="*/ 130175 w 131336"/>
                  <a:gd name="connsiteY4" fmla="*/ 598350 h 599960"/>
                  <a:gd name="connsiteX0" fmla="*/ 130175 w 131732"/>
                  <a:gd name="connsiteY0" fmla="*/ 598350 h 599960"/>
                  <a:gd name="connsiteX1" fmla="*/ 0 w 131732"/>
                  <a:gd name="connsiteY1" fmla="*/ 299175 h 599960"/>
                  <a:gd name="connsiteX2" fmla="*/ 130175 w 131732"/>
                  <a:gd name="connsiteY2" fmla="*/ 0 h 599960"/>
                  <a:gd name="connsiteX3" fmla="*/ 86519 w 131732"/>
                  <a:gd name="connsiteY3" fmla="*/ 327750 h 599960"/>
                  <a:gd name="connsiteX4" fmla="*/ 130175 w 131732"/>
                  <a:gd name="connsiteY4" fmla="*/ 598350 h 599960"/>
                  <a:gd name="connsiteX0" fmla="*/ 130175 w 131192"/>
                  <a:gd name="connsiteY0" fmla="*/ 598350 h 599960"/>
                  <a:gd name="connsiteX1" fmla="*/ 0 w 131192"/>
                  <a:gd name="connsiteY1" fmla="*/ 299175 h 599960"/>
                  <a:gd name="connsiteX2" fmla="*/ 130175 w 131192"/>
                  <a:gd name="connsiteY2" fmla="*/ 0 h 599960"/>
                  <a:gd name="connsiteX3" fmla="*/ 53181 w 131192"/>
                  <a:gd name="connsiteY3" fmla="*/ 351562 h 599960"/>
                  <a:gd name="connsiteX4" fmla="*/ 130175 w 131192"/>
                  <a:gd name="connsiteY4" fmla="*/ 598350 h 599960"/>
                  <a:gd name="connsiteX0" fmla="*/ 130175 w 130858"/>
                  <a:gd name="connsiteY0" fmla="*/ 598350 h 599960"/>
                  <a:gd name="connsiteX1" fmla="*/ 0 w 130858"/>
                  <a:gd name="connsiteY1" fmla="*/ 299175 h 599960"/>
                  <a:gd name="connsiteX2" fmla="*/ 130175 w 130858"/>
                  <a:gd name="connsiteY2" fmla="*/ 0 h 599960"/>
                  <a:gd name="connsiteX3" fmla="*/ 53181 w 130858"/>
                  <a:gd name="connsiteY3" fmla="*/ 351562 h 599960"/>
                  <a:gd name="connsiteX4" fmla="*/ 130175 w 130858"/>
                  <a:gd name="connsiteY4" fmla="*/ 598350 h 599960"/>
                  <a:gd name="connsiteX0" fmla="*/ 130175 w 130858"/>
                  <a:gd name="connsiteY0" fmla="*/ 598350 h 599960"/>
                  <a:gd name="connsiteX1" fmla="*/ 0 w 130858"/>
                  <a:gd name="connsiteY1" fmla="*/ 299175 h 599960"/>
                  <a:gd name="connsiteX2" fmla="*/ 130175 w 130858"/>
                  <a:gd name="connsiteY2" fmla="*/ 0 h 599960"/>
                  <a:gd name="connsiteX3" fmla="*/ 53181 w 130858"/>
                  <a:gd name="connsiteY3" fmla="*/ 351562 h 599960"/>
                  <a:gd name="connsiteX4" fmla="*/ 130175 w 130858"/>
                  <a:gd name="connsiteY4" fmla="*/ 598350 h 599960"/>
                  <a:gd name="connsiteX0" fmla="*/ 130175 w 130858"/>
                  <a:gd name="connsiteY0" fmla="*/ 599960 h 601570"/>
                  <a:gd name="connsiteX1" fmla="*/ 0 w 130858"/>
                  <a:gd name="connsiteY1" fmla="*/ 300785 h 601570"/>
                  <a:gd name="connsiteX2" fmla="*/ 130175 w 130858"/>
                  <a:gd name="connsiteY2" fmla="*/ 1610 h 601570"/>
                  <a:gd name="connsiteX3" fmla="*/ 53181 w 130858"/>
                  <a:gd name="connsiteY3" fmla="*/ 353172 h 601570"/>
                  <a:gd name="connsiteX4" fmla="*/ 130175 w 130858"/>
                  <a:gd name="connsiteY4" fmla="*/ 599960 h 601570"/>
                  <a:gd name="connsiteX0" fmla="*/ 134507 w 135190"/>
                  <a:gd name="connsiteY0" fmla="*/ 599589 h 600827"/>
                  <a:gd name="connsiteX1" fmla="*/ 4332 w 135190"/>
                  <a:gd name="connsiteY1" fmla="*/ 300414 h 600827"/>
                  <a:gd name="connsiteX2" fmla="*/ 134507 w 135190"/>
                  <a:gd name="connsiteY2" fmla="*/ 1239 h 600827"/>
                  <a:gd name="connsiteX3" fmla="*/ 57513 w 135190"/>
                  <a:gd name="connsiteY3" fmla="*/ 352801 h 600827"/>
                  <a:gd name="connsiteX4" fmla="*/ 134507 w 135190"/>
                  <a:gd name="connsiteY4" fmla="*/ 599589 h 600827"/>
                  <a:gd name="connsiteX0" fmla="*/ 134507 w 135512"/>
                  <a:gd name="connsiteY0" fmla="*/ 599589 h 600827"/>
                  <a:gd name="connsiteX1" fmla="*/ 4332 w 135512"/>
                  <a:gd name="connsiteY1" fmla="*/ 300414 h 600827"/>
                  <a:gd name="connsiteX2" fmla="*/ 134507 w 135512"/>
                  <a:gd name="connsiteY2" fmla="*/ 1239 h 600827"/>
                  <a:gd name="connsiteX3" fmla="*/ 57513 w 135512"/>
                  <a:gd name="connsiteY3" fmla="*/ 352801 h 600827"/>
                  <a:gd name="connsiteX4" fmla="*/ 134507 w 135512"/>
                  <a:gd name="connsiteY4" fmla="*/ 599589 h 6008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512" h="600827">
                    <a:moveTo>
                      <a:pt x="134507" y="599589"/>
                    </a:moveTo>
                    <a:cubicBezTo>
                      <a:pt x="76901" y="618639"/>
                      <a:pt x="-21862" y="413257"/>
                      <a:pt x="4332" y="300414"/>
                    </a:cubicBezTo>
                    <a:cubicBezTo>
                      <a:pt x="30526" y="187571"/>
                      <a:pt x="110238" y="-17811"/>
                      <a:pt x="134507" y="1239"/>
                    </a:cubicBezTo>
                    <a:cubicBezTo>
                      <a:pt x="114964" y="57576"/>
                      <a:pt x="58644" y="259699"/>
                      <a:pt x="57513" y="352801"/>
                    </a:cubicBezTo>
                    <a:cubicBezTo>
                      <a:pt x="56382" y="445903"/>
                      <a:pt x="145921" y="593257"/>
                      <a:pt x="134507" y="599589"/>
                    </a:cubicBezTo>
                    <a:close/>
                  </a:path>
                </a:pathLst>
              </a:custGeom>
              <a:solidFill>
                <a:schemeClr val="bg1">
                  <a:alpha val="3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F2DC8DF8-BC5A-33BC-43FE-87C020AEAC4A}"/>
                </a:ext>
              </a:extLst>
            </p:cNvPr>
            <p:cNvGrpSpPr/>
            <p:nvPr/>
          </p:nvGrpSpPr>
          <p:grpSpPr>
            <a:xfrm rot="17925918" flipH="1">
              <a:off x="6478265" y="1178859"/>
              <a:ext cx="60969" cy="767296"/>
              <a:chOff x="3505407" y="2635914"/>
              <a:chExt cx="60969" cy="767296"/>
            </a:xfrm>
          </p:grpSpPr>
          <p:sp>
            <p:nvSpPr>
              <p:cNvPr id="68" name="Moon 38">
                <a:extLst>
                  <a:ext uri="{FF2B5EF4-FFF2-40B4-BE49-F238E27FC236}">
                    <a16:creationId xmlns:a16="http://schemas.microsoft.com/office/drawing/2014/main" id="{4680B769-7C72-3781-10C1-884DB6A76CD0}"/>
                  </a:ext>
                </a:extLst>
              </p:cNvPr>
              <p:cNvSpPr/>
              <p:nvPr/>
            </p:nvSpPr>
            <p:spPr>
              <a:xfrm rot="20138687">
                <a:off x="3505407" y="2802383"/>
                <a:ext cx="60968" cy="600827"/>
              </a:xfrm>
              <a:custGeom>
                <a:avLst/>
                <a:gdLst>
                  <a:gd name="connsiteX0" fmla="*/ 130175 w 130175"/>
                  <a:gd name="connsiteY0" fmla="*/ 598349 h 598349"/>
                  <a:gd name="connsiteX1" fmla="*/ 0 w 130175"/>
                  <a:gd name="connsiteY1" fmla="*/ 299174 h 598349"/>
                  <a:gd name="connsiteX2" fmla="*/ 130175 w 130175"/>
                  <a:gd name="connsiteY2" fmla="*/ -1 h 598349"/>
                  <a:gd name="connsiteX3" fmla="*/ 65087 w 130175"/>
                  <a:gd name="connsiteY3" fmla="*/ 299174 h 598349"/>
                  <a:gd name="connsiteX4" fmla="*/ 130175 w 130175"/>
                  <a:gd name="connsiteY4" fmla="*/ 598349 h 598349"/>
                  <a:gd name="connsiteX0" fmla="*/ 130175 w 131336"/>
                  <a:gd name="connsiteY0" fmla="*/ 598350 h 598350"/>
                  <a:gd name="connsiteX1" fmla="*/ 0 w 131336"/>
                  <a:gd name="connsiteY1" fmla="*/ 299175 h 598350"/>
                  <a:gd name="connsiteX2" fmla="*/ 130175 w 131336"/>
                  <a:gd name="connsiteY2" fmla="*/ 0 h 598350"/>
                  <a:gd name="connsiteX3" fmla="*/ 65087 w 131336"/>
                  <a:gd name="connsiteY3" fmla="*/ 299175 h 598350"/>
                  <a:gd name="connsiteX4" fmla="*/ 130175 w 131336"/>
                  <a:gd name="connsiteY4" fmla="*/ 598350 h 598350"/>
                  <a:gd name="connsiteX0" fmla="*/ 130175 w 131336"/>
                  <a:gd name="connsiteY0" fmla="*/ 598350 h 599960"/>
                  <a:gd name="connsiteX1" fmla="*/ 0 w 131336"/>
                  <a:gd name="connsiteY1" fmla="*/ 299175 h 599960"/>
                  <a:gd name="connsiteX2" fmla="*/ 130175 w 131336"/>
                  <a:gd name="connsiteY2" fmla="*/ 0 h 599960"/>
                  <a:gd name="connsiteX3" fmla="*/ 65087 w 131336"/>
                  <a:gd name="connsiteY3" fmla="*/ 299175 h 599960"/>
                  <a:gd name="connsiteX4" fmla="*/ 130175 w 131336"/>
                  <a:gd name="connsiteY4" fmla="*/ 598350 h 599960"/>
                  <a:gd name="connsiteX0" fmla="*/ 130175 w 131732"/>
                  <a:gd name="connsiteY0" fmla="*/ 598350 h 599960"/>
                  <a:gd name="connsiteX1" fmla="*/ 0 w 131732"/>
                  <a:gd name="connsiteY1" fmla="*/ 299175 h 599960"/>
                  <a:gd name="connsiteX2" fmla="*/ 130175 w 131732"/>
                  <a:gd name="connsiteY2" fmla="*/ 0 h 599960"/>
                  <a:gd name="connsiteX3" fmla="*/ 86519 w 131732"/>
                  <a:gd name="connsiteY3" fmla="*/ 327750 h 599960"/>
                  <a:gd name="connsiteX4" fmla="*/ 130175 w 131732"/>
                  <a:gd name="connsiteY4" fmla="*/ 598350 h 599960"/>
                  <a:gd name="connsiteX0" fmla="*/ 130175 w 131192"/>
                  <a:gd name="connsiteY0" fmla="*/ 598350 h 599960"/>
                  <a:gd name="connsiteX1" fmla="*/ 0 w 131192"/>
                  <a:gd name="connsiteY1" fmla="*/ 299175 h 599960"/>
                  <a:gd name="connsiteX2" fmla="*/ 130175 w 131192"/>
                  <a:gd name="connsiteY2" fmla="*/ 0 h 599960"/>
                  <a:gd name="connsiteX3" fmla="*/ 53181 w 131192"/>
                  <a:gd name="connsiteY3" fmla="*/ 351562 h 599960"/>
                  <a:gd name="connsiteX4" fmla="*/ 130175 w 131192"/>
                  <a:gd name="connsiteY4" fmla="*/ 598350 h 599960"/>
                  <a:gd name="connsiteX0" fmla="*/ 130175 w 130858"/>
                  <a:gd name="connsiteY0" fmla="*/ 598350 h 599960"/>
                  <a:gd name="connsiteX1" fmla="*/ 0 w 130858"/>
                  <a:gd name="connsiteY1" fmla="*/ 299175 h 599960"/>
                  <a:gd name="connsiteX2" fmla="*/ 130175 w 130858"/>
                  <a:gd name="connsiteY2" fmla="*/ 0 h 599960"/>
                  <a:gd name="connsiteX3" fmla="*/ 53181 w 130858"/>
                  <a:gd name="connsiteY3" fmla="*/ 351562 h 599960"/>
                  <a:gd name="connsiteX4" fmla="*/ 130175 w 130858"/>
                  <a:gd name="connsiteY4" fmla="*/ 598350 h 599960"/>
                  <a:gd name="connsiteX0" fmla="*/ 130175 w 130858"/>
                  <a:gd name="connsiteY0" fmla="*/ 598350 h 599960"/>
                  <a:gd name="connsiteX1" fmla="*/ 0 w 130858"/>
                  <a:gd name="connsiteY1" fmla="*/ 299175 h 599960"/>
                  <a:gd name="connsiteX2" fmla="*/ 130175 w 130858"/>
                  <a:gd name="connsiteY2" fmla="*/ 0 h 599960"/>
                  <a:gd name="connsiteX3" fmla="*/ 53181 w 130858"/>
                  <a:gd name="connsiteY3" fmla="*/ 351562 h 599960"/>
                  <a:gd name="connsiteX4" fmla="*/ 130175 w 130858"/>
                  <a:gd name="connsiteY4" fmla="*/ 598350 h 599960"/>
                  <a:gd name="connsiteX0" fmla="*/ 130175 w 130858"/>
                  <a:gd name="connsiteY0" fmla="*/ 599960 h 601570"/>
                  <a:gd name="connsiteX1" fmla="*/ 0 w 130858"/>
                  <a:gd name="connsiteY1" fmla="*/ 300785 h 601570"/>
                  <a:gd name="connsiteX2" fmla="*/ 130175 w 130858"/>
                  <a:gd name="connsiteY2" fmla="*/ 1610 h 601570"/>
                  <a:gd name="connsiteX3" fmla="*/ 53181 w 130858"/>
                  <a:gd name="connsiteY3" fmla="*/ 353172 h 601570"/>
                  <a:gd name="connsiteX4" fmla="*/ 130175 w 130858"/>
                  <a:gd name="connsiteY4" fmla="*/ 599960 h 601570"/>
                  <a:gd name="connsiteX0" fmla="*/ 134507 w 135190"/>
                  <a:gd name="connsiteY0" fmla="*/ 599589 h 600827"/>
                  <a:gd name="connsiteX1" fmla="*/ 4332 w 135190"/>
                  <a:gd name="connsiteY1" fmla="*/ 300414 h 600827"/>
                  <a:gd name="connsiteX2" fmla="*/ 134507 w 135190"/>
                  <a:gd name="connsiteY2" fmla="*/ 1239 h 600827"/>
                  <a:gd name="connsiteX3" fmla="*/ 57513 w 135190"/>
                  <a:gd name="connsiteY3" fmla="*/ 352801 h 600827"/>
                  <a:gd name="connsiteX4" fmla="*/ 134507 w 135190"/>
                  <a:gd name="connsiteY4" fmla="*/ 599589 h 600827"/>
                  <a:gd name="connsiteX0" fmla="*/ 134507 w 135512"/>
                  <a:gd name="connsiteY0" fmla="*/ 599589 h 600827"/>
                  <a:gd name="connsiteX1" fmla="*/ 4332 w 135512"/>
                  <a:gd name="connsiteY1" fmla="*/ 300414 h 600827"/>
                  <a:gd name="connsiteX2" fmla="*/ 134507 w 135512"/>
                  <a:gd name="connsiteY2" fmla="*/ 1239 h 600827"/>
                  <a:gd name="connsiteX3" fmla="*/ 57513 w 135512"/>
                  <a:gd name="connsiteY3" fmla="*/ 352801 h 600827"/>
                  <a:gd name="connsiteX4" fmla="*/ 134507 w 135512"/>
                  <a:gd name="connsiteY4" fmla="*/ 599589 h 6008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512" h="600827">
                    <a:moveTo>
                      <a:pt x="134507" y="599589"/>
                    </a:moveTo>
                    <a:cubicBezTo>
                      <a:pt x="76901" y="618639"/>
                      <a:pt x="-21862" y="413257"/>
                      <a:pt x="4332" y="300414"/>
                    </a:cubicBezTo>
                    <a:cubicBezTo>
                      <a:pt x="30526" y="187571"/>
                      <a:pt x="110238" y="-17811"/>
                      <a:pt x="134507" y="1239"/>
                    </a:cubicBezTo>
                    <a:cubicBezTo>
                      <a:pt x="114964" y="57576"/>
                      <a:pt x="58644" y="259699"/>
                      <a:pt x="57513" y="352801"/>
                    </a:cubicBezTo>
                    <a:cubicBezTo>
                      <a:pt x="56382" y="445903"/>
                      <a:pt x="145921" y="593257"/>
                      <a:pt x="134507" y="599589"/>
                    </a:cubicBezTo>
                    <a:close/>
                  </a:path>
                </a:pathLst>
              </a:custGeom>
              <a:solidFill>
                <a:schemeClr val="bg1">
                  <a:alpha val="3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Moon 38">
                <a:extLst>
                  <a:ext uri="{FF2B5EF4-FFF2-40B4-BE49-F238E27FC236}">
                    <a16:creationId xmlns:a16="http://schemas.microsoft.com/office/drawing/2014/main" id="{C6B150BD-2F1E-33EB-84A4-8B4F88BF02FD}"/>
                  </a:ext>
                </a:extLst>
              </p:cNvPr>
              <p:cNvSpPr/>
              <p:nvPr/>
            </p:nvSpPr>
            <p:spPr>
              <a:xfrm rot="20444265">
                <a:off x="3505408" y="2635914"/>
                <a:ext cx="60968" cy="600827"/>
              </a:xfrm>
              <a:custGeom>
                <a:avLst/>
                <a:gdLst>
                  <a:gd name="connsiteX0" fmla="*/ 130175 w 130175"/>
                  <a:gd name="connsiteY0" fmla="*/ 598349 h 598349"/>
                  <a:gd name="connsiteX1" fmla="*/ 0 w 130175"/>
                  <a:gd name="connsiteY1" fmla="*/ 299174 h 598349"/>
                  <a:gd name="connsiteX2" fmla="*/ 130175 w 130175"/>
                  <a:gd name="connsiteY2" fmla="*/ -1 h 598349"/>
                  <a:gd name="connsiteX3" fmla="*/ 65087 w 130175"/>
                  <a:gd name="connsiteY3" fmla="*/ 299174 h 598349"/>
                  <a:gd name="connsiteX4" fmla="*/ 130175 w 130175"/>
                  <a:gd name="connsiteY4" fmla="*/ 598349 h 598349"/>
                  <a:gd name="connsiteX0" fmla="*/ 130175 w 131336"/>
                  <a:gd name="connsiteY0" fmla="*/ 598350 h 598350"/>
                  <a:gd name="connsiteX1" fmla="*/ 0 w 131336"/>
                  <a:gd name="connsiteY1" fmla="*/ 299175 h 598350"/>
                  <a:gd name="connsiteX2" fmla="*/ 130175 w 131336"/>
                  <a:gd name="connsiteY2" fmla="*/ 0 h 598350"/>
                  <a:gd name="connsiteX3" fmla="*/ 65087 w 131336"/>
                  <a:gd name="connsiteY3" fmla="*/ 299175 h 598350"/>
                  <a:gd name="connsiteX4" fmla="*/ 130175 w 131336"/>
                  <a:gd name="connsiteY4" fmla="*/ 598350 h 598350"/>
                  <a:gd name="connsiteX0" fmla="*/ 130175 w 131336"/>
                  <a:gd name="connsiteY0" fmla="*/ 598350 h 599960"/>
                  <a:gd name="connsiteX1" fmla="*/ 0 w 131336"/>
                  <a:gd name="connsiteY1" fmla="*/ 299175 h 599960"/>
                  <a:gd name="connsiteX2" fmla="*/ 130175 w 131336"/>
                  <a:gd name="connsiteY2" fmla="*/ 0 h 599960"/>
                  <a:gd name="connsiteX3" fmla="*/ 65087 w 131336"/>
                  <a:gd name="connsiteY3" fmla="*/ 299175 h 599960"/>
                  <a:gd name="connsiteX4" fmla="*/ 130175 w 131336"/>
                  <a:gd name="connsiteY4" fmla="*/ 598350 h 599960"/>
                  <a:gd name="connsiteX0" fmla="*/ 130175 w 131732"/>
                  <a:gd name="connsiteY0" fmla="*/ 598350 h 599960"/>
                  <a:gd name="connsiteX1" fmla="*/ 0 w 131732"/>
                  <a:gd name="connsiteY1" fmla="*/ 299175 h 599960"/>
                  <a:gd name="connsiteX2" fmla="*/ 130175 w 131732"/>
                  <a:gd name="connsiteY2" fmla="*/ 0 h 599960"/>
                  <a:gd name="connsiteX3" fmla="*/ 86519 w 131732"/>
                  <a:gd name="connsiteY3" fmla="*/ 327750 h 599960"/>
                  <a:gd name="connsiteX4" fmla="*/ 130175 w 131732"/>
                  <a:gd name="connsiteY4" fmla="*/ 598350 h 599960"/>
                  <a:gd name="connsiteX0" fmla="*/ 130175 w 131192"/>
                  <a:gd name="connsiteY0" fmla="*/ 598350 h 599960"/>
                  <a:gd name="connsiteX1" fmla="*/ 0 w 131192"/>
                  <a:gd name="connsiteY1" fmla="*/ 299175 h 599960"/>
                  <a:gd name="connsiteX2" fmla="*/ 130175 w 131192"/>
                  <a:gd name="connsiteY2" fmla="*/ 0 h 599960"/>
                  <a:gd name="connsiteX3" fmla="*/ 53181 w 131192"/>
                  <a:gd name="connsiteY3" fmla="*/ 351562 h 599960"/>
                  <a:gd name="connsiteX4" fmla="*/ 130175 w 131192"/>
                  <a:gd name="connsiteY4" fmla="*/ 598350 h 599960"/>
                  <a:gd name="connsiteX0" fmla="*/ 130175 w 130858"/>
                  <a:gd name="connsiteY0" fmla="*/ 598350 h 599960"/>
                  <a:gd name="connsiteX1" fmla="*/ 0 w 130858"/>
                  <a:gd name="connsiteY1" fmla="*/ 299175 h 599960"/>
                  <a:gd name="connsiteX2" fmla="*/ 130175 w 130858"/>
                  <a:gd name="connsiteY2" fmla="*/ 0 h 599960"/>
                  <a:gd name="connsiteX3" fmla="*/ 53181 w 130858"/>
                  <a:gd name="connsiteY3" fmla="*/ 351562 h 599960"/>
                  <a:gd name="connsiteX4" fmla="*/ 130175 w 130858"/>
                  <a:gd name="connsiteY4" fmla="*/ 598350 h 599960"/>
                  <a:gd name="connsiteX0" fmla="*/ 130175 w 130858"/>
                  <a:gd name="connsiteY0" fmla="*/ 598350 h 599960"/>
                  <a:gd name="connsiteX1" fmla="*/ 0 w 130858"/>
                  <a:gd name="connsiteY1" fmla="*/ 299175 h 599960"/>
                  <a:gd name="connsiteX2" fmla="*/ 130175 w 130858"/>
                  <a:gd name="connsiteY2" fmla="*/ 0 h 599960"/>
                  <a:gd name="connsiteX3" fmla="*/ 53181 w 130858"/>
                  <a:gd name="connsiteY3" fmla="*/ 351562 h 599960"/>
                  <a:gd name="connsiteX4" fmla="*/ 130175 w 130858"/>
                  <a:gd name="connsiteY4" fmla="*/ 598350 h 599960"/>
                  <a:gd name="connsiteX0" fmla="*/ 130175 w 130858"/>
                  <a:gd name="connsiteY0" fmla="*/ 599960 h 601570"/>
                  <a:gd name="connsiteX1" fmla="*/ 0 w 130858"/>
                  <a:gd name="connsiteY1" fmla="*/ 300785 h 601570"/>
                  <a:gd name="connsiteX2" fmla="*/ 130175 w 130858"/>
                  <a:gd name="connsiteY2" fmla="*/ 1610 h 601570"/>
                  <a:gd name="connsiteX3" fmla="*/ 53181 w 130858"/>
                  <a:gd name="connsiteY3" fmla="*/ 353172 h 601570"/>
                  <a:gd name="connsiteX4" fmla="*/ 130175 w 130858"/>
                  <a:gd name="connsiteY4" fmla="*/ 599960 h 601570"/>
                  <a:gd name="connsiteX0" fmla="*/ 134507 w 135190"/>
                  <a:gd name="connsiteY0" fmla="*/ 599589 h 600827"/>
                  <a:gd name="connsiteX1" fmla="*/ 4332 w 135190"/>
                  <a:gd name="connsiteY1" fmla="*/ 300414 h 600827"/>
                  <a:gd name="connsiteX2" fmla="*/ 134507 w 135190"/>
                  <a:gd name="connsiteY2" fmla="*/ 1239 h 600827"/>
                  <a:gd name="connsiteX3" fmla="*/ 57513 w 135190"/>
                  <a:gd name="connsiteY3" fmla="*/ 352801 h 600827"/>
                  <a:gd name="connsiteX4" fmla="*/ 134507 w 135190"/>
                  <a:gd name="connsiteY4" fmla="*/ 599589 h 600827"/>
                  <a:gd name="connsiteX0" fmla="*/ 134507 w 135512"/>
                  <a:gd name="connsiteY0" fmla="*/ 599589 h 600827"/>
                  <a:gd name="connsiteX1" fmla="*/ 4332 w 135512"/>
                  <a:gd name="connsiteY1" fmla="*/ 300414 h 600827"/>
                  <a:gd name="connsiteX2" fmla="*/ 134507 w 135512"/>
                  <a:gd name="connsiteY2" fmla="*/ 1239 h 600827"/>
                  <a:gd name="connsiteX3" fmla="*/ 57513 w 135512"/>
                  <a:gd name="connsiteY3" fmla="*/ 352801 h 600827"/>
                  <a:gd name="connsiteX4" fmla="*/ 134507 w 135512"/>
                  <a:gd name="connsiteY4" fmla="*/ 599589 h 6008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512" h="600827">
                    <a:moveTo>
                      <a:pt x="134507" y="599589"/>
                    </a:moveTo>
                    <a:cubicBezTo>
                      <a:pt x="76901" y="618639"/>
                      <a:pt x="-21862" y="413257"/>
                      <a:pt x="4332" y="300414"/>
                    </a:cubicBezTo>
                    <a:cubicBezTo>
                      <a:pt x="30526" y="187571"/>
                      <a:pt x="110238" y="-17811"/>
                      <a:pt x="134507" y="1239"/>
                    </a:cubicBezTo>
                    <a:cubicBezTo>
                      <a:pt x="114964" y="57576"/>
                      <a:pt x="58644" y="259699"/>
                      <a:pt x="57513" y="352801"/>
                    </a:cubicBezTo>
                    <a:cubicBezTo>
                      <a:pt x="56382" y="445903"/>
                      <a:pt x="145921" y="593257"/>
                      <a:pt x="134507" y="599589"/>
                    </a:cubicBezTo>
                    <a:close/>
                  </a:path>
                </a:pathLst>
              </a:custGeom>
              <a:solidFill>
                <a:schemeClr val="bg1">
                  <a:alpha val="3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3BB1CDE-83D0-D1EE-58B0-825B98340C46}"/>
              </a:ext>
            </a:extLst>
          </p:cNvPr>
          <p:cNvGrpSpPr/>
          <p:nvPr/>
        </p:nvGrpSpPr>
        <p:grpSpPr>
          <a:xfrm>
            <a:off x="-322799" y="1756665"/>
            <a:ext cx="5693002" cy="6241458"/>
            <a:chOff x="2333035" y="957943"/>
            <a:chExt cx="5693002" cy="6241458"/>
          </a:xfrm>
          <a:solidFill>
            <a:schemeClr val="bg1"/>
          </a:solidFill>
        </p:grpSpPr>
        <p:sp>
          <p:nvSpPr>
            <p:cNvPr id="76" name="Rectangle: Top Corners Rounded 75">
              <a:extLst>
                <a:ext uri="{FF2B5EF4-FFF2-40B4-BE49-F238E27FC236}">
                  <a16:creationId xmlns:a16="http://schemas.microsoft.com/office/drawing/2014/main" id="{56644956-86EF-2542-3E50-213E195E0DCA}"/>
                </a:ext>
              </a:extLst>
            </p:cNvPr>
            <p:cNvSpPr/>
            <p:nvPr/>
          </p:nvSpPr>
          <p:spPr>
            <a:xfrm>
              <a:off x="3149600" y="957943"/>
              <a:ext cx="4059872" cy="2588985"/>
            </a:xfrm>
            <a:prstGeom prst="round2SameRect">
              <a:avLst>
                <a:gd name="adj1" fmla="val 50000"/>
                <a:gd name="adj2" fmla="val 0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: Top Corners Rounded 76">
              <a:extLst>
                <a:ext uri="{FF2B5EF4-FFF2-40B4-BE49-F238E27FC236}">
                  <a16:creationId xmlns:a16="http://schemas.microsoft.com/office/drawing/2014/main" id="{872E62D0-B97A-26E1-5D7D-105E88EF57EF}"/>
                </a:ext>
              </a:extLst>
            </p:cNvPr>
            <p:cNvSpPr/>
            <p:nvPr/>
          </p:nvSpPr>
          <p:spPr>
            <a:xfrm rot="10800000">
              <a:off x="2874167" y="6704325"/>
              <a:ext cx="559595" cy="495075"/>
            </a:xfrm>
            <a:prstGeom prst="round2SameRect">
              <a:avLst>
                <a:gd name="adj1" fmla="val 39899"/>
                <a:gd name="adj2" fmla="val 0"/>
              </a:avLst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: Top Corners Rounded 77">
              <a:extLst>
                <a:ext uri="{FF2B5EF4-FFF2-40B4-BE49-F238E27FC236}">
                  <a16:creationId xmlns:a16="http://schemas.microsoft.com/office/drawing/2014/main" id="{FB83A24B-0004-6313-8F1A-8331A44A4D72}"/>
                </a:ext>
              </a:extLst>
            </p:cNvPr>
            <p:cNvSpPr/>
            <p:nvPr/>
          </p:nvSpPr>
          <p:spPr>
            <a:xfrm rot="10800000">
              <a:off x="7050857" y="6704325"/>
              <a:ext cx="559595" cy="495076"/>
            </a:xfrm>
            <a:prstGeom prst="round2SameRect">
              <a:avLst>
                <a:gd name="adj1" fmla="val 39899"/>
                <a:gd name="adj2" fmla="val 0"/>
              </a:avLst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38136AC-E6C5-1479-BEF3-0B97B2A4B080}"/>
                </a:ext>
              </a:extLst>
            </p:cNvPr>
            <p:cNvGrpSpPr/>
            <p:nvPr/>
          </p:nvGrpSpPr>
          <p:grpSpPr>
            <a:xfrm>
              <a:off x="2333035" y="3470728"/>
              <a:ext cx="5693002" cy="3343728"/>
              <a:chOff x="-3359377" y="-543379"/>
              <a:chExt cx="5693002" cy="3343728"/>
            </a:xfrm>
            <a:grpFill/>
          </p:grpSpPr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21B29BA5-EDF0-51F2-35AF-4998549BB2E2}"/>
                  </a:ext>
                </a:extLst>
              </p:cNvPr>
              <p:cNvSpPr/>
              <p:nvPr/>
            </p:nvSpPr>
            <p:spPr>
              <a:xfrm>
                <a:off x="-3165021" y="-467179"/>
                <a:ext cx="5297714" cy="3200854"/>
              </a:xfrm>
              <a:prstGeom prst="rect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Rectangle: Top Corners Rounded 101">
                <a:extLst>
                  <a:ext uri="{FF2B5EF4-FFF2-40B4-BE49-F238E27FC236}">
                    <a16:creationId xmlns:a16="http://schemas.microsoft.com/office/drawing/2014/main" id="{D47FADB7-9F47-5053-9CED-E4C47019E61C}"/>
                  </a:ext>
                </a:extLst>
              </p:cNvPr>
              <p:cNvSpPr/>
              <p:nvPr/>
            </p:nvSpPr>
            <p:spPr>
              <a:xfrm>
                <a:off x="-3352800" y="-543379"/>
                <a:ext cx="5686425" cy="11012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Rectangle: Top Corners Rounded 102">
                <a:extLst>
                  <a:ext uri="{FF2B5EF4-FFF2-40B4-BE49-F238E27FC236}">
                    <a16:creationId xmlns:a16="http://schemas.microsoft.com/office/drawing/2014/main" id="{85BD7DD7-693E-13A8-AEA6-68A06CB45A94}"/>
                  </a:ext>
                </a:extLst>
              </p:cNvPr>
              <p:cNvSpPr/>
              <p:nvPr/>
            </p:nvSpPr>
            <p:spPr>
              <a:xfrm>
                <a:off x="-3359377" y="2690220"/>
                <a:ext cx="5686425" cy="11012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71B441E5-7ECE-3262-E1D4-61878ABEC1D2}"/>
                </a:ext>
              </a:extLst>
            </p:cNvPr>
            <p:cNvSpPr/>
            <p:nvPr/>
          </p:nvSpPr>
          <p:spPr>
            <a:xfrm>
              <a:off x="5276850" y="4305300"/>
              <a:ext cx="2463800" cy="577850"/>
            </a:xfrm>
            <a:prstGeom prst="round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2EF41DE6-A4C0-7D4F-0278-F4EA414F2DA2}"/>
                </a:ext>
              </a:extLst>
            </p:cNvPr>
            <p:cNvSpPr/>
            <p:nvPr/>
          </p:nvSpPr>
          <p:spPr>
            <a:xfrm>
              <a:off x="6397625" y="4483100"/>
              <a:ext cx="222250" cy="222250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FCFE187C-7BEB-A701-7F9B-5973D554F7BB}"/>
                </a:ext>
              </a:extLst>
            </p:cNvPr>
            <p:cNvSpPr/>
            <p:nvPr/>
          </p:nvSpPr>
          <p:spPr>
            <a:xfrm>
              <a:off x="2695575" y="4305300"/>
              <a:ext cx="2463800" cy="577850"/>
            </a:xfrm>
            <a:prstGeom prst="round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26E11211-4F0E-BC40-AED1-3C58585B1670}"/>
                </a:ext>
              </a:extLst>
            </p:cNvPr>
            <p:cNvSpPr/>
            <p:nvPr/>
          </p:nvSpPr>
          <p:spPr>
            <a:xfrm>
              <a:off x="3816350" y="4483100"/>
              <a:ext cx="222250" cy="222250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3E17727C-B01A-B155-BD1D-07636412EE7D}"/>
                </a:ext>
              </a:extLst>
            </p:cNvPr>
            <p:cNvSpPr/>
            <p:nvPr/>
          </p:nvSpPr>
          <p:spPr>
            <a:xfrm>
              <a:off x="5276850" y="4959350"/>
              <a:ext cx="2463800" cy="770890"/>
            </a:xfrm>
            <a:prstGeom prst="round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B3D5FD60-928C-C8DA-70DF-2B903E951475}"/>
                </a:ext>
              </a:extLst>
            </p:cNvPr>
            <p:cNvSpPr/>
            <p:nvPr/>
          </p:nvSpPr>
          <p:spPr>
            <a:xfrm>
              <a:off x="6397625" y="5216848"/>
              <a:ext cx="222250" cy="222250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AF46744F-092B-7FE5-1DDA-95C04D2BBB82}"/>
                </a:ext>
              </a:extLst>
            </p:cNvPr>
            <p:cNvSpPr/>
            <p:nvPr/>
          </p:nvSpPr>
          <p:spPr>
            <a:xfrm>
              <a:off x="2695575" y="4959350"/>
              <a:ext cx="2463800" cy="770890"/>
            </a:xfrm>
            <a:prstGeom prst="round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5355B3DE-1291-D888-C322-F052F23564C2}"/>
                </a:ext>
              </a:extLst>
            </p:cNvPr>
            <p:cNvSpPr/>
            <p:nvPr/>
          </p:nvSpPr>
          <p:spPr>
            <a:xfrm>
              <a:off x="3816350" y="5216848"/>
              <a:ext cx="222250" cy="222250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1C2BA1CE-9DC7-FD49-328A-2313E558C8CB}"/>
                </a:ext>
              </a:extLst>
            </p:cNvPr>
            <p:cNvSpPr/>
            <p:nvPr/>
          </p:nvSpPr>
          <p:spPr>
            <a:xfrm>
              <a:off x="5276850" y="5831840"/>
              <a:ext cx="2463800" cy="770890"/>
            </a:xfrm>
            <a:prstGeom prst="round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F329B4E8-CDEC-6751-F027-CA702E00CB53}"/>
                </a:ext>
              </a:extLst>
            </p:cNvPr>
            <p:cNvSpPr/>
            <p:nvPr/>
          </p:nvSpPr>
          <p:spPr>
            <a:xfrm>
              <a:off x="6397625" y="6092825"/>
              <a:ext cx="222250" cy="222250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7BC28066-DE9F-0AC8-EE10-5F5522F39DD3}"/>
                </a:ext>
              </a:extLst>
            </p:cNvPr>
            <p:cNvSpPr/>
            <p:nvPr/>
          </p:nvSpPr>
          <p:spPr>
            <a:xfrm>
              <a:off x="2695575" y="5831840"/>
              <a:ext cx="2463800" cy="770890"/>
            </a:xfrm>
            <a:prstGeom prst="round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6293BC4A-586F-34C7-9705-6F925A0B6C9B}"/>
                </a:ext>
              </a:extLst>
            </p:cNvPr>
            <p:cNvSpPr/>
            <p:nvPr/>
          </p:nvSpPr>
          <p:spPr>
            <a:xfrm>
              <a:off x="3816350" y="6092825"/>
              <a:ext cx="222250" cy="222250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B071BDCE-1F07-5325-14C2-A51D19A8B257}"/>
                </a:ext>
              </a:extLst>
            </p:cNvPr>
            <p:cNvSpPr/>
            <p:nvPr/>
          </p:nvSpPr>
          <p:spPr>
            <a:xfrm>
              <a:off x="2695575" y="3651250"/>
              <a:ext cx="5045075" cy="577850"/>
            </a:xfrm>
            <a:prstGeom prst="round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064AB060-D040-F91B-F098-1B7FA1CBD0A6}"/>
                </a:ext>
              </a:extLst>
            </p:cNvPr>
            <p:cNvSpPr/>
            <p:nvPr/>
          </p:nvSpPr>
          <p:spPr>
            <a:xfrm>
              <a:off x="3816350" y="3864227"/>
              <a:ext cx="222250" cy="222250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2C905655-92DF-B8CF-0049-BBD151A6A71E}"/>
                </a:ext>
              </a:extLst>
            </p:cNvPr>
            <p:cNvSpPr/>
            <p:nvPr/>
          </p:nvSpPr>
          <p:spPr>
            <a:xfrm>
              <a:off x="6397625" y="3864227"/>
              <a:ext cx="222250" cy="222250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5B4E16B5-7DA5-14B0-0148-C13E5AF51C2A}"/>
                </a:ext>
              </a:extLst>
            </p:cNvPr>
            <p:cNvGrpSpPr/>
            <p:nvPr/>
          </p:nvGrpSpPr>
          <p:grpSpPr>
            <a:xfrm>
              <a:off x="3505407" y="2635914"/>
              <a:ext cx="60969" cy="767296"/>
              <a:chOff x="3505407" y="2635914"/>
              <a:chExt cx="60969" cy="767296"/>
            </a:xfrm>
            <a:grpFill/>
          </p:grpSpPr>
          <p:sp>
            <p:nvSpPr>
              <p:cNvPr id="99" name="Moon 38">
                <a:extLst>
                  <a:ext uri="{FF2B5EF4-FFF2-40B4-BE49-F238E27FC236}">
                    <a16:creationId xmlns:a16="http://schemas.microsoft.com/office/drawing/2014/main" id="{4CE83A85-DCB7-1C17-B4F0-34D0599F3C45}"/>
                  </a:ext>
                </a:extLst>
              </p:cNvPr>
              <p:cNvSpPr/>
              <p:nvPr/>
            </p:nvSpPr>
            <p:spPr>
              <a:xfrm rot="20138687">
                <a:off x="3505407" y="2802383"/>
                <a:ext cx="60968" cy="600827"/>
              </a:xfrm>
              <a:custGeom>
                <a:avLst/>
                <a:gdLst>
                  <a:gd name="connsiteX0" fmla="*/ 130175 w 130175"/>
                  <a:gd name="connsiteY0" fmla="*/ 598349 h 598349"/>
                  <a:gd name="connsiteX1" fmla="*/ 0 w 130175"/>
                  <a:gd name="connsiteY1" fmla="*/ 299174 h 598349"/>
                  <a:gd name="connsiteX2" fmla="*/ 130175 w 130175"/>
                  <a:gd name="connsiteY2" fmla="*/ -1 h 598349"/>
                  <a:gd name="connsiteX3" fmla="*/ 65087 w 130175"/>
                  <a:gd name="connsiteY3" fmla="*/ 299174 h 598349"/>
                  <a:gd name="connsiteX4" fmla="*/ 130175 w 130175"/>
                  <a:gd name="connsiteY4" fmla="*/ 598349 h 598349"/>
                  <a:gd name="connsiteX0" fmla="*/ 130175 w 131336"/>
                  <a:gd name="connsiteY0" fmla="*/ 598350 h 598350"/>
                  <a:gd name="connsiteX1" fmla="*/ 0 w 131336"/>
                  <a:gd name="connsiteY1" fmla="*/ 299175 h 598350"/>
                  <a:gd name="connsiteX2" fmla="*/ 130175 w 131336"/>
                  <a:gd name="connsiteY2" fmla="*/ 0 h 598350"/>
                  <a:gd name="connsiteX3" fmla="*/ 65087 w 131336"/>
                  <a:gd name="connsiteY3" fmla="*/ 299175 h 598350"/>
                  <a:gd name="connsiteX4" fmla="*/ 130175 w 131336"/>
                  <a:gd name="connsiteY4" fmla="*/ 598350 h 598350"/>
                  <a:gd name="connsiteX0" fmla="*/ 130175 w 131336"/>
                  <a:gd name="connsiteY0" fmla="*/ 598350 h 599960"/>
                  <a:gd name="connsiteX1" fmla="*/ 0 w 131336"/>
                  <a:gd name="connsiteY1" fmla="*/ 299175 h 599960"/>
                  <a:gd name="connsiteX2" fmla="*/ 130175 w 131336"/>
                  <a:gd name="connsiteY2" fmla="*/ 0 h 599960"/>
                  <a:gd name="connsiteX3" fmla="*/ 65087 w 131336"/>
                  <a:gd name="connsiteY3" fmla="*/ 299175 h 599960"/>
                  <a:gd name="connsiteX4" fmla="*/ 130175 w 131336"/>
                  <a:gd name="connsiteY4" fmla="*/ 598350 h 599960"/>
                  <a:gd name="connsiteX0" fmla="*/ 130175 w 131732"/>
                  <a:gd name="connsiteY0" fmla="*/ 598350 h 599960"/>
                  <a:gd name="connsiteX1" fmla="*/ 0 w 131732"/>
                  <a:gd name="connsiteY1" fmla="*/ 299175 h 599960"/>
                  <a:gd name="connsiteX2" fmla="*/ 130175 w 131732"/>
                  <a:gd name="connsiteY2" fmla="*/ 0 h 599960"/>
                  <a:gd name="connsiteX3" fmla="*/ 86519 w 131732"/>
                  <a:gd name="connsiteY3" fmla="*/ 327750 h 599960"/>
                  <a:gd name="connsiteX4" fmla="*/ 130175 w 131732"/>
                  <a:gd name="connsiteY4" fmla="*/ 598350 h 599960"/>
                  <a:gd name="connsiteX0" fmla="*/ 130175 w 131192"/>
                  <a:gd name="connsiteY0" fmla="*/ 598350 h 599960"/>
                  <a:gd name="connsiteX1" fmla="*/ 0 w 131192"/>
                  <a:gd name="connsiteY1" fmla="*/ 299175 h 599960"/>
                  <a:gd name="connsiteX2" fmla="*/ 130175 w 131192"/>
                  <a:gd name="connsiteY2" fmla="*/ 0 h 599960"/>
                  <a:gd name="connsiteX3" fmla="*/ 53181 w 131192"/>
                  <a:gd name="connsiteY3" fmla="*/ 351562 h 599960"/>
                  <a:gd name="connsiteX4" fmla="*/ 130175 w 131192"/>
                  <a:gd name="connsiteY4" fmla="*/ 598350 h 599960"/>
                  <a:gd name="connsiteX0" fmla="*/ 130175 w 130858"/>
                  <a:gd name="connsiteY0" fmla="*/ 598350 h 599960"/>
                  <a:gd name="connsiteX1" fmla="*/ 0 w 130858"/>
                  <a:gd name="connsiteY1" fmla="*/ 299175 h 599960"/>
                  <a:gd name="connsiteX2" fmla="*/ 130175 w 130858"/>
                  <a:gd name="connsiteY2" fmla="*/ 0 h 599960"/>
                  <a:gd name="connsiteX3" fmla="*/ 53181 w 130858"/>
                  <a:gd name="connsiteY3" fmla="*/ 351562 h 599960"/>
                  <a:gd name="connsiteX4" fmla="*/ 130175 w 130858"/>
                  <a:gd name="connsiteY4" fmla="*/ 598350 h 599960"/>
                  <a:gd name="connsiteX0" fmla="*/ 130175 w 130858"/>
                  <a:gd name="connsiteY0" fmla="*/ 598350 h 599960"/>
                  <a:gd name="connsiteX1" fmla="*/ 0 w 130858"/>
                  <a:gd name="connsiteY1" fmla="*/ 299175 h 599960"/>
                  <a:gd name="connsiteX2" fmla="*/ 130175 w 130858"/>
                  <a:gd name="connsiteY2" fmla="*/ 0 h 599960"/>
                  <a:gd name="connsiteX3" fmla="*/ 53181 w 130858"/>
                  <a:gd name="connsiteY3" fmla="*/ 351562 h 599960"/>
                  <a:gd name="connsiteX4" fmla="*/ 130175 w 130858"/>
                  <a:gd name="connsiteY4" fmla="*/ 598350 h 599960"/>
                  <a:gd name="connsiteX0" fmla="*/ 130175 w 130858"/>
                  <a:gd name="connsiteY0" fmla="*/ 599960 h 601570"/>
                  <a:gd name="connsiteX1" fmla="*/ 0 w 130858"/>
                  <a:gd name="connsiteY1" fmla="*/ 300785 h 601570"/>
                  <a:gd name="connsiteX2" fmla="*/ 130175 w 130858"/>
                  <a:gd name="connsiteY2" fmla="*/ 1610 h 601570"/>
                  <a:gd name="connsiteX3" fmla="*/ 53181 w 130858"/>
                  <a:gd name="connsiteY3" fmla="*/ 353172 h 601570"/>
                  <a:gd name="connsiteX4" fmla="*/ 130175 w 130858"/>
                  <a:gd name="connsiteY4" fmla="*/ 599960 h 601570"/>
                  <a:gd name="connsiteX0" fmla="*/ 134507 w 135190"/>
                  <a:gd name="connsiteY0" fmla="*/ 599589 h 600827"/>
                  <a:gd name="connsiteX1" fmla="*/ 4332 w 135190"/>
                  <a:gd name="connsiteY1" fmla="*/ 300414 h 600827"/>
                  <a:gd name="connsiteX2" fmla="*/ 134507 w 135190"/>
                  <a:gd name="connsiteY2" fmla="*/ 1239 h 600827"/>
                  <a:gd name="connsiteX3" fmla="*/ 57513 w 135190"/>
                  <a:gd name="connsiteY3" fmla="*/ 352801 h 600827"/>
                  <a:gd name="connsiteX4" fmla="*/ 134507 w 135190"/>
                  <a:gd name="connsiteY4" fmla="*/ 599589 h 600827"/>
                  <a:gd name="connsiteX0" fmla="*/ 134507 w 135512"/>
                  <a:gd name="connsiteY0" fmla="*/ 599589 h 600827"/>
                  <a:gd name="connsiteX1" fmla="*/ 4332 w 135512"/>
                  <a:gd name="connsiteY1" fmla="*/ 300414 h 600827"/>
                  <a:gd name="connsiteX2" fmla="*/ 134507 w 135512"/>
                  <a:gd name="connsiteY2" fmla="*/ 1239 h 600827"/>
                  <a:gd name="connsiteX3" fmla="*/ 57513 w 135512"/>
                  <a:gd name="connsiteY3" fmla="*/ 352801 h 600827"/>
                  <a:gd name="connsiteX4" fmla="*/ 134507 w 135512"/>
                  <a:gd name="connsiteY4" fmla="*/ 599589 h 6008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512" h="600827">
                    <a:moveTo>
                      <a:pt x="134507" y="599589"/>
                    </a:moveTo>
                    <a:cubicBezTo>
                      <a:pt x="76901" y="618639"/>
                      <a:pt x="-21862" y="413257"/>
                      <a:pt x="4332" y="300414"/>
                    </a:cubicBezTo>
                    <a:cubicBezTo>
                      <a:pt x="30526" y="187571"/>
                      <a:pt x="110238" y="-17811"/>
                      <a:pt x="134507" y="1239"/>
                    </a:cubicBezTo>
                    <a:cubicBezTo>
                      <a:pt x="114964" y="57576"/>
                      <a:pt x="58644" y="259699"/>
                      <a:pt x="57513" y="352801"/>
                    </a:cubicBezTo>
                    <a:cubicBezTo>
                      <a:pt x="56382" y="445903"/>
                      <a:pt x="145921" y="593257"/>
                      <a:pt x="134507" y="59958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Moon 38">
                <a:extLst>
                  <a:ext uri="{FF2B5EF4-FFF2-40B4-BE49-F238E27FC236}">
                    <a16:creationId xmlns:a16="http://schemas.microsoft.com/office/drawing/2014/main" id="{4A5F9CFD-51EF-CA36-43BD-1676E18BF05A}"/>
                  </a:ext>
                </a:extLst>
              </p:cNvPr>
              <p:cNvSpPr/>
              <p:nvPr/>
            </p:nvSpPr>
            <p:spPr>
              <a:xfrm rot="20444265">
                <a:off x="3505408" y="2635914"/>
                <a:ext cx="60968" cy="600827"/>
              </a:xfrm>
              <a:custGeom>
                <a:avLst/>
                <a:gdLst>
                  <a:gd name="connsiteX0" fmla="*/ 130175 w 130175"/>
                  <a:gd name="connsiteY0" fmla="*/ 598349 h 598349"/>
                  <a:gd name="connsiteX1" fmla="*/ 0 w 130175"/>
                  <a:gd name="connsiteY1" fmla="*/ 299174 h 598349"/>
                  <a:gd name="connsiteX2" fmla="*/ 130175 w 130175"/>
                  <a:gd name="connsiteY2" fmla="*/ -1 h 598349"/>
                  <a:gd name="connsiteX3" fmla="*/ 65087 w 130175"/>
                  <a:gd name="connsiteY3" fmla="*/ 299174 h 598349"/>
                  <a:gd name="connsiteX4" fmla="*/ 130175 w 130175"/>
                  <a:gd name="connsiteY4" fmla="*/ 598349 h 598349"/>
                  <a:gd name="connsiteX0" fmla="*/ 130175 w 131336"/>
                  <a:gd name="connsiteY0" fmla="*/ 598350 h 598350"/>
                  <a:gd name="connsiteX1" fmla="*/ 0 w 131336"/>
                  <a:gd name="connsiteY1" fmla="*/ 299175 h 598350"/>
                  <a:gd name="connsiteX2" fmla="*/ 130175 w 131336"/>
                  <a:gd name="connsiteY2" fmla="*/ 0 h 598350"/>
                  <a:gd name="connsiteX3" fmla="*/ 65087 w 131336"/>
                  <a:gd name="connsiteY3" fmla="*/ 299175 h 598350"/>
                  <a:gd name="connsiteX4" fmla="*/ 130175 w 131336"/>
                  <a:gd name="connsiteY4" fmla="*/ 598350 h 598350"/>
                  <a:gd name="connsiteX0" fmla="*/ 130175 w 131336"/>
                  <a:gd name="connsiteY0" fmla="*/ 598350 h 599960"/>
                  <a:gd name="connsiteX1" fmla="*/ 0 w 131336"/>
                  <a:gd name="connsiteY1" fmla="*/ 299175 h 599960"/>
                  <a:gd name="connsiteX2" fmla="*/ 130175 w 131336"/>
                  <a:gd name="connsiteY2" fmla="*/ 0 h 599960"/>
                  <a:gd name="connsiteX3" fmla="*/ 65087 w 131336"/>
                  <a:gd name="connsiteY3" fmla="*/ 299175 h 599960"/>
                  <a:gd name="connsiteX4" fmla="*/ 130175 w 131336"/>
                  <a:gd name="connsiteY4" fmla="*/ 598350 h 599960"/>
                  <a:gd name="connsiteX0" fmla="*/ 130175 w 131732"/>
                  <a:gd name="connsiteY0" fmla="*/ 598350 h 599960"/>
                  <a:gd name="connsiteX1" fmla="*/ 0 w 131732"/>
                  <a:gd name="connsiteY1" fmla="*/ 299175 h 599960"/>
                  <a:gd name="connsiteX2" fmla="*/ 130175 w 131732"/>
                  <a:gd name="connsiteY2" fmla="*/ 0 h 599960"/>
                  <a:gd name="connsiteX3" fmla="*/ 86519 w 131732"/>
                  <a:gd name="connsiteY3" fmla="*/ 327750 h 599960"/>
                  <a:gd name="connsiteX4" fmla="*/ 130175 w 131732"/>
                  <a:gd name="connsiteY4" fmla="*/ 598350 h 599960"/>
                  <a:gd name="connsiteX0" fmla="*/ 130175 w 131192"/>
                  <a:gd name="connsiteY0" fmla="*/ 598350 h 599960"/>
                  <a:gd name="connsiteX1" fmla="*/ 0 w 131192"/>
                  <a:gd name="connsiteY1" fmla="*/ 299175 h 599960"/>
                  <a:gd name="connsiteX2" fmla="*/ 130175 w 131192"/>
                  <a:gd name="connsiteY2" fmla="*/ 0 h 599960"/>
                  <a:gd name="connsiteX3" fmla="*/ 53181 w 131192"/>
                  <a:gd name="connsiteY3" fmla="*/ 351562 h 599960"/>
                  <a:gd name="connsiteX4" fmla="*/ 130175 w 131192"/>
                  <a:gd name="connsiteY4" fmla="*/ 598350 h 599960"/>
                  <a:gd name="connsiteX0" fmla="*/ 130175 w 130858"/>
                  <a:gd name="connsiteY0" fmla="*/ 598350 h 599960"/>
                  <a:gd name="connsiteX1" fmla="*/ 0 w 130858"/>
                  <a:gd name="connsiteY1" fmla="*/ 299175 h 599960"/>
                  <a:gd name="connsiteX2" fmla="*/ 130175 w 130858"/>
                  <a:gd name="connsiteY2" fmla="*/ 0 h 599960"/>
                  <a:gd name="connsiteX3" fmla="*/ 53181 w 130858"/>
                  <a:gd name="connsiteY3" fmla="*/ 351562 h 599960"/>
                  <a:gd name="connsiteX4" fmla="*/ 130175 w 130858"/>
                  <a:gd name="connsiteY4" fmla="*/ 598350 h 599960"/>
                  <a:gd name="connsiteX0" fmla="*/ 130175 w 130858"/>
                  <a:gd name="connsiteY0" fmla="*/ 598350 h 599960"/>
                  <a:gd name="connsiteX1" fmla="*/ 0 w 130858"/>
                  <a:gd name="connsiteY1" fmla="*/ 299175 h 599960"/>
                  <a:gd name="connsiteX2" fmla="*/ 130175 w 130858"/>
                  <a:gd name="connsiteY2" fmla="*/ 0 h 599960"/>
                  <a:gd name="connsiteX3" fmla="*/ 53181 w 130858"/>
                  <a:gd name="connsiteY3" fmla="*/ 351562 h 599960"/>
                  <a:gd name="connsiteX4" fmla="*/ 130175 w 130858"/>
                  <a:gd name="connsiteY4" fmla="*/ 598350 h 599960"/>
                  <a:gd name="connsiteX0" fmla="*/ 130175 w 130858"/>
                  <a:gd name="connsiteY0" fmla="*/ 599960 h 601570"/>
                  <a:gd name="connsiteX1" fmla="*/ 0 w 130858"/>
                  <a:gd name="connsiteY1" fmla="*/ 300785 h 601570"/>
                  <a:gd name="connsiteX2" fmla="*/ 130175 w 130858"/>
                  <a:gd name="connsiteY2" fmla="*/ 1610 h 601570"/>
                  <a:gd name="connsiteX3" fmla="*/ 53181 w 130858"/>
                  <a:gd name="connsiteY3" fmla="*/ 353172 h 601570"/>
                  <a:gd name="connsiteX4" fmla="*/ 130175 w 130858"/>
                  <a:gd name="connsiteY4" fmla="*/ 599960 h 601570"/>
                  <a:gd name="connsiteX0" fmla="*/ 134507 w 135190"/>
                  <a:gd name="connsiteY0" fmla="*/ 599589 h 600827"/>
                  <a:gd name="connsiteX1" fmla="*/ 4332 w 135190"/>
                  <a:gd name="connsiteY1" fmla="*/ 300414 h 600827"/>
                  <a:gd name="connsiteX2" fmla="*/ 134507 w 135190"/>
                  <a:gd name="connsiteY2" fmla="*/ 1239 h 600827"/>
                  <a:gd name="connsiteX3" fmla="*/ 57513 w 135190"/>
                  <a:gd name="connsiteY3" fmla="*/ 352801 h 600827"/>
                  <a:gd name="connsiteX4" fmla="*/ 134507 w 135190"/>
                  <a:gd name="connsiteY4" fmla="*/ 599589 h 600827"/>
                  <a:gd name="connsiteX0" fmla="*/ 134507 w 135512"/>
                  <a:gd name="connsiteY0" fmla="*/ 599589 h 600827"/>
                  <a:gd name="connsiteX1" fmla="*/ 4332 w 135512"/>
                  <a:gd name="connsiteY1" fmla="*/ 300414 h 600827"/>
                  <a:gd name="connsiteX2" fmla="*/ 134507 w 135512"/>
                  <a:gd name="connsiteY2" fmla="*/ 1239 h 600827"/>
                  <a:gd name="connsiteX3" fmla="*/ 57513 w 135512"/>
                  <a:gd name="connsiteY3" fmla="*/ 352801 h 600827"/>
                  <a:gd name="connsiteX4" fmla="*/ 134507 w 135512"/>
                  <a:gd name="connsiteY4" fmla="*/ 599589 h 6008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512" h="600827">
                    <a:moveTo>
                      <a:pt x="134507" y="599589"/>
                    </a:moveTo>
                    <a:cubicBezTo>
                      <a:pt x="76901" y="618639"/>
                      <a:pt x="-21862" y="413257"/>
                      <a:pt x="4332" y="300414"/>
                    </a:cubicBezTo>
                    <a:cubicBezTo>
                      <a:pt x="30526" y="187571"/>
                      <a:pt x="110238" y="-17811"/>
                      <a:pt x="134507" y="1239"/>
                    </a:cubicBezTo>
                    <a:cubicBezTo>
                      <a:pt x="114964" y="57576"/>
                      <a:pt x="58644" y="259699"/>
                      <a:pt x="57513" y="352801"/>
                    </a:cubicBezTo>
                    <a:cubicBezTo>
                      <a:pt x="56382" y="445903"/>
                      <a:pt x="145921" y="593257"/>
                      <a:pt x="134507" y="59958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EB0EB0BE-7DF4-0388-90DC-F40341E32340}"/>
                </a:ext>
              </a:extLst>
            </p:cNvPr>
            <p:cNvGrpSpPr/>
            <p:nvPr/>
          </p:nvGrpSpPr>
          <p:grpSpPr>
            <a:xfrm rot="17925918" flipH="1">
              <a:off x="6478265" y="1178859"/>
              <a:ext cx="60969" cy="767296"/>
              <a:chOff x="3505407" y="2635914"/>
              <a:chExt cx="60969" cy="767296"/>
            </a:xfrm>
            <a:grpFill/>
          </p:grpSpPr>
          <p:sp>
            <p:nvSpPr>
              <p:cNvPr id="97" name="Moon 38">
                <a:extLst>
                  <a:ext uri="{FF2B5EF4-FFF2-40B4-BE49-F238E27FC236}">
                    <a16:creationId xmlns:a16="http://schemas.microsoft.com/office/drawing/2014/main" id="{4A35125D-BAE2-75F7-4D12-EBEB220CA743}"/>
                  </a:ext>
                </a:extLst>
              </p:cNvPr>
              <p:cNvSpPr/>
              <p:nvPr/>
            </p:nvSpPr>
            <p:spPr>
              <a:xfrm rot="20138687">
                <a:off x="3505407" y="2802383"/>
                <a:ext cx="60968" cy="600827"/>
              </a:xfrm>
              <a:custGeom>
                <a:avLst/>
                <a:gdLst>
                  <a:gd name="connsiteX0" fmla="*/ 130175 w 130175"/>
                  <a:gd name="connsiteY0" fmla="*/ 598349 h 598349"/>
                  <a:gd name="connsiteX1" fmla="*/ 0 w 130175"/>
                  <a:gd name="connsiteY1" fmla="*/ 299174 h 598349"/>
                  <a:gd name="connsiteX2" fmla="*/ 130175 w 130175"/>
                  <a:gd name="connsiteY2" fmla="*/ -1 h 598349"/>
                  <a:gd name="connsiteX3" fmla="*/ 65087 w 130175"/>
                  <a:gd name="connsiteY3" fmla="*/ 299174 h 598349"/>
                  <a:gd name="connsiteX4" fmla="*/ 130175 w 130175"/>
                  <a:gd name="connsiteY4" fmla="*/ 598349 h 598349"/>
                  <a:gd name="connsiteX0" fmla="*/ 130175 w 131336"/>
                  <a:gd name="connsiteY0" fmla="*/ 598350 h 598350"/>
                  <a:gd name="connsiteX1" fmla="*/ 0 w 131336"/>
                  <a:gd name="connsiteY1" fmla="*/ 299175 h 598350"/>
                  <a:gd name="connsiteX2" fmla="*/ 130175 w 131336"/>
                  <a:gd name="connsiteY2" fmla="*/ 0 h 598350"/>
                  <a:gd name="connsiteX3" fmla="*/ 65087 w 131336"/>
                  <a:gd name="connsiteY3" fmla="*/ 299175 h 598350"/>
                  <a:gd name="connsiteX4" fmla="*/ 130175 w 131336"/>
                  <a:gd name="connsiteY4" fmla="*/ 598350 h 598350"/>
                  <a:gd name="connsiteX0" fmla="*/ 130175 w 131336"/>
                  <a:gd name="connsiteY0" fmla="*/ 598350 h 599960"/>
                  <a:gd name="connsiteX1" fmla="*/ 0 w 131336"/>
                  <a:gd name="connsiteY1" fmla="*/ 299175 h 599960"/>
                  <a:gd name="connsiteX2" fmla="*/ 130175 w 131336"/>
                  <a:gd name="connsiteY2" fmla="*/ 0 h 599960"/>
                  <a:gd name="connsiteX3" fmla="*/ 65087 w 131336"/>
                  <a:gd name="connsiteY3" fmla="*/ 299175 h 599960"/>
                  <a:gd name="connsiteX4" fmla="*/ 130175 w 131336"/>
                  <a:gd name="connsiteY4" fmla="*/ 598350 h 599960"/>
                  <a:gd name="connsiteX0" fmla="*/ 130175 w 131732"/>
                  <a:gd name="connsiteY0" fmla="*/ 598350 h 599960"/>
                  <a:gd name="connsiteX1" fmla="*/ 0 w 131732"/>
                  <a:gd name="connsiteY1" fmla="*/ 299175 h 599960"/>
                  <a:gd name="connsiteX2" fmla="*/ 130175 w 131732"/>
                  <a:gd name="connsiteY2" fmla="*/ 0 h 599960"/>
                  <a:gd name="connsiteX3" fmla="*/ 86519 w 131732"/>
                  <a:gd name="connsiteY3" fmla="*/ 327750 h 599960"/>
                  <a:gd name="connsiteX4" fmla="*/ 130175 w 131732"/>
                  <a:gd name="connsiteY4" fmla="*/ 598350 h 599960"/>
                  <a:gd name="connsiteX0" fmla="*/ 130175 w 131192"/>
                  <a:gd name="connsiteY0" fmla="*/ 598350 h 599960"/>
                  <a:gd name="connsiteX1" fmla="*/ 0 w 131192"/>
                  <a:gd name="connsiteY1" fmla="*/ 299175 h 599960"/>
                  <a:gd name="connsiteX2" fmla="*/ 130175 w 131192"/>
                  <a:gd name="connsiteY2" fmla="*/ 0 h 599960"/>
                  <a:gd name="connsiteX3" fmla="*/ 53181 w 131192"/>
                  <a:gd name="connsiteY3" fmla="*/ 351562 h 599960"/>
                  <a:gd name="connsiteX4" fmla="*/ 130175 w 131192"/>
                  <a:gd name="connsiteY4" fmla="*/ 598350 h 599960"/>
                  <a:gd name="connsiteX0" fmla="*/ 130175 w 130858"/>
                  <a:gd name="connsiteY0" fmla="*/ 598350 h 599960"/>
                  <a:gd name="connsiteX1" fmla="*/ 0 w 130858"/>
                  <a:gd name="connsiteY1" fmla="*/ 299175 h 599960"/>
                  <a:gd name="connsiteX2" fmla="*/ 130175 w 130858"/>
                  <a:gd name="connsiteY2" fmla="*/ 0 h 599960"/>
                  <a:gd name="connsiteX3" fmla="*/ 53181 w 130858"/>
                  <a:gd name="connsiteY3" fmla="*/ 351562 h 599960"/>
                  <a:gd name="connsiteX4" fmla="*/ 130175 w 130858"/>
                  <a:gd name="connsiteY4" fmla="*/ 598350 h 599960"/>
                  <a:gd name="connsiteX0" fmla="*/ 130175 w 130858"/>
                  <a:gd name="connsiteY0" fmla="*/ 598350 h 599960"/>
                  <a:gd name="connsiteX1" fmla="*/ 0 w 130858"/>
                  <a:gd name="connsiteY1" fmla="*/ 299175 h 599960"/>
                  <a:gd name="connsiteX2" fmla="*/ 130175 w 130858"/>
                  <a:gd name="connsiteY2" fmla="*/ 0 h 599960"/>
                  <a:gd name="connsiteX3" fmla="*/ 53181 w 130858"/>
                  <a:gd name="connsiteY3" fmla="*/ 351562 h 599960"/>
                  <a:gd name="connsiteX4" fmla="*/ 130175 w 130858"/>
                  <a:gd name="connsiteY4" fmla="*/ 598350 h 599960"/>
                  <a:gd name="connsiteX0" fmla="*/ 130175 w 130858"/>
                  <a:gd name="connsiteY0" fmla="*/ 599960 h 601570"/>
                  <a:gd name="connsiteX1" fmla="*/ 0 w 130858"/>
                  <a:gd name="connsiteY1" fmla="*/ 300785 h 601570"/>
                  <a:gd name="connsiteX2" fmla="*/ 130175 w 130858"/>
                  <a:gd name="connsiteY2" fmla="*/ 1610 h 601570"/>
                  <a:gd name="connsiteX3" fmla="*/ 53181 w 130858"/>
                  <a:gd name="connsiteY3" fmla="*/ 353172 h 601570"/>
                  <a:gd name="connsiteX4" fmla="*/ 130175 w 130858"/>
                  <a:gd name="connsiteY4" fmla="*/ 599960 h 601570"/>
                  <a:gd name="connsiteX0" fmla="*/ 134507 w 135190"/>
                  <a:gd name="connsiteY0" fmla="*/ 599589 h 600827"/>
                  <a:gd name="connsiteX1" fmla="*/ 4332 w 135190"/>
                  <a:gd name="connsiteY1" fmla="*/ 300414 h 600827"/>
                  <a:gd name="connsiteX2" fmla="*/ 134507 w 135190"/>
                  <a:gd name="connsiteY2" fmla="*/ 1239 h 600827"/>
                  <a:gd name="connsiteX3" fmla="*/ 57513 w 135190"/>
                  <a:gd name="connsiteY3" fmla="*/ 352801 h 600827"/>
                  <a:gd name="connsiteX4" fmla="*/ 134507 w 135190"/>
                  <a:gd name="connsiteY4" fmla="*/ 599589 h 600827"/>
                  <a:gd name="connsiteX0" fmla="*/ 134507 w 135512"/>
                  <a:gd name="connsiteY0" fmla="*/ 599589 h 600827"/>
                  <a:gd name="connsiteX1" fmla="*/ 4332 w 135512"/>
                  <a:gd name="connsiteY1" fmla="*/ 300414 h 600827"/>
                  <a:gd name="connsiteX2" fmla="*/ 134507 w 135512"/>
                  <a:gd name="connsiteY2" fmla="*/ 1239 h 600827"/>
                  <a:gd name="connsiteX3" fmla="*/ 57513 w 135512"/>
                  <a:gd name="connsiteY3" fmla="*/ 352801 h 600827"/>
                  <a:gd name="connsiteX4" fmla="*/ 134507 w 135512"/>
                  <a:gd name="connsiteY4" fmla="*/ 599589 h 6008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512" h="600827">
                    <a:moveTo>
                      <a:pt x="134507" y="599589"/>
                    </a:moveTo>
                    <a:cubicBezTo>
                      <a:pt x="76901" y="618639"/>
                      <a:pt x="-21862" y="413257"/>
                      <a:pt x="4332" y="300414"/>
                    </a:cubicBezTo>
                    <a:cubicBezTo>
                      <a:pt x="30526" y="187571"/>
                      <a:pt x="110238" y="-17811"/>
                      <a:pt x="134507" y="1239"/>
                    </a:cubicBezTo>
                    <a:cubicBezTo>
                      <a:pt x="114964" y="57576"/>
                      <a:pt x="58644" y="259699"/>
                      <a:pt x="57513" y="352801"/>
                    </a:cubicBezTo>
                    <a:cubicBezTo>
                      <a:pt x="56382" y="445903"/>
                      <a:pt x="145921" y="593257"/>
                      <a:pt x="134507" y="59958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Moon 38">
                <a:extLst>
                  <a:ext uri="{FF2B5EF4-FFF2-40B4-BE49-F238E27FC236}">
                    <a16:creationId xmlns:a16="http://schemas.microsoft.com/office/drawing/2014/main" id="{7DD48EE9-17E3-E978-DBD3-A1625DDD5485}"/>
                  </a:ext>
                </a:extLst>
              </p:cNvPr>
              <p:cNvSpPr/>
              <p:nvPr/>
            </p:nvSpPr>
            <p:spPr>
              <a:xfrm rot="20444265">
                <a:off x="3505408" y="2635914"/>
                <a:ext cx="60968" cy="600827"/>
              </a:xfrm>
              <a:custGeom>
                <a:avLst/>
                <a:gdLst>
                  <a:gd name="connsiteX0" fmla="*/ 130175 w 130175"/>
                  <a:gd name="connsiteY0" fmla="*/ 598349 h 598349"/>
                  <a:gd name="connsiteX1" fmla="*/ 0 w 130175"/>
                  <a:gd name="connsiteY1" fmla="*/ 299174 h 598349"/>
                  <a:gd name="connsiteX2" fmla="*/ 130175 w 130175"/>
                  <a:gd name="connsiteY2" fmla="*/ -1 h 598349"/>
                  <a:gd name="connsiteX3" fmla="*/ 65087 w 130175"/>
                  <a:gd name="connsiteY3" fmla="*/ 299174 h 598349"/>
                  <a:gd name="connsiteX4" fmla="*/ 130175 w 130175"/>
                  <a:gd name="connsiteY4" fmla="*/ 598349 h 598349"/>
                  <a:gd name="connsiteX0" fmla="*/ 130175 w 131336"/>
                  <a:gd name="connsiteY0" fmla="*/ 598350 h 598350"/>
                  <a:gd name="connsiteX1" fmla="*/ 0 w 131336"/>
                  <a:gd name="connsiteY1" fmla="*/ 299175 h 598350"/>
                  <a:gd name="connsiteX2" fmla="*/ 130175 w 131336"/>
                  <a:gd name="connsiteY2" fmla="*/ 0 h 598350"/>
                  <a:gd name="connsiteX3" fmla="*/ 65087 w 131336"/>
                  <a:gd name="connsiteY3" fmla="*/ 299175 h 598350"/>
                  <a:gd name="connsiteX4" fmla="*/ 130175 w 131336"/>
                  <a:gd name="connsiteY4" fmla="*/ 598350 h 598350"/>
                  <a:gd name="connsiteX0" fmla="*/ 130175 w 131336"/>
                  <a:gd name="connsiteY0" fmla="*/ 598350 h 599960"/>
                  <a:gd name="connsiteX1" fmla="*/ 0 w 131336"/>
                  <a:gd name="connsiteY1" fmla="*/ 299175 h 599960"/>
                  <a:gd name="connsiteX2" fmla="*/ 130175 w 131336"/>
                  <a:gd name="connsiteY2" fmla="*/ 0 h 599960"/>
                  <a:gd name="connsiteX3" fmla="*/ 65087 w 131336"/>
                  <a:gd name="connsiteY3" fmla="*/ 299175 h 599960"/>
                  <a:gd name="connsiteX4" fmla="*/ 130175 w 131336"/>
                  <a:gd name="connsiteY4" fmla="*/ 598350 h 599960"/>
                  <a:gd name="connsiteX0" fmla="*/ 130175 w 131732"/>
                  <a:gd name="connsiteY0" fmla="*/ 598350 h 599960"/>
                  <a:gd name="connsiteX1" fmla="*/ 0 w 131732"/>
                  <a:gd name="connsiteY1" fmla="*/ 299175 h 599960"/>
                  <a:gd name="connsiteX2" fmla="*/ 130175 w 131732"/>
                  <a:gd name="connsiteY2" fmla="*/ 0 h 599960"/>
                  <a:gd name="connsiteX3" fmla="*/ 86519 w 131732"/>
                  <a:gd name="connsiteY3" fmla="*/ 327750 h 599960"/>
                  <a:gd name="connsiteX4" fmla="*/ 130175 w 131732"/>
                  <a:gd name="connsiteY4" fmla="*/ 598350 h 599960"/>
                  <a:gd name="connsiteX0" fmla="*/ 130175 w 131192"/>
                  <a:gd name="connsiteY0" fmla="*/ 598350 h 599960"/>
                  <a:gd name="connsiteX1" fmla="*/ 0 w 131192"/>
                  <a:gd name="connsiteY1" fmla="*/ 299175 h 599960"/>
                  <a:gd name="connsiteX2" fmla="*/ 130175 w 131192"/>
                  <a:gd name="connsiteY2" fmla="*/ 0 h 599960"/>
                  <a:gd name="connsiteX3" fmla="*/ 53181 w 131192"/>
                  <a:gd name="connsiteY3" fmla="*/ 351562 h 599960"/>
                  <a:gd name="connsiteX4" fmla="*/ 130175 w 131192"/>
                  <a:gd name="connsiteY4" fmla="*/ 598350 h 599960"/>
                  <a:gd name="connsiteX0" fmla="*/ 130175 w 130858"/>
                  <a:gd name="connsiteY0" fmla="*/ 598350 h 599960"/>
                  <a:gd name="connsiteX1" fmla="*/ 0 w 130858"/>
                  <a:gd name="connsiteY1" fmla="*/ 299175 h 599960"/>
                  <a:gd name="connsiteX2" fmla="*/ 130175 w 130858"/>
                  <a:gd name="connsiteY2" fmla="*/ 0 h 599960"/>
                  <a:gd name="connsiteX3" fmla="*/ 53181 w 130858"/>
                  <a:gd name="connsiteY3" fmla="*/ 351562 h 599960"/>
                  <a:gd name="connsiteX4" fmla="*/ 130175 w 130858"/>
                  <a:gd name="connsiteY4" fmla="*/ 598350 h 599960"/>
                  <a:gd name="connsiteX0" fmla="*/ 130175 w 130858"/>
                  <a:gd name="connsiteY0" fmla="*/ 598350 h 599960"/>
                  <a:gd name="connsiteX1" fmla="*/ 0 w 130858"/>
                  <a:gd name="connsiteY1" fmla="*/ 299175 h 599960"/>
                  <a:gd name="connsiteX2" fmla="*/ 130175 w 130858"/>
                  <a:gd name="connsiteY2" fmla="*/ 0 h 599960"/>
                  <a:gd name="connsiteX3" fmla="*/ 53181 w 130858"/>
                  <a:gd name="connsiteY3" fmla="*/ 351562 h 599960"/>
                  <a:gd name="connsiteX4" fmla="*/ 130175 w 130858"/>
                  <a:gd name="connsiteY4" fmla="*/ 598350 h 599960"/>
                  <a:gd name="connsiteX0" fmla="*/ 130175 w 130858"/>
                  <a:gd name="connsiteY0" fmla="*/ 599960 h 601570"/>
                  <a:gd name="connsiteX1" fmla="*/ 0 w 130858"/>
                  <a:gd name="connsiteY1" fmla="*/ 300785 h 601570"/>
                  <a:gd name="connsiteX2" fmla="*/ 130175 w 130858"/>
                  <a:gd name="connsiteY2" fmla="*/ 1610 h 601570"/>
                  <a:gd name="connsiteX3" fmla="*/ 53181 w 130858"/>
                  <a:gd name="connsiteY3" fmla="*/ 353172 h 601570"/>
                  <a:gd name="connsiteX4" fmla="*/ 130175 w 130858"/>
                  <a:gd name="connsiteY4" fmla="*/ 599960 h 601570"/>
                  <a:gd name="connsiteX0" fmla="*/ 134507 w 135190"/>
                  <a:gd name="connsiteY0" fmla="*/ 599589 h 600827"/>
                  <a:gd name="connsiteX1" fmla="*/ 4332 w 135190"/>
                  <a:gd name="connsiteY1" fmla="*/ 300414 h 600827"/>
                  <a:gd name="connsiteX2" fmla="*/ 134507 w 135190"/>
                  <a:gd name="connsiteY2" fmla="*/ 1239 h 600827"/>
                  <a:gd name="connsiteX3" fmla="*/ 57513 w 135190"/>
                  <a:gd name="connsiteY3" fmla="*/ 352801 h 600827"/>
                  <a:gd name="connsiteX4" fmla="*/ 134507 w 135190"/>
                  <a:gd name="connsiteY4" fmla="*/ 599589 h 600827"/>
                  <a:gd name="connsiteX0" fmla="*/ 134507 w 135512"/>
                  <a:gd name="connsiteY0" fmla="*/ 599589 h 600827"/>
                  <a:gd name="connsiteX1" fmla="*/ 4332 w 135512"/>
                  <a:gd name="connsiteY1" fmla="*/ 300414 h 600827"/>
                  <a:gd name="connsiteX2" fmla="*/ 134507 w 135512"/>
                  <a:gd name="connsiteY2" fmla="*/ 1239 h 600827"/>
                  <a:gd name="connsiteX3" fmla="*/ 57513 w 135512"/>
                  <a:gd name="connsiteY3" fmla="*/ 352801 h 600827"/>
                  <a:gd name="connsiteX4" fmla="*/ 134507 w 135512"/>
                  <a:gd name="connsiteY4" fmla="*/ 599589 h 6008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512" h="600827">
                    <a:moveTo>
                      <a:pt x="134507" y="599589"/>
                    </a:moveTo>
                    <a:cubicBezTo>
                      <a:pt x="76901" y="618639"/>
                      <a:pt x="-21862" y="413257"/>
                      <a:pt x="4332" y="300414"/>
                    </a:cubicBezTo>
                    <a:cubicBezTo>
                      <a:pt x="30526" y="187571"/>
                      <a:pt x="110238" y="-17811"/>
                      <a:pt x="134507" y="1239"/>
                    </a:cubicBezTo>
                    <a:cubicBezTo>
                      <a:pt x="114964" y="57576"/>
                      <a:pt x="58644" y="259699"/>
                      <a:pt x="57513" y="352801"/>
                    </a:cubicBezTo>
                    <a:cubicBezTo>
                      <a:pt x="56382" y="445903"/>
                      <a:pt x="145921" y="593257"/>
                      <a:pt x="134507" y="59958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9003499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2667</TotalTime>
  <Words>2</Words>
  <Application>Microsoft Office PowerPoint</Application>
  <PresentationFormat>Custom</PresentationFormat>
  <Paragraphs>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265</cp:revision>
  <dcterms:created xsi:type="dcterms:W3CDTF">2025-02-22T17:47:33Z</dcterms:created>
  <dcterms:modified xsi:type="dcterms:W3CDTF">2025-10-18T07:26:34Z</dcterms:modified>
</cp:coreProperties>
</file>