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63" r:id="rId3"/>
    <p:sldId id="264" r:id="rId4"/>
    <p:sldId id="257" r:id="rId5"/>
    <p:sldId id="261" r:id="rId6"/>
    <p:sldId id="256" r:id="rId7"/>
    <p:sldId id="266" r:id="rId8"/>
    <p:sldId id="267" r:id="rId9"/>
    <p:sldId id="258" r:id="rId10"/>
    <p:sldId id="268" r:id="rId11"/>
    <p:sldId id="269" r:id="rId12"/>
    <p:sldId id="271" r:id="rId13"/>
    <p:sldId id="272" r:id="rId14"/>
    <p:sldId id="273" r:id="rId15"/>
    <p:sldId id="274" r:id="rId16"/>
    <p:sldId id="275" r:id="rId17"/>
    <p:sldId id="276" r:id="rId18"/>
    <p:sldId id="282" r:id="rId19"/>
    <p:sldId id="278" r:id="rId20"/>
    <p:sldId id="277" r:id="rId21"/>
    <p:sldId id="279" r:id="rId22"/>
    <p:sldId id="259" r:id="rId23"/>
    <p:sldId id="260" r:id="rId24"/>
    <p:sldId id="265" r:id="rId25"/>
    <p:sldId id="280" r:id="rId26"/>
    <p:sldId id="281" r:id="rId27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2B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125" d="100"/>
          <a:sy n="125" d="100"/>
        </p:scale>
        <p:origin x="-804" y="-17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E80C-4A1C-4AB6-BE5F-61EAA7ADFC58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D6C4-AF84-46EF-8D24-200324367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844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E80C-4A1C-4AB6-BE5F-61EAA7ADFC58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D6C4-AF84-46EF-8D24-200324367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651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E80C-4A1C-4AB6-BE5F-61EAA7ADFC58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D6C4-AF84-46EF-8D24-200324367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932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E80C-4A1C-4AB6-BE5F-61EAA7ADFC58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D6C4-AF84-46EF-8D24-200324367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287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E80C-4A1C-4AB6-BE5F-61EAA7ADFC58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D6C4-AF84-46EF-8D24-200324367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87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E80C-4A1C-4AB6-BE5F-61EAA7ADFC58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D6C4-AF84-46EF-8D24-200324367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688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E80C-4A1C-4AB6-BE5F-61EAA7ADFC58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D6C4-AF84-46EF-8D24-200324367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903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E80C-4A1C-4AB6-BE5F-61EAA7ADFC58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D6C4-AF84-46EF-8D24-200324367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727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E80C-4A1C-4AB6-BE5F-61EAA7ADFC58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D6C4-AF84-46EF-8D24-200324367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544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E80C-4A1C-4AB6-BE5F-61EAA7ADFC58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D6C4-AF84-46EF-8D24-200324367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770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E80C-4A1C-4AB6-BE5F-61EAA7ADFC58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D6C4-AF84-46EF-8D24-200324367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046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86E80C-4A1C-4AB6-BE5F-61EAA7ADFC58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32D6C4-AF84-46EF-8D24-200324367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550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6321370-6CF1-45C4-9783-A9CF09B0564B}"/>
              </a:ext>
            </a:extLst>
          </p:cNvPr>
          <p:cNvGrpSpPr/>
          <p:nvPr/>
        </p:nvGrpSpPr>
        <p:grpSpPr>
          <a:xfrm>
            <a:off x="2478897" y="1079818"/>
            <a:ext cx="5100606" cy="5612764"/>
            <a:chOff x="-3816165" y="-994462"/>
            <a:chExt cx="2427759" cy="2671533"/>
          </a:xfrm>
        </p:grpSpPr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60B2966C-86C4-428E-A087-ED1C12536D47}"/>
                </a:ext>
              </a:extLst>
            </p:cNvPr>
            <p:cNvSpPr/>
            <p:nvPr/>
          </p:nvSpPr>
          <p:spPr>
            <a:xfrm>
              <a:off x="-3756659" y="-493464"/>
              <a:ext cx="2307560" cy="1674780"/>
            </a:xfrm>
            <a:custGeom>
              <a:avLst/>
              <a:gdLst>
                <a:gd name="connsiteX0" fmla="*/ 0 w 1855305"/>
                <a:gd name="connsiteY0" fmla="*/ 0 h 1603513"/>
                <a:gd name="connsiteX1" fmla="*/ 1855305 w 1855305"/>
                <a:gd name="connsiteY1" fmla="*/ 0 h 1603513"/>
                <a:gd name="connsiteX2" fmla="*/ 1855305 w 1855305"/>
                <a:gd name="connsiteY2" fmla="*/ 1603513 h 1603513"/>
                <a:gd name="connsiteX3" fmla="*/ 0 w 1855305"/>
                <a:gd name="connsiteY3" fmla="*/ 1603513 h 1603513"/>
                <a:gd name="connsiteX4" fmla="*/ 0 w 1855305"/>
                <a:gd name="connsiteY4" fmla="*/ 0 h 1603513"/>
                <a:gd name="connsiteX0" fmla="*/ 0 w 1855305"/>
                <a:gd name="connsiteY0" fmla="*/ 490330 h 2093843"/>
                <a:gd name="connsiteX1" fmla="*/ 781879 w 1855305"/>
                <a:gd name="connsiteY1" fmla="*/ 0 h 2093843"/>
                <a:gd name="connsiteX2" fmla="*/ 1855305 w 1855305"/>
                <a:gd name="connsiteY2" fmla="*/ 490330 h 2093843"/>
                <a:gd name="connsiteX3" fmla="*/ 1855305 w 1855305"/>
                <a:gd name="connsiteY3" fmla="*/ 2093843 h 2093843"/>
                <a:gd name="connsiteX4" fmla="*/ 0 w 1855305"/>
                <a:gd name="connsiteY4" fmla="*/ 2093843 h 2093843"/>
                <a:gd name="connsiteX5" fmla="*/ 0 w 1855305"/>
                <a:gd name="connsiteY5" fmla="*/ 490330 h 2093843"/>
                <a:gd name="connsiteX0" fmla="*/ 0 w 2319131"/>
                <a:gd name="connsiteY0" fmla="*/ 1351721 h 2093843"/>
                <a:gd name="connsiteX1" fmla="*/ 1245705 w 2319131"/>
                <a:gd name="connsiteY1" fmla="*/ 0 h 2093843"/>
                <a:gd name="connsiteX2" fmla="*/ 2319131 w 2319131"/>
                <a:gd name="connsiteY2" fmla="*/ 490330 h 2093843"/>
                <a:gd name="connsiteX3" fmla="*/ 2319131 w 2319131"/>
                <a:gd name="connsiteY3" fmla="*/ 2093843 h 2093843"/>
                <a:gd name="connsiteX4" fmla="*/ 463826 w 2319131"/>
                <a:gd name="connsiteY4" fmla="*/ 2093843 h 2093843"/>
                <a:gd name="connsiteX5" fmla="*/ 0 w 2319131"/>
                <a:gd name="connsiteY5" fmla="*/ 1351721 h 2093843"/>
                <a:gd name="connsiteX0" fmla="*/ 0 w 2411896"/>
                <a:gd name="connsiteY0" fmla="*/ 1351721 h 2093843"/>
                <a:gd name="connsiteX1" fmla="*/ 1245705 w 2411896"/>
                <a:gd name="connsiteY1" fmla="*/ 0 h 2093843"/>
                <a:gd name="connsiteX2" fmla="*/ 2411896 w 2411896"/>
                <a:gd name="connsiteY2" fmla="*/ 1364974 h 2093843"/>
                <a:gd name="connsiteX3" fmla="*/ 2319131 w 2411896"/>
                <a:gd name="connsiteY3" fmla="*/ 2093843 h 2093843"/>
                <a:gd name="connsiteX4" fmla="*/ 463826 w 2411896"/>
                <a:gd name="connsiteY4" fmla="*/ 2093843 h 2093843"/>
                <a:gd name="connsiteX5" fmla="*/ 0 w 2411896"/>
                <a:gd name="connsiteY5" fmla="*/ 1351721 h 2093843"/>
                <a:gd name="connsiteX0" fmla="*/ 0 w 2411896"/>
                <a:gd name="connsiteY0" fmla="*/ 1351721 h 2093843"/>
                <a:gd name="connsiteX1" fmla="*/ 1245705 w 2411896"/>
                <a:gd name="connsiteY1" fmla="*/ 0 h 2093843"/>
                <a:gd name="connsiteX2" fmla="*/ 2411896 w 2411896"/>
                <a:gd name="connsiteY2" fmla="*/ 1364974 h 2093843"/>
                <a:gd name="connsiteX3" fmla="*/ 463826 w 2411896"/>
                <a:gd name="connsiteY3" fmla="*/ 2093843 h 2093843"/>
                <a:gd name="connsiteX4" fmla="*/ 0 w 2411896"/>
                <a:gd name="connsiteY4" fmla="*/ 1351721 h 2093843"/>
                <a:gd name="connsiteX0" fmla="*/ 0 w 2411896"/>
                <a:gd name="connsiteY0" fmla="*/ 1351721 h 1364974"/>
                <a:gd name="connsiteX1" fmla="*/ 1245705 w 2411896"/>
                <a:gd name="connsiteY1" fmla="*/ 0 h 1364974"/>
                <a:gd name="connsiteX2" fmla="*/ 2411896 w 2411896"/>
                <a:gd name="connsiteY2" fmla="*/ 1364974 h 1364974"/>
                <a:gd name="connsiteX3" fmla="*/ 0 w 2411896"/>
                <a:gd name="connsiteY3" fmla="*/ 1351721 h 1364974"/>
                <a:gd name="connsiteX0" fmla="*/ 0 w 2411896"/>
                <a:gd name="connsiteY0" fmla="*/ 1428551 h 1441804"/>
                <a:gd name="connsiteX1" fmla="*/ 1245705 w 2411896"/>
                <a:gd name="connsiteY1" fmla="*/ 76830 h 1441804"/>
                <a:gd name="connsiteX2" fmla="*/ 2411896 w 2411896"/>
                <a:gd name="connsiteY2" fmla="*/ 1441804 h 1441804"/>
                <a:gd name="connsiteX3" fmla="*/ 0 w 2411896"/>
                <a:gd name="connsiteY3" fmla="*/ 1428551 h 1441804"/>
                <a:gd name="connsiteX0" fmla="*/ 0 w 2451220"/>
                <a:gd name="connsiteY0" fmla="*/ 1419599 h 1432852"/>
                <a:gd name="connsiteX1" fmla="*/ 1245705 w 2451220"/>
                <a:gd name="connsiteY1" fmla="*/ 67878 h 1432852"/>
                <a:gd name="connsiteX2" fmla="*/ 2411896 w 2451220"/>
                <a:gd name="connsiteY2" fmla="*/ 1432852 h 1432852"/>
                <a:gd name="connsiteX3" fmla="*/ 0 w 2451220"/>
                <a:gd name="connsiteY3" fmla="*/ 1419599 h 1432852"/>
                <a:gd name="connsiteX0" fmla="*/ 0 w 2451220"/>
                <a:gd name="connsiteY0" fmla="*/ 1420570 h 1433823"/>
                <a:gd name="connsiteX1" fmla="*/ 1245705 w 2451220"/>
                <a:gd name="connsiteY1" fmla="*/ 68849 h 1433823"/>
                <a:gd name="connsiteX2" fmla="*/ 2411896 w 2451220"/>
                <a:gd name="connsiteY2" fmla="*/ 1433823 h 1433823"/>
                <a:gd name="connsiteX3" fmla="*/ 0 w 2451220"/>
                <a:gd name="connsiteY3" fmla="*/ 1420570 h 1433823"/>
                <a:gd name="connsiteX0" fmla="*/ 0 w 2451220"/>
                <a:gd name="connsiteY0" fmla="*/ 1420570 h 1955087"/>
                <a:gd name="connsiteX1" fmla="*/ 1245705 w 2451220"/>
                <a:gd name="connsiteY1" fmla="*/ 68849 h 1955087"/>
                <a:gd name="connsiteX2" fmla="*/ 2411896 w 2451220"/>
                <a:gd name="connsiteY2" fmla="*/ 1433823 h 1955087"/>
                <a:gd name="connsiteX3" fmla="*/ 0 w 2451220"/>
                <a:gd name="connsiteY3" fmla="*/ 1420570 h 1955087"/>
                <a:gd name="connsiteX0" fmla="*/ 5588 w 2456808"/>
                <a:gd name="connsiteY0" fmla="*/ 1426478 h 1960995"/>
                <a:gd name="connsiteX1" fmla="*/ 1251293 w 2456808"/>
                <a:gd name="connsiteY1" fmla="*/ 74757 h 1960995"/>
                <a:gd name="connsiteX2" fmla="*/ 2417484 w 2456808"/>
                <a:gd name="connsiteY2" fmla="*/ 1439731 h 1960995"/>
                <a:gd name="connsiteX3" fmla="*/ 5588 w 2456808"/>
                <a:gd name="connsiteY3" fmla="*/ 1426478 h 1960995"/>
                <a:gd name="connsiteX0" fmla="*/ 4698 w 2455918"/>
                <a:gd name="connsiteY0" fmla="*/ 1419599 h 1954116"/>
                <a:gd name="connsiteX1" fmla="*/ 1250403 w 2455918"/>
                <a:gd name="connsiteY1" fmla="*/ 67878 h 1954116"/>
                <a:gd name="connsiteX2" fmla="*/ 2416594 w 2455918"/>
                <a:gd name="connsiteY2" fmla="*/ 1432852 h 1954116"/>
                <a:gd name="connsiteX3" fmla="*/ 4698 w 2455918"/>
                <a:gd name="connsiteY3" fmla="*/ 1419599 h 1954116"/>
                <a:gd name="connsiteX0" fmla="*/ 4698 w 2454066"/>
                <a:gd name="connsiteY0" fmla="*/ 1419599 h 1954116"/>
                <a:gd name="connsiteX1" fmla="*/ 1250403 w 2454066"/>
                <a:gd name="connsiteY1" fmla="*/ 67878 h 1954116"/>
                <a:gd name="connsiteX2" fmla="*/ 2416594 w 2454066"/>
                <a:gd name="connsiteY2" fmla="*/ 1432852 h 1954116"/>
                <a:gd name="connsiteX3" fmla="*/ 4698 w 2454066"/>
                <a:gd name="connsiteY3" fmla="*/ 1419599 h 1954116"/>
                <a:gd name="connsiteX0" fmla="*/ 4698 w 2454066"/>
                <a:gd name="connsiteY0" fmla="*/ 1419599 h 2307502"/>
                <a:gd name="connsiteX1" fmla="*/ 1250403 w 2454066"/>
                <a:gd name="connsiteY1" fmla="*/ 67878 h 2307502"/>
                <a:gd name="connsiteX2" fmla="*/ 2416594 w 2454066"/>
                <a:gd name="connsiteY2" fmla="*/ 1432852 h 2307502"/>
                <a:gd name="connsiteX3" fmla="*/ 4698 w 2454066"/>
                <a:gd name="connsiteY3" fmla="*/ 1419599 h 2307502"/>
                <a:gd name="connsiteX0" fmla="*/ 4698 w 2454066"/>
                <a:gd name="connsiteY0" fmla="*/ 1419599 h 2675715"/>
                <a:gd name="connsiteX1" fmla="*/ 1250403 w 2454066"/>
                <a:gd name="connsiteY1" fmla="*/ 67878 h 2675715"/>
                <a:gd name="connsiteX2" fmla="*/ 2416594 w 2454066"/>
                <a:gd name="connsiteY2" fmla="*/ 1432852 h 2675715"/>
                <a:gd name="connsiteX3" fmla="*/ 4698 w 2454066"/>
                <a:gd name="connsiteY3" fmla="*/ 1419599 h 2675715"/>
                <a:gd name="connsiteX0" fmla="*/ 4698 w 2479366"/>
                <a:gd name="connsiteY0" fmla="*/ 1419599 h 2675715"/>
                <a:gd name="connsiteX1" fmla="*/ 1250403 w 2479366"/>
                <a:gd name="connsiteY1" fmla="*/ 67878 h 2675715"/>
                <a:gd name="connsiteX2" fmla="*/ 2443098 w 2479366"/>
                <a:gd name="connsiteY2" fmla="*/ 1432852 h 2675715"/>
                <a:gd name="connsiteX3" fmla="*/ 4698 w 2479366"/>
                <a:gd name="connsiteY3" fmla="*/ 1419599 h 2675715"/>
                <a:gd name="connsiteX0" fmla="*/ 4698 w 2455736"/>
                <a:gd name="connsiteY0" fmla="*/ 1420070 h 2676186"/>
                <a:gd name="connsiteX1" fmla="*/ 1250403 w 2455736"/>
                <a:gd name="connsiteY1" fmla="*/ 68349 h 2676186"/>
                <a:gd name="connsiteX2" fmla="*/ 2443098 w 2455736"/>
                <a:gd name="connsiteY2" fmla="*/ 1433323 h 2676186"/>
                <a:gd name="connsiteX3" fmla="*/ 4698 w 2455736"/>
                <a:gd name="connsiteY3" fmla="*/ 1420070 h 2676186"/>
                <a:gd name="connsiteX0" fmla="*/ 4698 w 2455736"/>
                <a:gd name="connsiteY0" fmla="*/ 1420070 h 2676186"/>
                <a:gd name="connsiteX1" fmla="*/ 1250403 w 2455736"/>
                <a:gd name="connsiteY1" fmla="*/ 68349 h 2676186"/>
                <a:gd name="connsiteX2" fmla="*/ 2443098 w 2455736"/>
                <a:gd name="connsiteY2" fmla="*/ 1433323 h 2676186"/>
                <a:gd name="connsiteX3" fmla="*/ 4698 w 2455736"/>
                <a:gd name="connsiteY3" fmla="*/ 1420070 h 2676186"/>
                <a:gd name="connsiteX0" fmla="*/ 4698 w 2416817"/>
                <a:gd name="connsiteY0" fmla="*/ 1419093 h 2686616"/>
                <a:gd name="connsiteX1" fmla="*/ 1250403 w 2416817"/>
                <a:gd name="connsiteY1" fmla="*/ 67372 h 2686616"/>
                <a:gd name="connsiteX2" fmla="*/ 2403341 w 2416817"/>
                <a:gd name="connsiteY2" fmla="*/ 1458850 h 2686616"/>
                <a:gd name="connsiteX3" fmla="*/ 4698 w 2416817"/>
                <a:gd name="connsiteY3" fmla="*/ 1419093 h 2686616"/>
                <a:gd name="connsiteX0" fmla="*/ 4698 w 2443344"/>
                <a:gd name="connsiteY0" fmla="*/ 1423311 h 2690834"/>
                <a:gd name="connsiteX1" fmla="*/ 1250403 w 2443344"/>
                <a:gd name="connsiteY1" fmla="*/ 71590 h 2690834"/>
                <a:gd name="connsiteX2" fmla="*/ 2403341 w 2443344"/>
                <a:gd name="connsiteY2" fmla="*/ 1463068 h 2690834"/>
                <a:gd name="connsiteX3" fmla="*/ 4698 w 2443344"/>
                <a:gd name="connsiteY3" fmla="*/ 1423311 h 2690834"/>
                <a:gd name="connsiteX0" fmla="*/ 4698 w 2420331"/>
                <a:gd name="connsiteY0" fmla="*/ 1426408 h 2693931"/>
                <a:gd name="connsiteX1" fmla="*/ 1250403 w 2420331"/>
                <a:gd name="connsiteY1" fmla="*/ 74687 h 2693931"/>
                <a:gd name="connsiteX2" fmla="*/ 2403341 w 2420331"/>
                <a:gd name="connsiteY2" fmla="*/ 1466165 h 2693931"/>
                <a:gd name="connsiteX3" fmla="*/ 4698 w 2420331"/>
                <a:gd name="connsiteY3" fmla="*/ 1426408 h 2693931"/>
                <a:gd name="connsiteX0" fmla="*/ 4698 w 2407024"/>
                <a:gd name="connsiteY0" fmla="*/ 1415320 h 2682843"/>
                <a:gd name="connsiteX1" fmla="*/ 1250403 w 2407024"/>
                <a:gd name="connsiteY1" fmla="*/ 63599 h 2682843"/>
                <a:gd name="connsiteX2" fmla="*/ 2403341 w 2407024"/>
                <a:gd name="connsiteY2" fmla="*/ 1455077 h 2682843"/>
                <a:gd name="connsiteX3" fmla="*/ 4698 w 2407024"/>
                <a:gd name="connsiteY3" fmla="*/ 1415320 h 2682843"/>
                <a:gd name="connsiteX0" fmla="*/ 4698 w 2409946"/>
                <a:gd name="connsiteY0" fmla="*/ 1413364 h 2680887"/>
                <a:gd name="connsiteX1" fmla="*/ 1250403 w 2409946"/>
                <a:gd name="connsiteY1" fmla="*/ 61643 h 2680887"/>
                <a:gd name="connsiteX2" fmla="*/ 2403341 w 2409946"/>
                <a:gd name="connsiteY2" fmla="*/ 1453121 h 2680887"/>
                <a:gd name="connsiteX3" fmla="*/ 4698 w 2409946"/>
                <a:gd name="connsiteY3" fmla="*/ 1413364 h 2680887"/>
                <a:gd name="connsiteX0" fmla="*/ 4698 w 2409946"/>
                <a:gd name="connsiteY0" fmla="*/ 1408877 h 2676400"/>
                <a:gd name="connsiteX1" fmla="*/ 1250403 w 2409946"/>
                <a:gd name="connsiteY1" fmla="*/ 57156 h 2676400"/>
                <a:gd name="connsiteX2" fmla="*/ 2403341 w 2409946"/>
                <a:gd name="connsiteY2" fmla="*/ 1448634 h 2676400"/>
                <a:gd name="connsiteX3" fmla="*/ 4698 w 2409946"/>
                <a:gd name="connsiteY3" fmla="*/ 1408877 h 2676400"/>
                <a:gd name="connsiteX0" fmla="*/ 4698 w 2421879"/>
                <a:gd name="connsiteY0" fmla="*/ 1408877 h 2676400"/>
                <a:gd name="connsiteX1" fmla="*/ 1250403 w 2421879"/>
                <a:gd name="connsiteY1" fmla="*/ 57156 h 2676400"/>
                <a:gd name="connsiteX2" fmla="*/ 2403341 w 2421879"/>
                <a:gd name="connsiteY2" fmla="*/ 1448634 h 2676400"/>
                <a:gd name="connsiteX3" fmla="*/ 4698 w 2421879"/>
                <a:gd name="connsiteY3" fmla="*/ 1408877 h 2676400"/>
                <a:gd name="connsiteX0" fmla="*/ 4698 w 2451065"/>
                <a:gd name="connsiteY0" fmla="*/ 1408877 h 2679707"/>
                <a:gd name="connsiteX1" fmla="*/ 1250403 w 2451065"/>
                <a:gd name="connsiteY1" fmla="*/ 57156 h 2679707"/>
                <a:gd name="connsiteX2" fmla="*/ 2433821 w 2451065"/>
                <a:gd name="connsiteY2" fmla="*/ 1456254 h 2679707"/>
                <a:gd name="connsiteX3" fmla="*/ 4698 w 2451065"/>
                <a:gd name="connsiteY3" fmla="*/ 1408877 h 2679707"/>
                <a:gd name="connsiteX0" fmla="*/ 4698 w 2441434"/>
                <a:gd name="connsiteY0" fmla="*/ 1408877 h 2679707"/>
                <a:gd name="connsiteX1" fmla="*/ 1250403 w 2441434"/>
                <a:gd name="connsiteY1" fmla="*/ 57156 h 2679707"/>
                <a:gd name="connsiteX2" fmla="*/ 2433821 w 2441434"/>
                <a:gd name="connsiteY2" fmla="*/ 1456254 h 2679707"/>
                <a:gd name="connsiteX3" fmla="*/ 4698 w 2441434"/>
                <a:gd name="connsiteY3" fmla="*/ 1408877 h 2679707"/>
                <a:gd name="connsiteX0" fmla="*/ 4698 w 2441434"/>
                <a:gd name="connsiteY0" fmla="*/ 1408877 h 2638831"/>
                <a:gd name="connsiteX1" fmla="*/ 1250403 w 2441434"/>
                <a:gd name="connsiteY1" fmla="*/ 57156 h 2638831"/>
                <a:gd name="connsiteX2" fmla="*/ 2433821 w 2441434"/>
                <a:gd name="connsiteY2" fmla="*/ 1456254 h 2638831"/>
                <a:gd name="connsiteX3" fmla="*/ 4698 w 2441434"/>
                <a:gd name="connsiteY3" fmla="*/ 1408877 h 2638831"/>
                <a:gd name="connsiteX0" fmla="*/ 4698 w 2441434"/>
                <a:gd name="connsiteY0" fmla="*/ 1408877 h 2661689"/>
                <a:gd name="connsiteX1" fmla="*/ 1250403 w 2441434"/>
                <a:gd name="connsiteY1" fmla="*/ 57156 h 2661689"/>
                <a:gd name="connsiteX2" fmla="*/ 2433821 w 2441434"/>
                <a:gd name="connsiteY2" fmla="*/ 1456254 h 2661689"/>
                <a:gd name="connsiteX3" fmla="*/ 4698 w 2441434"/>
                <a:gd name="connsiteY3" fmla="*/ 1408877 h 2661689"/>
                <a:gd name="connsiteX0" fmla="*/ 4698 w 2426547"/>
                <a:gd name="connsiteY0" fmla="*/ 1408877 h 2671533"/>
                <a:gd name="connsiteX1" fmla="*/ 1250403 w 2426547"/>
                <a:gd name="connsiteY1" fmla="*/ 57156 h 2671533"/>
                <a:gd name="connsiteX2" fmla="*/ 2418581 w 2426547"/>
                <a:gd name="connsiteY2" fmla="*/ 1479114 h 2671533"/>
                <a:gd name="connsiteX3" fmla="*/ 4698 w 2426547"/>
                <a:gd name="connsiteY3" fmla="*/ 1408877 h 2671533"/>
                <a:gd name="connsiteX0" fmla="*/ 4698 w 2428346"/>
                <a:gd name="connsiteY0" fmla="*/ 1408877 h 2671533"/>
                <a:gd name="connsiteX1" fmla="*/ 1250403 w 2428346"/>
                <a:gd name="connsiteY1" fmla="*/ 57156 h 2671533"/>
                <a:gd name="connsiteX2" fmla="*/ 2418581 w 2428346"/>
                <a:gd name="connsiteY2" fmla="*/ 1479114 h 2671533"/>
                <a:gd name="connsiteX3" fmla="*/ 4698 w 2428346"/>
                <a:gd name="connsiteY3" fmla="*/ 1408877 h 2671533"/>
                <a:gd name="connsiteX0" fmla="*/ 4698 w 2426757"/>
                <a:gd name="connsiteY0" fmla="*/ 1408877 h 2671533"/>
                <a:gd name="connsiteX1" fmla="*/ 1250403 w 2426757"/>
                <a:gd name="connsiteY1" fmla="*/ 57156 h 2671533"/>
                <a:gd name="connsiteX2" fmla="*/ 2418581 w 2426757"/>
                <a:gd name="connsiteY2" fmla="*/ 1479114 h 2671533"/>
                <a:gd name="connsiteX3" fmla="*/ 4698 w 2426757"/>
                <a:gd name="connsiteY3" fmla="*/ 1408877 h 2671533"/>
                <a:gd name="connsiteX0" fmla="*/ 4504 w 2443653"/>
                <a:gd name="connsiteY0" fmla="*/ 1464131 h 2702453"/>
                <a:gd name="connsiteX1" fmla="*/ 1267299 w 2443653"/>
                <a:gd name="connsiteY1" fmla="*/ 55417 h 2702453"/>
                <a:gd name="connsiteX2" fmla="*/ 2435477 w 2443653"/>
                <a:gd name="connsiteY2" fmla="*/ 1477375 h 2702453"/>
                <a:gd name="connsiteX3" fmla="*/ 4504 w 2443653"/>
                <a:gd name="connsiteY3" fmla="*/ 1464131 h 2702453"/>
                <a:gd name="connsiteX0" fmla="*/ 1 w 2439150"/>
                <a:gd name="connsiteY0" fmla="*/ 1461055 h 2699375"/>
                <a:gd name="connsiteX1" fmla="*/ 1262796 w 2439150"/>
                <a:gd name="connsiteY1" fmla="*/ 52341 h 2699375"/>
                <a:gd name="connsiteX2" fmla="*/ 2430974 w 2439150"/>
                <a:gd name="connsiteY2" fmla="*/ 1474299 h 2699375"/>
                <a:gd name="connsiteX3" fmla="*/ 1 w 2439150"/>
                <a:gd name="connsiteY3" fmla="*/ 1461055 h 2699375"/>
                <a:gd name="connsiteX0" fmla="*/ 0 w 2439149"/>
                <a:gd name="connsiteY0" fmla="*/ 1506198 h 2744520"/>
                <a:gd name="connsiteX1" fmla="*/ 1262795 w 2439149"/>
                <a:gd name="connsiteY1" fmla="*/ 97484 h 2744520"/>
                <a:gd name="connsiteX2" fmla="*/ 2430973 w 2439149"/>
                <a:gd name="connsiteY2" fmla="*/ 1519442 h 2744520"/>
                <a:gd name="connsiteX3" fmla="*/ 0 w 2439149"/>
                <a:gd name="connsiteY3" fmla="*/ 1506198 h 2744520"/>
                <a:gd name="connsiteX0" fmla="*/ 0 w 2430973"/>
                <a:gd name="connsiteY0" fmla="*/ 1506198 h 2744518"/>
                <a:gd name="connsiteX1" fmla="*/ 1262795 w 2430973"/>
                <a:gd name="connsiteY1" fmla="*/ 97484 h 2744518"/>
                <a:gd name="connsiteX2" fmla="*/ 2430973 w 2430973"/>
                <a:gd name="connsiteY2" fmla="*/ 1519442 h 2744518"/>
                <a:gd name="connsiteX3" fmla="*/ 0 w 2430973"/>
                <a:gd name="connsiteY3" fmla="*/ 1506198 h 2744518"/>
                <a:gd name="connsiteX0" fmla="*/ 0 w 2430973"/>
                <a:gd name="connsiteY0" fmla="*/ 1506198 h 2744520"/>
                <a:gd name="connsiteX1" fmla="*/ 1262795 w 2430973"/>
                <a:gd name="connsiteY1" fmla="*/ 97484 h 2744520"/>
                <a:gd name="connsiteX2" fmla="*/ 2430973 w 2430973"/>
                <a:gd name="connsiteY2" fmla="*/ 1519442 h 2744520"/>
                <a:gd name="connsiteX3" fmla="*/ 0 w 2430973"/>
                <a:gd name="connsiteY3" fmla="*/ 1506198 h 2744520"/>
                <a:gd name="connsiteX0" fmla="*/ 0 w 2430973"/>
                <a:gd name="connsiteY0" fmla="*/ 1504450 h 2742770"/>
                <a:gd name="connsiteX1" fmla="*/ 1262795 w 2430973"/>
                <a:gd name="connsiteY1" fmla="*/ 95736 h 2742770"/>
                <a:gd name="connsiteX2" fmla="*/ 2430973 w 2430973"/>
                <a:gd name="connsiteY2" fmla="*/ 1517694 h 2742770"/>
                <a:gd name="connsiteX3" fmla="*/ 0 w 2430973"/>
                <a:gd name="connsiteY3" fmla="*/ 1504450 h 2742770"/>
                <a:gd name="connsiteX0" fmla="*/ 0 w 2430973"/>
                <a:gd name="connsiteY0" fmla="*/ 1514474 h 2752796"/>
                <a:gd name="connsiteX1" fmla="*/ 1262795 w 2430973"/>
                <a:gd name="connsiteY1" fmla="*/ 105760 h 2752796"/>
                <a:gd name="connsiteX2" fmla="*/ 2430973 w 2430973"/>
                <a:gd name="connsiteY2" fmla="*/ 1527718 h 2752796"/>
                <a:gd name="connsiteX3" fmla="*/ 0 w 2430973"/>
                <a:gd name="connsiteY3" fmla="*/ 1514474 h 2752796"/>
                <a:gd name="connsiteX0" fmla="*/ 0 w 2430973"/>
                <a:gd name="connsiteY0" fmla="*/ 1514474 h 2377896"/>
                <a:gd name="connsiteX1" fmla="*/ 1262795 w 2430973"/>
                <a:gd name="connsiteY1" fmla="*/ 105760 h 2377896"/>
                <a:gd name="connsiteX2" fmla="*/ 2430973 w 2430973"/>
                <a:gd name="connsiteY2" fmla="*/ 1527718 h 2377896"/>
                <a:gd name="connsiteX3" fmla="*/ 0 w 2430973"/>
                <a:gd name="connsiteY3" fmla="*/ 1514474 h 2377896"/>
                <a:gd name="connsiteX0" fmla="*/ 0 w 2430973"/>
                <a:gd name="connsiteY0" fmla="*/ 1514474 h 2700562"/>
                <a:gd name="connsiteX1" fmla="*/ 1262795 w 2430973"/>
                <a:gd name="connsiteY1" fmla="*/ 105760 h 2700562"/>
                <a:gd name="connsiteX2" fmla="*/ 2430973 w 2430973"/>
                <a:gd name="connsiteY2" fmla="*/ 1527718 h 2700562"/>
                <a:gd name="connsiteX3" fmla="*/ 0 w 2430973"/>
                <a:gd name="connsiteY3" fmla="*/ 1514474 h 2700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0973" h="2700562">
                  <a:moveTo>
                    <a:pt x="0" y="1514474"/>
                  </a:moveTo>
                  <a:cubicBezTo>
                    <a:pt x="28312" y="1456181"/>
                    <a:pt x="384963" y="-464773"/>
                    <a:pt x="1262795" y="105760"/>
                  </a:cubicBezTo>
                  <a:cubicBezTo>
                    <a:pt x="2187313" y="-424906"/>
                    <a:pt x="2426114" y="1418631"/>
                    <a:pt x="2430973" y="1527718"/>
                  </a:cubicBezTo>
                  <a:cubicBezTo>
                    <a:pt x="1346542" y="3565573"/>
                    <a:pt x="590191" y="2537846"/>
                    <a:pt x="0" y="1514474"/>
                  </a:cubicBezTo>
                  <a:close/>
                </a:path>
              </a:pathLst>
            </a:custGeom>
            <a:solidFill>
              <a:srgbClr val="252B2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D3ED4A6-A7F0-4C52-8536-3AD6CA2E20F6}"/>
                </a:ext>
              </a:extLst>
            </p:cNvPr>
            <p:cNvSpPr/>
            <p:nvPr/>
          </p:nvSpPr>
          <p:spPr>
            <a:xfrm>
              <a:off x="-3449801" y="127607"/>
              <a:ext cx="1746139" cy="1128712"/>
            </a:xfrm>
            <a:custGeom>
              <a:avLst/>
              <a:gdLst>
                <a:gd name="connsiteX0" fmla="*/ 1242278 w 1746139"/>
                <a:gd name="connsiteY0" fmla="*/ 256 h 948416"/>
                <a:gd name="connsiteX1" fmla="*/ 1744722 w 1746139"/>
                <a:gd name="connsiteY1" fmla="*/ 420963 h 948416"/>
                <a:gd name="connsiteX2" fmla="*/ 1746139 w 1746139"/>
                <a:gd name="connsiteY2" fmla="*/ 518064 h 948416"/>
                <a:gd name="connsiteX3" fmla="*/ 1672090 w 1746139"/>
                <a:gd name="connsiteY3" fmla="*/ 585818 h 948416"/>
                <a:gd name="connsiteX4" fmla="*/ 81267 w 1746139"/>
                <a:gd name="connsiteY4" fmla="*/ 611371 h 948416"/>
                <a:gd name="connsiteX5" fmla="*/ 0 w 1746139"/>
                <a:gd name="connsiteY5" fmla="*/ 539803 h 948416"/>
                <a:gd name="connsiteX6" fmla="*/ 1354 w 1746139"/>
                <a:gd name="connsiteY6" fmla="*/ 494412 h 948416"/>
                <a:gd name="connsiteX7" fmla="*/ 854134 w 1746139"/>
                <a:gd name="connsiteY7" fmla="*/ 50902 h 948416"/>
                <a:gd name="connsiteX8" fmla="*/ 1242278 w 1746139"/>
                <a:gd name="connsiteY8" fmla="*/ 256 h 948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46139" h="948416">
                  <a:moveTo>
                    <a:pt x="1242278" y="256"/>
                  </a:moveTo>
                  <a:cubicBezTo>
                    <a:pt x="1665029" y="-8336"/>
                    <a:pt x="1733450" y="201432"/>
                    <a:pt x="1744722" y="420963"/>
                  </a:cubicBezTo>
                  <a:lnTo>
                    <a:pt x="1746139" y="518064"/>
                  </a:lnTo>
                  <a:lnTo>
                    <a:pt x="1672090" y="585818"/>
                  </a:lnTo>
                  <a:cubicBezTo>
                    <a:pt x="1015540" y="1158578"/>
                    <a:pt x="503137" y="963889"/>
                    <a:pt x="81267" y="611371"/>
                  </a:cubicBezTo>
                  <a:lnTo>
                    <a:pt x="0" y="539803"/>
                  </a:lnTo>
                  <a:lnTo>
                    <a:pt x="1354" y="494412"/>
                  </a:lnTo>
                  <a:cubicBezTo>
                    <a:pt x="24923" y="186544"/>
                    <a:pt x="191194" y="-109118"/>
                    <a:pt x="854134" y="50902"/>
                  </a:cubicBezTo>
                  <a:cubicBezTo>
                    <a:pt x="1008757" y="18200"/>
                    <a:pt x="1136590" y="2404"/>
                    <a:pt x="1242278" y="256"/>
                  </a:cubicBezTo>
                  <a:close/>
                </a:path>
              </a:pathLst>
            </a:custGeom>
            <a:solidFill>
              <a:srgbClr val="D7797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1EE3C19-DE43-4017-A4D1-970D4278DB74}"/>
                </a:ext>
              </a:extLst>
            </p:cNvPr>
            <p:cNvSpPr/>
            <p:nvPr/>
          </p:nvSpPr>
          <p:spPr>
            <a:xfrm>
              <a:off x="-3496723" y="-377385"/>
              <a:ext cx="1839985" cy="551502"/>
            </a:xfrm>
            <a:custGeom>
              <a:avLst/>
              <a:gdLst>
                <a:gd name="connsiteX0" fmla="*/ 670928 w 1839985"/>
                <a:gd name="connsiteY0" fmla="*/ 51 h 551502"/>
                <a:gd name="connsiteX1" fmla="*/ 943033 w 1839985"/>
                <a:gd name="connsiteY1" fmla="*/ 56562 h 551502"/>
                <a:gd name="connsiteX2" fmla="*/ 1825548 w 1839985"/>
                <a:gd name="connsiteY2" fmla="*/ 391826 h 551502"/>
                <a:gd name="connsiteX3" fmla="*/ 1835680 w 1839985"/>
                <a:gd name="connsiteY3" fmla="*/ 410730 h 551502"/>
                <a:gd name="connsiteX4" fmla="*/ 1839985 w 1839985"/>
                <a:gd name="connsiteY4" fmla="*/ 490820 h 551502"/>
                <a:gd name="connsiteX5" fmla="*/ 1692496 w 1839985"/>
                <a:gd name="connsiteY5" fmla="*/ 499392 h 551502"/>
                <a:gd name="connsiteX6" fmla="*/ 1556765 w 1839985"/>
                <a:gd name="connsiteY6" fmla="*/ 514632 h 551502"/>
                <a:gd name="connsiteX7" fmla="*/ 1504377 w 1839985"/>
                <a:gd name="connsiteY7" fmla="*/ 357469 h 551502"/>
                <a:gd name="connsiteX8" fmla="*/ 1374837 w 1839985"/>
                <a:gd name="connsiteY8" fmla="*/ 330322 h 551502"/>
                <a:gd name="connsiteX9" fmla="*/ 932877 w 1839985"/>
                <a:gd name="connsiteY9" fmla="*/ 334610 h 551502"/>
                <a:gd name="connsiteX10" fmla="*/ 525207 w 1839985"/>
                <a:gd name="connsiteY10" fmla="*/ 342229 h 551502"/>
                <a:gd name="connsiteX11" fmla="*/ 384237 w 1839985"/>
                <a:gd name="connsiteY11" fmla="*/ 365090 h 551502"/>
                <a:gd name="connsiteX12" fmla="*/ 339946 w 1839985"/>
                <a:gd name="connsiteY12" fmla="*/ 535110 h 551502"/>
                <a:gd name="connsiteX13" fmla="*/ 180402 w 1839985"/>
                <a:gd name="connsiteY13" fmla="*/ 518442 h 551502"/>
                <a:gd name="connsiteX14" fmla="*/ 22763 w 1839985"/>
                <a:gd name="connsiteY14" fmla="*/ 515109 h 551502"/>
                <a:gd name="connsiteX15" fmla="*/ 6526 w 1839985"/>
                <a:gd name="connsiteY15" fmla="*/ 479504 h 551502"/>
                <a:gd name="connsiteX16" fmla="*/ 0 w 1839985"/>
                <a:gd name="connsiteY16" fmla="*/ 442936 h 551502"/>
                <a:gd name="connsiteX17" fmla="*/ 32595 w 1839985"/>
                <a:gd name="connsiteY17" fmla="*/ 392018 h 551502"/>
                <a:gd name="connsiteX18" fmla="*/ 670928 w 1839985"/>
                <a:gd name="connsiteY18" fmla="*/ 51 h 551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39985" h="551502">
                  <a:moveTo>
                    <a:pt x="670928" y="51"/>
                  </a:moveTo>
                  <a:cubicBezTo>
                    <a:pt x="754592" y="1101"/>
                    <a:pt x="845182" y="18421"/>
                    <a:pt x="943033" y="56562"/>
                  </a:cubicBezTo>
                  <a:cubicBezTo>
                    <a:pt x="1406784" y="-103078"/>
                    <a:pt x="1677055" y="139037"/>
                    <a:pt x="1825548" y="391826"/>
                  </a:cubicBezTo>
                  <a:lnTo>
                    <a:pt x="1835680" y="410730"/>
                  </a:lnTo>
                  <a:lnTo>
                    <a:pt x="1839985" y="490820"/>
                  </a:lnTo>
                  <a:cubicBezTo>
                    <a:pt x="1820880" y="594689"/>
                    <a:pt x="1739699" y="495423"/>
                    <a:pt x="1692496" y="499392"/>
                  </a:cubicBezTo>
                  <a:cubicBezTo>
                    <a:pt x="1645293" y="503361"/>
                    <a:pt x="1588515" y="546223"/>
                    <a:pt x="1556765" y="514632"/>
                  </a:cubicBezTo>
                  <a:cubicBezTo>
                    <a:pt x="1525015" y="483041"/>
                    <a:pt x="1553907" y="376519"/>
                    <a:pt x="1504377" y="357469"/>
                  </a:cubicBezTo>
                  <a:cubicBezTo>
                    <a:pt x="1438178" y="355087"/>
                    <a:pt x="1463737" y="336672"/>
                    <a:pt x="1374837" y="330322"/>
                  </a:cubicBezTo>
                  <a:cubicBezTo>
                    <a:pt x="1162112" y="395409"/>
                    <a:pt x="1052257" y="348580"/>
                    <a:pt x="932877" y="334610"/>
                  </a:cubicBezTo>
                  <a:cubicBezTo>
                    <a:pt x="723272" y="385410"/>
                    <a:pt x="610297" y="351119"/>
                    <a:pt x="525207" y="342229"/>
                  </a:cubicBezTo>
                  <a:cubicBezTo>
                    <a:pt x="440117" y="333339"/>
                    <a:pt x="448213" y="384933"/>
                    <a:pt x="384237" y="365090"/>
                  </a:cubicBezTo>
                  <a:cubicBezTo>
                    <a:pt x="313697" y="357152"/>
                    <a:pt x="357568" y="481293"/>
                    <a:pt x="339946" y="535110"/>
                  </a:cubicBezTo>
                  <a:cubicBezTo>
                    <a:pt x="278033" y="581147"/>
                    <a:pt x="232790" y="515267"/>
                    <a:pt x="180402" y="518442"/>
                  </a:cubicBezTo>
                  <a:cubicBezTo>
                    <a:pt x="127856" y="517331"/>
                    <a:pt x="82453" y="592420"/>
                    <a:pt x="22763" y="515109"/>
                  </a:cubicBezTo>
                  <a:cubicBezTo>
                    <a:pt x="16234" y="507636"/>
                    <a:pt x="10896" y="495475"/>
                    <a:pt x="6526" y="479504"/>
                  </a:cubicBezTo>
                  <a:lnTo>
                    <a:pt x="0" y="442936"/>
                  </a:lnTo>
                  <a:lnTo>
                    <a:pt x="32595" y="392018"/>
                  </a:lnTo>
                  <a:cubicBezTo>
                    <a:pt x="170128" y="192035"/>
                    <a:pt x="378106" y="-3621"/>
                    <a:pt x="670928" y="51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204A796-5711-4EDB-8AB8-68D452F78B6B}"/>
                </a:ext>
              </a:extLst>
            </p:cNvPr>
            <p:cNvSpPr/>
            <p:nvPr/>
          </p:nvSpPr>
          <p:spPr>
            <a:xfrm>
              <a:off x="-3816165" y="-994462"/>
              <a:ext cx="2426757" cy="2671533"/>
            </a:xfrm>
            <a:custGeom>
              <a:avLst/>
              <a:gdLst>
                <a:gd name="connsiteX0" fmla="*/ 993969 w 2426757"/>
                <a:gd name="connsiteY0" fmla="*/ 743 h 2671533"/>
                <a:gd name="connsiteX1" fmla="*/ 1250403 w 2426757"/>
                <a:gd name="connsiteY1" fmla="*/ 57156 h 2671533"/>
                <a:gd name="connsiteX2" fmla="*/ 2418581 w 2426757"/>
                <a:gd name="connsiteY2" fmla="*/ 1479114 h 2671533"/>
                <a:gd name="connsiteX3" fmla="*/ 4698 w 2426757"/>
                <a:gd name="connsiteY3" fmla="*/ 1408877 h 2671533"/>
                <a:gd name="connsiteX4" fmla="*/ 993969 w 2426757"/>
                <a:gd name="connsiteY4" fmla="*/ 743 h 2671533"/>
                <a:gd name="connsiteX5" fmla="*/ 983485 w 2426757"/>
                <a:gd name="connsiteY5" fmla="*/ 629376 h 2671533"/>
                <a:gd name="connsiteX6" fmla="*/ 129483 w 2426757"/>
                <a:gd name="connsiteY6" fmla="*/ 1439278 h 2671533"/>
                <a:gd name="connsiteX7" fmla="*/ 2297322 w 2426757"/>
                <a:gd name="connsiteY7" fmla="*/ 1446361 h 2671533"/>
                <a:gd name="connsiteX8" fmla="*/ 1255590 w 2426757"/>
                <a:gd name="connsiteY8" fmla="*/ 685887 h 2671533"/>
                <a:gd name="connsiteX9" fmla="*/ 983485 w 2426757"/>
                <a:gd name="connsiteY9" fmla="*/ 629376 h 2671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26757" h="2671533">
                  <a:moveTo>
                    <a:pt x="993969" y="743"/>
                  </a:moveTo>
                  <a:cubicBezTo>
                    <a:pt x="1073893" y="4471"/>
                    <a:pt x="1159294" y="22369"/>
                    <a:pt x="1250403" y="57156"/>
                  </a:cubicBezTo>
                  <a:cubicBezTo>
                    <a:pt x="2183465" y="-288284"/>
                    <a:pt x="2482081" y="1213298"/>
                    <a:pt x="2418581" y="1479114"/>
                  </a:cubicBezTo>
                  <a:cubicBezTo>
                    <a:pt x="2214277" y="2733321"/>
                    <a:pt x="543619" y="3401122"/>
                    <a:pt x="4698" y="1408877"/>
                  </a:cubicBezTo>
                  <a:cubicBezTo>
                    <a:pt x="-39339" y="1252750"/>
                    <a:pt x="221374" y="-35298"/>
                    <a:pt x="993969" y="743"/>
                  </a:cubicBezTo>
                  <a:close/>
                  <a:moveTo>
                    <a:pt x="983485" y="629376"/>
                  </a:moveTo>
                  <a:cubicBezTo>
                    <a:pt x="397841" y="622032"/>
                    <a:pt x="151575" y="1411999"/>
                    <a:pt x="129483" y="1439278"/>
                  </a:cubicBezTo>
                  <a:cubicBezTo>
                    <a:pt x="655791" y="1986584"/>
                    <a:pt x="1330272" y="2536220"/>
                    <a:pt x="2297322" y="1446361"/>
                  </a:cubicBezTo>
                  <a:cubicBezTo>
                    <a:pt x="2292989" y="1388020"/>
                    <a:pt x="2080036" y="402083"/>
                    <a:pt x="1255590" y="685887"/>
                  </a:cubicBezTo>
                  <a:cubicBezTo>
                    <a:pt x="1157739" y="647746"/>
                    <a:pt x="1067149" y="630426"/>
                    <a:pt x="983485" y="629376"/>
                  </a:cubicBezTo>
                  <a:close/>
                </a:path>
              </a:pathLst>
            </a:custGeom>
            <a:solidFill>
              <a:srgbClr val="E9595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DD17895-48FA-494A-9849-CB15AAAACE94}"/>
                </a:ext>
              </a:extLst>
            </p:cNvPr>
            <p:cNvSpPr/>
            <p:nvPr/>
          </p:nvSpPr>
          <p:spPr>
            <a:xfrm rot="20602544">
              <a:off x="-1548699" y="440153"/>
              <a:ext cx="160293" cy="45719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3762 h 136592"/>
                <a:gd name="connsiteX1" fmla="*/ 791570 w 791570"/>
                <a:gd name="connsiteY1" fmla="*/ 136592 h 136592"/>
                <a:gd name="connsiteX2" fmla="*/ 791570 w 791570"/>
                <a:gd name="connsiteY2" fmla="*/ 136592 h 13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6592">
                  <a:moveTo>
                    <a:pt x="0" y="13762"/>
                  </a:moveTo>
                  <a:cubicBezTo>
                    <a:pt x="446539" y="-36628"/>
                    <a:pt x="527713" y="62116"/>
                    <a:pt x="791570" y="136592"/>
                  </a:cubicBezTo>
                  <a:lnTo>
                    <a:pt x="791570" y="136592"/>
                  </a:lnTo>
                </a:path>
              </a:pathLst>
            </a:cu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8D8ABFF-AC7E-4985-A5B1-1099A396C2E3}"/>
                </a:ext>
              </a:extLst>
            </p:cNvPr>
            <p:cNvSpPr/>
            <p:nvPr/>
          </p:nvSpPr>
          <p:spPr>
            <a:xfrm rot="2008488" flipH="1">
              <a:off x="-3812620" y="421712"/>
              <a:ext cx="160293" cy="45719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3762 h 136592"/>
                <a:gd name="connsiteX1" fmla="*/ 791570 w 791570"/>
                <a:gd name="connsiteY1" fmla="*/ 136592 h 136592"/>
                <a:gd name="connsiteX2" fmla="*/ 791570 w 791570"/>
                <a:gd name="connsiteY2" fmla="*/ 136592 h 13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6592">
                  <a:moveTo>
                    <a:pt x="0" y="13762"/>
                  </a:moveTo>
                  <a:cubicBezTo>
                    <a:pt x="446539" y="-36628"/>
                    <a:pt x="527713" y="62116"/>
                    <a:pt x="791570" y="136592"/>
                  </a:cubicBezTo>
                  <a:lnTo>
                    <a:pt x="791570" y="136592"/>
                  </a:lnTo>
                </a:path>
              </a:pathLst>
            </a:cu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AC371D93-ED21-9F14-59BD-A229FDA1A731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961973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B368E9D-4BAD-49DE-8691-7866E1D4E2C7}"/>
              </a:ext>
            </a:extLst>
          </p:cNvPr>
          <p:cNvGrpSpPr/>
          <p:nvPr/>
        </p:nvGrpSpPr>
        <p:grpSpPr>
          <a:xfrm>
            <a:off x="1538199" y="1835328"/>
            <a:ext cx="7359372" cy="4141149"/>
            <a:chOff x="-693932" y="-805956"/>
            <a:chExt cx="2864580" cy="161191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AEBBD9D-4766-4FB7-A11B-38918C2BEE86}"/>
                </a:ext>
              </a:extLst>
            </p:cNvPr>
            <p:cNvGrpSpPr/>
            <p:nvPr/>
          </p:nvGrpSpPr>
          <p:grpSpPr>
            <a:xfrm>
              <a:off x="-675820" y="-805956"/>
              <a:ext cx="2844990" cy="1611911"/>
              <a:chOff x="8168255" y="1888526"/>
              <a:chExt cx="2844990" cy="1611911"/>
            </a:xfrm>
          </p:grpSpPr>
          <p:sp>
            <p:nvSpPr>
              <p:cNvPr id="16" name="Rectangle 21">
                <a:extLst>
                  <a:ext uri="{FF2B5EF4-FFF2-40B4-BE49-F238E27FC236}">
                    <a16:creationId xmlns:a16="http://schemas.microsoft.com/office/drawing/2014/main" id="{A04FC175-3950-424C-B302-62AE54B3CBDE}"/>
                  </a:ext>
                </a:extLst>
              </p:cNvPr>
              <p:cNvSpPr/>
              <p:nvPr/>
            </p:nvSpPr>
            <p:spPr>
              <a:xfrm>
                <a:off x="8211629" y="2324674"/>
                <a:ext cx="2743200" cy="787987"/>
              </a:xfrm>
              <a:custGeom>
                <a:avLst/>
                <a:gdLst>
                  <a:gd name="connsiteX0" fmla="*/ 0 w 2197290"/>
                  <a:gd name="connsiteY0" fmla="*/ 0 h 750627"/>
                  <a:gd name="connsiteX1" fmla="*/ 2197290 w 2197290"/>
                  <a:gd name="connsiteY1" fmla="*/ 0 h 750627"/>
                  <a:gd name="connsiteX2" fmla="*/ 2197290 w 2197290"/>
                  <a:gd name="connsiteY2" fmla="*/ 750627 h 750627"/>
                  <a:gd name="connsiteX3" fmla="*/ 0 w 2197290"/>
                  <a:gd name="connsiteY3" fmla="*/ 750627 h 750627"/>
                  <a:gd name="connsiteX4" fmla="*/ 0 w 2197290"/>
                  <a:gd name="connsiteY4" fmla="*/ 0 h 750627"/>
                  <a:gd name="connsiteX0" fmla="*/ 0 w 2197290"/>
                  <a:gd name="connsiteY0" fmla="*/ 177042 h 927669"/>
                  <a:gd name="connsiteX1" fmla="*/ 1076278 w 2197290"/>
                  <a:gd name="connsiteY1" fmla="*/ 0 h 927669"/>
                  <a:gd name="connsiteX2" fmla="*/ 2197290 w 2197290"/>
                  <a:gd name="connsiteY2" fmla="*/ 177042 h 927669"/>
                  <a:gd name="connsiteX3" fmla="*/ 2197290 w 2197290"/>
                  <a:gd name="connsiteY3" fmla="*/ 927669 h 927669"/>
                  <a:gd name="connsiteX4" fmla="*/ 0 w 2197290"/>
                  <a:gd name="connsiteY4" fmla="*/ 927669 h 927669"/>
                  <a:gd name="connsiteX5" fmla="*/ 0 w 2197290"/>
                  <a:gd name="connsiteY5" fmla="*/ 177042 h 927669"/>
                  <a:gd name="connsiteX0" fmla="*/ 0 w 2540190"/>
                  <a:gd name="connsiteY0" fmla="*/ 177042 h 927669"/>
                  <a:gd name="connsiteX1" fmla="*/ 1076278 w 2540190"/>
                  <a:gd name="connsiteY1" fmla="*/ 0 h 927669"/>
                  <a:gd name="connsiteX2" fmla="*/ 2540190 w 2540190"/>
                  <a:gd name="connsiteY2" fmla="*/ 481842 h 927669"/>
                  <a:gd name="connsiteX3" fmla="*/ 2197290 w 2540190"/>
                  <a:gd name="connsiteY3" fmla="*/ 927669 h 927669"/>
                  <a:gd name="connsiteX4" fmla="*/ 0 w 2540190"/>
                  <a:gd name="connsiteY4" fmla="*/ 927669 h 927669"/>
                  <a:gd name="connsiteX5" fmla="*/ 0 w 2540190"/>
                  <a:gd name="connsiteY5" fmla="*/ 177042 h 927669"/>
                  <a:gd name="connsiteX0" fmla="*/ 0 w 2806890"/>
                  <a:gd name="connsiteY0" fmla="*/ 469142 h 927669"/>
                  <a:gd name="connsiteX1" fmla="*/ 1342978 w 2806890"/>
                  <a:gd name="connsiteY1" fmla="*/ 0 h 927669"/>
                  <a:gd name="connsiteX2" fmla="*/ 2806890 w 2806890"/>
                  <a:gd name="connsiteY2" fmla="*/ 481842 h 927669"/>
                  <a:gd name="connsiteX3" fmla="*/ 2463990 w 2806890"/>
                  <a:gd name="connsiteY3" fmla="*/ 927669 h 927669"/>
                  <a:gd name="connsiteX4" fmla="*/ 266700 w 2806890"/>
                  <a:gd name="connsiteY4" fmla="*/ 927669 h 927669"/>
                  <a:gd name="connsiteX5" fmla="*/ 0 w 2806890"/>
                  <a:gd name="connsiteY5" fmla="*/ 469142 h 927669"/>
                  <a:gd name="connsiteX0" fmla="*/ 0 w 2806890"/>
                  <a:gd name="connsiteY0" fmla="*/ 469142 h 927669"/>
                  <a:gd name="connsiteX1" fmla="*/ 1342978 w 2806890"/>
                  <a:gd name="connsiteY1" fmla="*/ 0 h 927669"/>
                  <a:gd name="connsiteX2" fmla="*/ 2806890 w 2806890"/>
                  <a:gd name="connsiteY2" fmla="*/ 481842 h 927669"/>
                  <a:gd name="connsiteX3" fmla="*/ 2463990 w 2806890"/>
                  <a:gd name="connsiteY3" fmla="*/ 927669 h 927669"/>
                  <a:gd name="connsiteX4" fmla="*/ 0 w 2806890"/>
                  <a:gd name="connsiteY4" fmla="*/ 469142 h 927669"/>
                  <a:gd name="connsiteX0" fmla="*/ 0 w 2806890"/>
                  <a:gd name="connsiteY0" fmla="*/ 469142 h 481842"/>
                  <a:gd name="connsiteX1" fmla="*/ 1342978 w 2806890"/>
                  <a:gd name="connsiteY1" fmla="*/ 0 h 481842"/>
                  <a:gd name="connsiteX2" fmla="*/ 2806890 w 2806890"/>
                  <a:gd name="connsiteY2" fmla="*/ 481842 h 481842"/>
                  <a:gd name="connsiteX3" fmla="*/ 0 w 2806890"/>
                  <a:gd name="connsiteY3" fmla="*/ 469142 h 481842"/>
                  <a:gd name="connsiteX0" fmla="*/ 0 w 2806890"/>
                  <a:gd name="connsiteY0" fmla="*/ 534591 h 547291"/>
                  <a:gd name="connsiteX1" fmla="*/ 1342978 w 2806890"/>
                  <a:gd name="connsiteY1" fmla="*/ 65449 h 547291"/>
                  <a:gd name="connsiteX2" fmla="*/ 2806890 w 2806890"/>
                  <a:gd name="connsiteY2" fmla="*/ 547291 h 547291"/>
                  <a:gd name="connsiteX3" fmla="*/ 0 w 2806890"/>
                  <a:gd name="connsiteY3" fmla="*/ 534591 h 547291"/>
                  <a:gd name="connsiteX0" fmla="*/ 0 w 2806890"/>
                  <a:gd name="connsiteY0" fmla="*/ 528258 h 540958"/>
                  <a:gd name="connsiteX1" fmla="*/ 1342978 w 2806890"/>
                  <a:gd name="connsiteY1" fmla="*/ 59116 h 540958"/>
                  <a:gd name="connsiteX2" fmla="*/ 2806890 w 2806890"/>
                  <a:gd name="connsiteY2" fmla="*/ 540958 h 540958"/>
                  <a:gd name="connsiteX3" fmla="*/ 0 w 2806890"/>
                  <a:gd name="connsiteY3" fmla="*/ 528258 h 540958"/>
                  <a:gd name="connsiteX0" fmla="*/ 0 w 2806890"/>
                  <a:gd name="connsiteY0" fmla="*/ 528258 h 540958"/>
                  <a:gd name="connsiteX1" fmla="*/ 1342978 w 2806890"/>
                  <a:gd name="connsiteY1" fmla="*/ 59116 h 540958"/>
                  <a:gd name="connsiteX2" fmla="*/ 2806890 w 2806890"/>
                  <a:gd name="connsiteY2" fmla="*/ 540958 h 540958"/>
                  <a:gd name="connsiteX3" fmla="*/ 0 w 2806890"/>
                  <a:gd name="connsiteY3" fmla="*/ 528258 h 540958"/>
                  <a:gd name="connsiteX0" fmla="*/ 0 w 2806890"/>
                  <a:gd name="connsiteY0" fmla="*/ 528258 h 540958"/>
                  <a:gd name="connsiteX1" fmla="*/ 1342978 w 2806890"/>
                  <a:gd name="connsiteY1" fmla="*/ 59116 h 540958"/>
                  <a:gd name="connsiteX2" fmla="*/ 2806890 w 2806890"/>
                  <a:gd name="connsiteY2" fmla="*/ 540958 h 540958"/>
                  <a:gd name="connsiteX3" fmla="*/ 0 w 2806890"/>
                  <a:gd name="connsiteY3" fmla="*/ 528258 h 540958"/>
                  <a:gd name="connsiteX0" fmla="*/ 0 w 2806890"/>
                  <a:gd name="connsiteY0" fmla="*/ 537691 h 550391"/>
                  <a:gd name="connsiteX1" fmla="*/ 1342978 w 2806890"/>
                  <a:gd name="connsiteY1" fmla="*/ 68549 h 550391"/>
                  <a:gd name="connsiteX2" fmla="*/ 2806890 w 2806890"/>
                  <a:gd name="connsiteY2" fmla="*/ 550391 h 550391"/>
                  <a:gd name="connsiteX3" fmla="*/ 0 w 2806890"/>
                  <a:gd name="connsiteY3" fmla="*/ 537691 h 550391"/>
                  <a:gd name="connsiteX0" fmla="*/ 0 w 2806890"/>
                  <a:gd name="connsiteY0" fmla="*/ 528404 h 541104"/>
                  <a:gd name="connsiteX1" fmla="*/ 1342978 w 2806890"/>
                  <a:gd name="connsiteY1" fmla="*/ 59262 h 541104"/>
                  <a:gd name="connsiteX2" fmla="*/ 2806890 w 2806890"/>
                  <a:gd name="connsiteY2" fmla="*/ 541104 h 541104"/>
                  <a:gd name="connsiteX3" fmla="*/ 0 w 2806890"/>
                  <a:gd name="connsiteY3" fmla="*/ 528404 h 541104"/>
                  <a:gd name="connsiteX0" fmla="*/ 0 w 2806890"/>
                  <a:gd name="connsiteY0" fmla="*/ 537470 h 550170"/>
                  <a:gd name="connsiteX1" fmla="*/ 1342978 w 2806890"/>
                  <a:gd name="connsiteY1" fmla="*/ 68328 h 550170"/>
                  <a:gd name="connsiteX2" fmla="*/ 2806890 w 2806890"/>
                  <a:gd name="connsiteY2" fmla="*/ 550170 h 550170"/>
                  <a:gd name="connsiteX3" fmla="*/ 0 w 2806890"/>
                  <a:gd name="connsiteY3" fmla="*/ 537470 h 550170"/>
                  <a:gd name="connsiteX0" fmla="*/ 0 w 2844990"/>
                  <a:gd name="connsiteY0" fmla="*/ 514854 h 552954"/>
                  <a:gd name="connsiteX1" fmla="*/ 1381078 w 2844990"/>
                  <a:gd name="connsiteY1" fmla="*/ 71112 h 552954"/>
                  <a:gd name="connsiteX2" fmla="*/ 2844990 w 2844990"/>
                  <a:gd name="connsiteY2" fmla="*/ 552954 h 552954"/>
                  <a:gd name="connsiteX3" fmla="*/ 0 w 2844990"/>
                  <a:gd name="connsiteY3" fmla="*/ 514854 h 552954"/>
                  <a:gd name="connsiteX0" fmla="*/ 0 w 2844990"/>
                  <a:gd name="connsiteY0" fmla="*/ 504929 h 543029"/>
                  <a:gd name="connsiteX1" fmla="*/ 1381078 w 2844990"/>
                  <a:gd name="connsiteY1" fmla="*/ 61187 h 543029"/>
                  <a:gd name="connsiteX2" fmla="*/ 2844990 w 2844990"/>
                  <a:gd name="connsiteY2" fmla="*/ 543029 h 543029"/>
                  <a:gd name="connsiteX3" fmla="*/ 0 w 2844990"/>
                  <a:gd name="connsiteY3" fmla="*/ 504929 h 543029"/>
                  <a:gd name="connsiteX0" fmla="*/ 0 w 2844990"/>
                  <a:gd name="connsiteY0" fmla="*/ 504929 h 1116030"/>
                  <a:gd name="connsiteX1" fmla="*/ 1381078 w 2844990"/>
                  <a:gd name="connsiteY1" fmla="*/ 61187 h 1116030"/>
                  <a:gd name="connsiteX2" fmla="*/ 2844990 w 2844990"/>
                  <a:gd name="connsiteY2" fmla="*/ 543029 h 1116030"/>
                  <a:gd name="connsiteX3" fmla="*/ 0 w 2844990"/>
                  <a:gd name="connsiteY3" fmla="*/ 504929 h 1116030"/>
                  <a:gd name="connsiteX0" fmla="*/ 0 w 2844990"/>
                  <a:gd name="connsiteY0" fmla="*/ 504929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0" fmla="*/ 0 w 2851340"/>
                  <a:gd name="connsiteY0" fmla="*/ 313239 h 1542672"/>
                  <a:gd name="connsiteX1" fmla="*/ 1387428 w 2851340"/>
                  <a:gd name="connsiteY1" fmla="*/ 88062 h 1542672"/>
                  <a:gd name="connsiteX2" fmla="*/ 2851340 w 2851340"/>
                  <a:gd name="connsiteY2" fmla="*/ 569904 h 1542672"/>
                  <a:gd name="connsiteX3" fmla="*/ 0 w 2851340"/>
                  <a:gd name="connsiteY3" fmla="*/ 313239 h 1542672"/>
                  <a:gd name="connsiteX0" fmla="*/ 0 w 2692590"/>
                  <a:gd name="connsiteY0" fmla="*/ 313239 h 1412968"/>
                  <a:gd name="connsiteX1" fmla="*/ 1387428 w 2692590"/>
                  <a:gd name="connsiteY1" fmla="*/ 88062 h 1412968"/>
                  <a:gd name="connsiteX2" fmla="*/ 2692590 w 2692590"/>
                  <a:gd name="connsiteY2" fmla="*/ 337680 h 1412968"/>
                  <a:gd name="connsiteX3" fmla="*/ 0 w 2692590"/>
                  <a:gd name="connsiteY3" fmla="*/ 313239 h 1412968"/>
                  <a:gd name="connsiteX0" fmla="*/ 0 w 2692590"/>
                  <a:gd name="connsiteY0" fmla="*/ 0 h 1099729"/>
                  <a:gd name="connsiteX1" fmla="*/ 2692590 w 2692590"/>
                  <a:gd name="connsiteY1" fmla="*/ 24441 h 1099729"/>
                  <a:gd name="connsiteX2" fmla="*/ 0 w 2692590"/>
                  <a:gd name="connsiteY2" fmla="*/ 0 h 1099729"/>
                  <a:gd name="connsiteX0" fmla="*/ 0 w 2692590"/>
                  <a:gd name="connsiteY0" fmla="*/ 192313 h 1292042"/>
                  <a:gd name="connsiteX1" fmla="*/ 2692590 w 2692590"/>
                  <a:gd name="connsiteY1" fmla="*/ 216754 h 1292042"/>
                  <a:gd name="connsiteX2" fmla="*/ 0 w 2692590"/>
                  <a:gd name="connsiteY2" fmla="*/ 192313 h 1292042"/>
                  <a:gd name="connsiteX0" fmla="*/ 0 w 2692590"/>
                  <a:gd name="connsiteY0" fmla="*/ 240044 h 1339773"/>
                  <a:gd name="connsiteX1" fmla="*/ 2692590 w 2692590"/>
                  <a:gd name="connsiteY1" fmla="*/ 264485 h 1339773"/>
                  <a:gd name="connsiteX2" fmla="*/ 0 w 2692590"/>
                  <a:gd name="connsiteY2" fmla="*/ 240044 h 1339773"/>
                  <a:gd name="connsiteX0" fmla="*/ 0 w 2692590"/>
                  <a:gd name="connsiteY0" fmla="*/ 264809 h 1364538"/>
                  <a:gd name="connsiteX1" fmla="*/ 2692590 w 2692590"/>
                  <a:gd name="connsiteY1" fmla="*/ 289250 h 1364538"/>
                  <a:gd name="connsiteX2" fmla="*/ 0 w 2692590"/>
                  <a:gd name="connsiteY2" fmla="*/ 264809 h 1364538"/>
                  <a:gd name="connsiteX0" fmla="*/ 0 w 2692590"/>
                  <a:gd name="connsiteY0" fmla="*/ 264809 h 1220348"/>
                  <a:gd name="connsiteX1" fmla="*/ 2692590 w 2692590"/>
                  <a:gd name="connsiteY1" fmla="*/ 289250 h 1220348"/>
                  <a:gd name="connsiteX2" fmla="*/ 0 w 2692590"/>
                  <a:gd name="connsiteY2" fmla="*/ 264809 h 1220348"/>
                  <a:gd name="connsiteX0" fmla="*/ 0 w 2692590"/>
                  <a:gd name="connsiteY0" fmla="*/ 264809 h 1546770"/>
                  <a:gd name="connsiteX1" fmla="*/ 2692590 w 2692590"/>
                  <a:gd name="connsiteY1" fmla="*/ 289250 h 1546770"/>
                  <a:gd name="connsiteX2" fmla="*/ 0 w 2692590"/>
                  <a:gd name="connsiteY2" fmla="*/ 264809 h 1546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92590" h="1546770">
                    <a:moveTo>
                      <a:pt x="0" y="264809"/>
                    </a:moveTo>
                    <a:cubicBezTo>
                      <a:pt x="878480" y="-177833"/>
                      <a:pt x="1998260" y="7897"/>
                      <a:pt x="2692590" y="289250"/>
                    </a:cubicBezTo>
                    <a:cubicBezTo>
                      <a:pt x="2195110" y="1443462"/>
                      <a:pt x="948330" y="2429665"/>
                      <a:pt x="0" y="264809"/>
                    </a:cubicBezTo>
                    <a:close/>
                  </a:path>
                </a:pathLst>
              </a:custGeom>
              <a:solidFill>
                <a:srgbClr val="252B2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Oval 48">
                <a:extLst>
                  <a:ext uri="{FF2B5EF4-FFF2-40B4-BE49-F238E27FC236}">
                    <a16:creationId xmlns:a16="http://schemas.microsoft.com/office/drawing/2014/main" id="{95B2E419-56F1-4CC0-A48A-0F2921912E67}"/>
                  </a:ext>
                </a:extLst>
              </p:cNvPr>
              <p:cNvSpPr/>
              <p:nvPr/>
            </p:nvSpPr>
            <p:spPr>
              <a:xfrm>
                <a:off x="8795873" y="2636658"/>
                <a:ext cx="1598089" cy="620903"/>
              </a:xfrm>
              <a:custGeom>
                <a:avLst/>
                <a:gdLst>
                  <a:gd name="connsiteX0" fmla="*/ 0 w 1605176"/>
                  <a:gd name="connsiteY0" fmla="*/ 523803 h 1047605"/>
                  <a:gd name="connsiteX1" fmla="*/ 802588 w 1605176"/>
                  <a:gd name="connsiteY1" fmla="*/ 0 h 1047605"/>
                  <a:gd name="connsiteX2" fmla="*/ 1605176 w 1605176"/>
                  <a:gd name="connsiteY2" fmla="*/ 523803 h 1047605"/>
                  <a:gd name="connsiteX3" fmla="*/ 802588 w 1605176"/>
                  <a:gd name="connsiteY3" fmla="*/ 1047606 h 1047605"/>
                  <a:gd name="connsiteX4" fmla="*/ 0 w 1605176"/>
                  <a:gd name="connsiteY4" fmla="*/ 523803 h 1047605"/>
                  <a:gd name="connsiteX0" fmla="*/ 0 w 1627486"/>
                  <a:gd name="connsiteY0" fmla="*/ 65475 h 589278"/>
                  <a:gd name="connsiteX1" fmla="*/ 1605176 w 1627486"/>
                  <a:gd name="connsiteY1" fmla="*/ 65475 h 589278"/>
                  <a:gd name="connsiteX2" fmla="*/ 802588 w 1627486"/>
                  <a:gd name="connsiteY2" fmla="*/ 589278 h 589278"/>
                  <a:gd name="connsiteX3" fmla="*/ 0 w 1627486"/>
                  <a:gd name="connsiteY3" fmla="*/ 65475 h 589278"/>
                  <a:gd name="connsiteX0" fmla="*/ 16221 w 1607759"/>
                  <a:gd name="connsiteY0" fmla="*/ 55424 h 579244"/>
                  <a:gd name="connsiteX1" fmla="*/ 1589647 w 1607759"/>
                  <a:gd name="connsiteY1" fmla="*/ 74474 h 579244"/>
                  <a:gd name="connsiteX2" fmla="*/ 818809 w 1607759"/>
                  <a:gd name="connsiteY2" fmla="*/ 579227 h 579244"/>
                  <a:gd name="connsiteX3" fmla="*/ 16221 w 1607759"/>
                  <a:gd name="connsiteY3" fmla="*/ 55424 h 579244"/>
                  <a:gd name="connsiteX0" fmla="*/ 16221 w 1607759"/>
                  <a:gd name="connsiteY0" fmla="*/ 76391 h 600211"/>
                  <a:gd name="connsiteX1" fmla="*/ 1589647 w 1607759"/>
                  <a:gd name="connsiteY1" fmla="*/ 95441 h 600211"/>
                  <a:gd name="connsiteX2" fmla="*/ 818809 w 1607759"/>
                  <a:gd name="connsiteY2" fmla="*/ 600194 h 600211"/>
                  <a:gd name="connsiteX3" fmla="*/ 16221 w 1607759"/>
                  <a:gd name="connsiteY3" fmla="*/ 76391 h 600211"/>
                  <a:gd name="connsiteX0" fmla="*/ 16221 w 1607759"/>
                  <a:gd name="connsiteY0" fmla="*/ 76391 h 600214"/>
                  <a:gd name="connsiteX1" fmla="*/ 1589647 w 1607759"/>
                  <a:gd name="connsiteY1" fmla="*/ 95441 h 600214"/>
                  <a:gd name="connsiteX2" fmla="*/ 818809 w 1607759"/>
                  <a:gd name="connsiteY2" fmla="*/ 600194 h 600214"/>
                  <a:gd name="connsiteX3" fmla="*/ 16221 w 1607759"/>
                  <a:gd name="connsiteY3" fmla="*/ 76391 h 600214"/>
                  <a:gd name="connsiteX0" fmla="*/ 19041 w 1610579"/>
                  <a:gd name="connsiteY0" fmla="*/ 100548 h 624371"/>
                  <a:gd name="connsiteX1" fmla="*/ 1592467 w 1610579"/>
                  <a:gd name="connsiteY1" fmla="*/ 119598 h 624371"/>
                  <a:gd name="connsiteX2" fmla="*/ 821629 w 1610579"/>
                  <a:gd name="connsiteY2" fmla="*/ 624351 h 624371"/>
                  <a:gd name="connsiteX3" fmla="*/ 19041 w 1610579"/>
                  <a:gd name="connsiteY3" fmla="*/ 100548 h 624371"/>
                  <a:gd name="connsiteX0" fmla="*/ 19300 w 1598089"/>
                  <a:gd name="connsiteY0" fmla="*/ 103441 h 620903"/>
                  <a:gd name="connsiteX1" fmla="*/ 1580026 w 1598089"/>
                  <a:gd name="connsiteY1" fmla="*/ 116141 h 620903"/>
                  <a:gd name="connsiteX2" fmla="*/ 809188 w 1598089"/>
                  <a:gd name="connsiteY2" fmla="*/ 620894 h 620903"/>
                  <a:gd name="connsiteX3" fmla="*/ 19300 w 1598089"/>
                  <a:gd name="connsiteY3" fmla="*/ 103441 h 620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8089" h="620903">
                    <a:moveTo>
                      <a:pt x="19300" y="103441"/>
                    </a:moveTo>
                    <a:cubicBezTo>
                      <a:pt x="160473" y="-44185"/>
                      <a:pt x="1433561" y="-28309"/>
                      <a:pt x="1580026" y="116141"/>
                    </a:cubicBezTo>
                    <a:cubicBezTo>
                      <a:pt x="1713791" y="254242"/>
                      <a:pt x="1069309" y="623011"/>
                      <a:pt x="809188" y="620894"/>
                    </a:cubicBezTo>
                    <a:cubicBezTo>
                      <a:pt x="549067" y="618777"/>
                      <a:pt x="-121873" y="251067"/>
                      <a:pt x="19300" y="103441"/>
                    </a:cubicBezTo>
                    <a:close/>
                  </a:path>
                </a:pathLst>
              </a:custGeom>
              <a:solidFill>
                <a:srgbClr val="D7797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013AE69D-BE48-46D5-A1AF-4037B197C855}"/>
                  </a:ext>
                </a:extLst>
              </p:cNvPr>
              <p:cNvSpPr/>
              <p:nvPr/>
            </p:nvSpPr>
            <p:spPr>
              <a:xfrm>
                <a:off x="8435544" y="2279887"/>
                <a:ext cx="2310413" cy="496382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10413" h="496382">
                    <a:moveTo>
                      <a:pt x="885334" y="1784"/>
                    </a:moveTo>
                    <a:cubicBezTo>
                      <a:pt x="1368181" y="-8973"/>
                      <a:pt x="1848845" y="30078"/>
                      <a:pt x="2243982" y="87980"/>
                    </a:cubicBezTo>
                    <a:lnTo>
                      <a:pt x="2310413" y="98377"/>
                    </a:lnTo>
                    <a:lnTo>
                      <a:pt x="2308911" y="103213"/>
                    </a:lnTo>
                    <a:cubicBezTo>
                      <a:pt x="2280225" y="218036"/>
                      <a:pt x="2273975" y="350270"/>
                      <a:pt x="2088237" y="343202"/>
                    </a:cubicBezTo>
                    <a:cubicBezTo>
                      <a:pt x="1999866" y="413631"/>
                      <a:pt x="1900383" y="448242"/>
                      <a:pt x="1808043" y="377333"/>
                    </a:cubicBezTo>
                    <a:cubicBezTo>
                      <a:pt x="1765710" y="427868"/>
                      <a:pt x="1730652" y="475758"/>
                      <a:pt x="1577061" y="417814"/>
                    </a:cubicBezTo>
                    <a:cubicBezTo>
                      <a:pt x="1506814" y="543227"/>
                      <a:pt x="1201220" y="491633"/>
                      <a:pt x="1157961" y="446389"/>
                    </a:cubicBezTo>
                    <a:cubicBezTo>
                      <a:pt x="1124227" y="472583"/>
                      <a:pt x="796673" y="546005"/>
                      <a:pt x="755530" y="405908"/>
                    </a:cubicBezTo>
                    <a:cubicBezTo>
                      <a:pt x="611332" y="488458"/>
                      <a:pt x="540953" y="416226"/>
                      <a:pt x="530105" y="339233"/>
                    </a:cubicBezTo>
                    <a:cubicBezTo>
                      <a:pt x="436972" y="434747"/>
                      <a:pt x="312882" y="370718"/>
                      <a:pt x="250705" y="332883"/>
                    </a:cubicBezTo>
                    <a:cubicBezTo>
                      <a:pt x="55443" y="325862"/>
                      <a:pt x="37434" y="211239"/>
                      <a:pt x="5808" y="107554"/>
                    </a:cubicBezTo>
                    <a:lnTo>
                      <a:pt x="0" y="91144"/>
                    </a:lnTo>
                    <a:lnTo>
                      <a:pt x="169845" y="59144"/>
                    </a:lnTo>
                    <a:cubicBezTo>
                      <a:pt x="401942" y="24993"/>
                      <a:pt x="643911" y="7162"/>
                      <a:pt x="885334" y="1784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F4C0D7C6-5333-40B3-8998-8AA0F938F084}"/>
                  </a:ext>
                </a:extLst>
              </p:cNvPr>
              <p:cNvSpPr/>
              <p:nvPr/>
            </p:nvSpPr>
            <p:spPr>
              <a:xfrm>
                <a:off x="9090658" y="2947722"/>
                <a:ext cx="948528" cy="200102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  <a:gd name="connsiteX0" fmla="*/ 5556 w 1688959"/>
                  <a:gd name="connsiteY0" fmla="*/ 150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17" fmla="*/ 5556 w 1688959"/>
                  <a:gd name="connsiteY17" fmla="*/ 1503 h 262241"/>
                  <a:gd name="connsiteX0" fmla="*/ 979 w 1688959"/>
                  <a:gd name="connsiteY0" fmla="*/ 18462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0" fmla="*/ 0 w 1688959"/>
                  <a:gd name="connsiteY0" fmla="*/ 4238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0" fmla="*/ 0 w 1605227"/>
                  <a:gd name="connsiteY0" fmla="*/ 87037 h 262241"/>
                  <a:gd name="connsiteX1" fmla="*/ 88512 w 1605227"/>
                  <a:gd name="connsiteY1" fmla="*/ 25329 h 262241"/>
                  <a:gd name="connsiteX2" fmla="*/ 295681 w 1605227"/>
                  <a:gd name="connsiteY2" fmla="*/ 51523 h 262241"/>
                  <a:gd name="connsiteX3" fmla="*/ 431412 w 1605227"/>
                  <a:gd name="connsiteY3" fmla="*/ 63429 h 262241"/>
                  <a:gd name="connsiteX4" fmla="*/ 583812 w 1605227"/>
                  <a:gd name="connsiteY4" fmla="*/ 70573 h 262241"/>
                  <a:gd name="connsiteX5" fmla="*/ 757643 w 1605227"/>
                  <a:gd name="connsiteY5" fmla="*/ 68192 h 262241"/>
                  <a:gd name="connsiteX6" fmla="*/ 912424 w 1605227"/>
                  <a:gd name="connsiteY6" fmla="*/ 72954 h 262241"/>
                  <a:gd name="connsiteX7" fmla="*/ 1086256 w 1605227"/>
                  <a:gd name="connsiteY7" fmla="*/ 75335 h 262241"/>
                  <a:gd name="connsiteX8" fmla="*/ 1233893 w 1605227"/>
                  <a:gd name="connsiteY8" fmla="*/ 58667 h 262241"/>
                  <a:gd name="connsiteX9" fmla="*/ 1433918 w 1605227"/>
                  <a:gd name="connsiteY9" fmla="*/ 37235 h 262241"/>
                  <a:gd name="connsiteX10" fmla="*/ 1588698 w 1605227"/>
                  <a:gd name="connsiteY10" fmla="*/ 8646 h 262241"/>
                  <a:gd name="connsiteX11" fmla="*/ 1601786 w 1605227"/>
                  <a:gd name="connsiteY11" fmla="*/ 41120 h 262241"/>
                  <a:gd name="connsiteX12" fmla="*/ 1605227 w 1605227"/>
                  <a:gd name="connsiteY12" fmla="*/ 58475 h 262241"/>
                  <a:gd name="connsiteX13" fmla="*/ 1480650 w 1605227"/>
                  <a:gd name="connsiteY13" fmla="*/ 115486 h 262241"/>
                  <a:gd name="connsiteX14" fmla="*/ 0 w 1605227"/>
                  <a:gd name="connsiteY14" fmla="*/ 87037 h 262241"/>
                  <a:gd name="connsiteX0" fmla="*/ 0 w 1605227"/>
                  <a:gd name="connsiteY0" fmla="*/ 85881 h 261085"/>
                  <a:gd name="connsiteX1" fmla="*/ 295681 w 1605227"/>
                  <a:gd name="connsiteY1" fmla="*/ 50367 h 261085"/>
                  <a:gd name="connsiteX2" fmla="*/ 431412 w 1605227"/>
                  <a:gd name="connsiteY2" fmla="*/ 62273 h 261085"/>
                  <a:gd name="connsiteX3" fmla="*/ 583812 w 1605227"/>
                  <a:gd name="connsiteY3" fmla="*/ 69417 h 261085"/>
                  <a:gd name="connsiteX4" fmla="*/ 757643 w 1605227"/>
                  <a:gd name="connsiteY4" fmla="*/ 67036 h 261085"/>
                  <a:gd name="connsiteX5" fmla="*/ 912424 w 1605227"/>
                  <a:gd name="connsiteY5" fmla="*/ 71798 h 261085"/>
                  <a:gd name="connsiteX6" fmla="*/ 1086256 w 1605227"/>
                  <a:gd name="connsiteY6" fmla="*/ 74179 h 261085"/>
                  <a:gd name="connsiteX7" fmla="*/ 1233893 w 1605227"/>
                  <a:gd name="connsiteY7" fmla="*/ 57511 h 261085"/>
                  <a:gd name="connsiteX8" fmla="*/ 1433918 w 1605227"/>
                  <a:gd name="connsiteY8" fmla="*/ 36079 h 261085"/>
                  <a:gd name="connsiteX9" fmla="*/ 1588698 w 1605227"/>
                  <a:gd name="connsiteY9" fmla="*/ 7490 h 261085"/>
                  <a:gd name="connsiteX10" fmla="*/ 1601786 w 1605227"/>
                  <a:gd name="connsiteY10" fmla="*/ 39964 h 261085"/>
                  <a:gd name="connsiteX11" fmla="*/ 1605227 w 1605227"/>
                  <a:gd name="connsiteY11" fmla="*/ 57319 h 261085"/>
                  <a:gd name="connsiteX12" fmla="*/ 1480650 w 1605227"/>
                  <a:gd name="connsiteY12" fmla="*/ 114330 h 261085"/>
                  <a:gd name="connsiteX13" fmla="*/ 0 w 1605227"/>
                  <a:gd name="connsiteY13" fmla="*/ 85881 h 261085"/>
                  <a:gd name="connsiteX0" fmla="*/ 0 w 1309952"/>
                  <a:gd name="connsiteY0" fmla="*/ 162081 h 305286"/>
                  <a:gd name="connsiteX1" fmla="*/ 406 w 1309952"/>
                  <a:gd name="connsiteY1" fmla="*/ 50367 h 305286"/>
                  <a:gd name="connsiteX2" fmla="*/ 136137 w 1309952"/>
                  <a:gd name="connsiteY2" fmla="*/ 62273 h 305286"/>
                  <a:gd name="connsiteX3" fmla="*/ 288537 w 1309952"/>
                  <a:gd name="connsiteY3" fmla="*/ 69417 h 305286"/>
                  <a:gd name="connsiteX4" fmla="*/ 462368 w 1309952"/>
                  <a:gd name="connsiteY4" fmla="*/ 67036 h 305286"/>
                  <a:gd name="connsiteX5" fmla="*/ 617149 w 1309952"/>
                  <a:gd name="connsiteY5" fmla="*/ 71798 h 305286"/>
                  <a:gd name="connsiteX6" fmla="*/ 790981 w 1309952"/>
                  <a:gd name="connsiteY6" fmla="*/ 74179 h 305286"/>
                  <a:gd name="connsiteX7" fmla="*/ 938618 w 1309952"/>
                  <a:gd name="connsiteY7" fmla="*/ 57511 h 305286"/>
                  <a:gd name="connsiteX8" fmla="*/ 1138643 w 1309952"/>
                  <a:gd name="connsiteY8" fmla="*/ 36079 h 305286"/>
                  <a:gd name="connsiteX9" fmla="*/ 1293423 w 1309952"/>
                  <a:gd name="connsiteY9" fmla="*/ 7490 h 305286"/>
                  <a:gd name="connsiteX10" fmla="*/ 1306511 w 1309952"/>
                  <a:gd name="connsiteY10" fmla="*/ 39964 h 305286"/>
                  <a:gd name="connsiteX11" fmla="*/ 1309952 w 1309952"/>
                  <a:gd name="connsiteY11" fmla="*/ 57319 h 305286"/>
                  <a:gd name="connsiteX12" fmla="*/ 1185375 w 1309952"/>
                  <a:gd name="connsiteY12" fmla="*/ 114330 h 305286"/>
                  <a:gd name="connsiteX13" fmla="*/ 0 w 1309952"/>
                  <a:gd name="connsiteY13" fmla="*/ 162081 h 305286"/>
                  <a:gd name="connsiteX0" fmla="*/ 59294 w 1369246"/>
                  <a:gd name="connsiteY0" fmla="*/ 162081 h 305286"/>
                  <a:gd name="connsiteX1" fmla="*/ 195431 w 1369246"/>
                  <a:gd name="connsiteY1" fmla="*/ 62273 h 305286"/>
                  <a:gd name="connsiteX2" fmla="*/ 347831 w 1369246"/>
                  <a:gd name="connsiteY2" fmla="*/ 69417 h 305286"/>
                  <a:gd name="connsiteX3" fmla="*/ 521662 w 1369246"/>
                  <a:gd name="connsiteY3" fmla="*/ 67036 h 305286"/>
                  <a:gd name="connsiteX4" fmla="*/ 676443 w 1369246"/>
                  <a:gd name="connsiteY4" fmla="*/ 71798 h 305286"/>
                  <a:gd name="connsiteX5" fmla="*/ 850275 w 1369246"/>
                  <a:gd name="connsiteY5" fmla="*/ 74179 h 305286"/>
                  <a:gd name="connsiteX6" fmla="*/ 997912 w 1369246"/>
                  <a:gd name="connsiteY6" fmla="*/ 57511 h 305286"/>
                  <a:gd name="connsiteX7" fmla="*/ 1197937 w 1369246"/>
                  <a:gd name="connsiteY7" fmla="*/ 36079 h 305286"/>
                  <a:gd name="connsiteX8" fmla="*/ 1352717 w 1369246"/>
                  <a:gd name="connsiteY8" fmla="*/ 7490 h 305286"/>
                  <a:gd name="connsiteX9" fmla="*/ 1365805 w 1369246"/>
                  <a:gd name="connsiteY9" fmla="*/ 39964 h 305286"/>
                  <a:gd name="connsiteX10" fmla="*/ 1369246 w 1369246"/>
                  <a:gd name="connsiteY10" fmla="*/ 57319 h 305286"/>
                  <a:gd name="connsiteX11" fmla="*/ 1244669 w 1369246"/>
                  <a:gd name="connsiteY11" fmla="*/ 114330 h 305286"/>
                  <a:gd name="connsiteX12" fmla="*/ 59294 w 1369246"/>
                  <a:gd name="connsiteY12" fmla="*/ 162081 h 305286"/>
                  <a:gd name="connsiteX0" fmla="*/ 76644 w 1296108"/>
                  <a:gd name="connsiteY0" fmla="*/ 181131 h 317709"/>
                  <a:gd name="connsiteX1" fmla="*/ 122293 w 1296108"/>
                  <a:gd name="connsiteY1" fmla="*/ 62273 h 317709"/>
                  <a:gd name="connsiteX2" fmla="*/ 274693 w 1296108"/>
                  <a:gd name="connsiteY2" fmla="*/ 69417 h 317709"/>
                  <a:gd name="connsiteX3" fmla="*/ 448524 w 1296108"/>
                  <a:gd name="connsiteY3" fmla="*/ 67036 h 317709"/>
                  <a:gd name="connsiteX4" fmla="*/ 603305 w 1296108"/>
                  <a:gd name="connsiteY4" fmla="*/ 71798 h 317709"/>
                  <a:gd name="connsiteX5" fmla="*/ 777137 w 1296108"/>
                  <a:gd name="connsiteY5" fmla="*/ 74179 h 317709"/>
                  <a:gd name="connsiteX6" fmla="*/ 924774 w 1296108"/>
                  <a:gd name="connsiteY6" fmla="*/ 57511 h 317709"/>
                  <a:gd name="connsiteX7" fmla="*/ 1124799 w 1296108"/>
                  <a:gd name="connsiteY7" fmla="*/ 36079 h 317709"/>
                  <a:gd name="connsiteX8" fmla="*/ 1279579 w 1296108"/>
                  <a:gd name="connsiteY8" fmla="*/ 7490 h 317709"/>
                  <a:gd name="connsiteX9" fmla="*/ 1292667 w 1296108"/>
                  <a:gd name="connsiteY9" fmla="*/ 39964 h 317709"/>
                  <a:gd name="connsiteX10" fmla="*/ 1296108 w 1296108"/>
                  <a:gd name="connsiteY10" fmla="*/ 57319 h 317709"/>
                  <a:gd name="connsiteX11" fmla="*/ 1171531 w 1296108"/>
                  <a:gd name="connsiteY11" fmla="*/ 114330 h 317709"/>
                  <a:gd name="connsiteX12" fmla="*/ 76644 w 1296108"/>
                  <a:gd name="connsiteY12" fmla="*/ 181131 h 317709"/>
                  <a:gd name="connsiteX0" fmla="*/ 68286 w 1287750"/>
                  <a:gd name="connsiteY0" fmla="*/ 181131 h 317709"/>
                  <a:gd name="connsiteX1" fmla="*/ 152035 w 1287750"/>
                  <a:gd name="connsiteY1" fmla="*/ 76560 h 317709"/>
                  <a:gd name="connsiteX2" fmla="*/ 266335 w 1287750"/>
                  <a:gd name="connsiteY2" fmla="*/ 69417 h 317709"/>
                  <a:gd name="connsiteX3" fmla="*/ 440166 w 1287750"/>
                  <a:gd name="connsiteY3" fmla="*/ 67036 h 317709"/>
                  <a:gd name="connsiteX4" fmla="*/ 594947 w 1287750"/>
                  <a:gd name="connsiteY4" fmla="*/ 71798 h 317709"/>
                  <a:gd name="connsiteX5" fmla="*/ 768779 w 1287750"/>
                  <a:gd name="connsiteY5" fmla="*/ 74179 h 317709"/>
                  <a:gd name="connsiteX6" fmla="*/ 916416 w 1287750"/>
                  <a:gd name="connsiteY6" fmla="*/ 57511 h 317709"/>
                  <a:gd name="connsiteX7" fmla="*/ 1116441 w 1287750"/>
                  <a:gd name="connsiteY7" fmla="*/ 36079 h 317709"/>
                  <a:gd name="connsiteX8" fmla="*/ 1271221 w 1287750"/>
                  <a:gd name="connsiteY8" fmla="*/ 7490 h 317709"/>
                  <a:gd name="connsiteX9" fmla="*/ 1284309 w 1287750"/>
                  <a:gd name="connsiteY9" fmla="*/ 39964 h 317709"/>
                  <a:gd name="connsiteX10" fmla="*/ 1287750 w 1287750"/>
                  <a:gd name="connsiteY10" fmla="*/ 57319 h 317709"/>
                  <a:gd name="connsiteX11" fmla="*/ 1163173 w 1287750"/>
                  <a:gd name="connsiteY11" fmla="*/ 114330 h 317709"/>
                  <a:gd name="connsiteX12" fmla="*/ 68286 w 1287750"/>
                  <a:gd name="connsiteY12" fmla="*/ 181131 h 317709"/>
                  <a:gd name="connsiteX0" fmla="*/ 76394 w 1295858"/>
                  <a:gd name="connsiteY0" fmla="*/ 181131 h 317709"/>
                  <a:gd name="connsiteX1" fmla="*/ 160143 w 1295858"/>
                  <a:gd name="connsiteY1" fmla="*/ 76560 h 317709"/>
                  <a:gd name="connsiteX2" fmla="*/ 274443 w 1295858"/>
                  <a:gd name="connsiteY2" fmla="*/ 69417 h 317709"/>
                  <a:gd name="connsiteX3" fmla="*/ 448274 w 1295858"/>
                  <a:gd name="connsiteY3" fmla="*/ 67036 h 317709"/>
                  <a:gd name="connsiteX4" fmla="*/ 603055 w 1295858"/>
                  <a:gd name="connsiteY4" fmla="*/ 71798 h 317709"/>
                  <a:gd name="connsiteX5" fmla="*/ 776887 w 1295858"/>
                  <a:gd name="connsiteY5" fmla="*/ 74179 h 317709"/>
                  <a:gd name="connsiteX6" fmla="*/ 924524 w 1295858"/>
                  <a:gd name="connsiteY6" fmla="*/ 57511 h 317709"/>
                  <a:gd name="connsiteX7" fmla="*/ 1124549 w 1295858"/>
                  <a:gd name="connsiteY7" fmla="*/ 36079 h 317709"/>
                  <a:gd name="connsiteX8" fmla="*/ 1279329 w 1295858"/>
                  <a:gd name="connsiteY8" fmla="*/ 7490 h 317709"/>
                  <a:gd name="connsiteX9" fmla="*/ 1292417 w 1295858"/>
                  <a:gd name="connsiteY9" fmla="*/ 39964 h 317709"/>
                  <a:gd name="connsiteX10" fmla="*/ 1295858 w 1295858"/>
                  <a:gd name="connsiteY10" fmla="*/ 57319 h 317709"/>
                  <a:gd name="connsiteX11" fmla="*/ 1171281 w 1295858"/>
                  <a:gd name="connsiteY11" fmla="*/ 114330 h 317709"/>
                  <a:gd name="connsiteX12" fmla="*/ 76394 w 1295858"/>
                  <a:gd name="connsiteY12" fmla="*/ 181131 h 317709"/>
                  <a:gd name="connsiteX0" fmla="*/ 76394 w 1292417"/>
                  <a:gd name="connsiteY0" fmla="*/ 181131 h 317709"/>
                  <a:gd name="connsiteX1" fmla="*/ 160143 w 1292417"/>
                  <a:gd name="connsiteY1" fmla="*/ 76560 h 317709"/>
                  <a:gd name="connsiteX2" fmla="*/ 274443 w 1292417"/>
                  <a:gd name="connsiteY2" fmla="*/ 69417 h 317709"/>
                  <a:gd name="connsiteX3" fmla="*/ 448274 w 1292417"/>
                  <a:gd name="connsiteY3" fmla="*/ 67036 h 317709"/>
                  <a:gd name="connsiteX4" fmla="*/ 603055 w 1292417"/>
                  <a:gd name="connsiteY4" fmla="*/ 71798 h 317709"/>
                  <a:gd name="connsiteX5" fmla="*/ 776887 w 1292417"/>
                  <a:gd name="connsiteY5" fmla="*/ 74179 h 317709"/>
                  <a:gd name="connsiteX6" fmla="*/ 924524 w 1292417"/>
                  <a:gd name="connsiteY6" fmla="*/ 57511 h 317709"/>
                  <a:gd name="connsiteX7" fmla="*/ 1124549 w 1292417"/>
                  <a:gd name="connsiteY7" fmla="*/ 36079 h 317709"/>
                  <a:gd name="connsiteX8" fmla="*/ 1279329 w 1292417"/>
                  <a:gd name="connsiteY8" fmla="*/ 7490 h 317709"/>
                  <a:gd name="connsiteX9" fmla="*/ 1292417 w 1292417"/>
                  <a:gd name="connsiteY9" fmla="*/ 39964 h 317709"/>
                  <a:gd name="connsiteX10" fmla="*/ 1171281 w 1292417"/>
                  <a:gd name="connsiteY10" fmla="*/ 114330 h 317709"/>
                  <a:gd name="connsiteX11" fmla="*/ 76394 w 1292417"/>
                  <a:gd name="connsiteY11" fmla="*/ 181131 h 317709"/>
                  <a:gd name="connsiteX0" fmla="*/ 76394 w 1303664"/>
                  <a:gd name="connsiteY0" fmla="*/ 181131 h 317709"/>
                  <a:gd name="connsiteX1" fmla="*/ 160143 w 1303664"/>
                  <a:gd name="connsiteY1" fmla="*/ 76560 h 317709"/>
                  <a:gd name="connsiteX2" fmla="*/ 274443 w 1303664"/>
                  <a:gd name="connsiteY2" fmla="*/ 69417 h 317709"/>
                  <a:gd name="connsiteX3" fmla="*/ 448274 w 1303664"/>
                  <a:gd name="connsiteY3" fmla="*/ 67036 h 317709"/>
                  <a:gd name="connsiteX4" fmla="*/ 603055 w 1303664"/>
                  <a:gd name="connsiteY4" fmla="*/ 71798 h 317709"/>
                  <a:gd name="connsiteX5" fmla="*/ 776887 w 1303664"/>
                  <a:gd name="connsiteY5" fmla="*/ 74179 h 317709"/>
                  <a:gd name="connsiteX6" fmla="*/ 924524 w 1303664"/>
                  <a:gd name="connsiteY6" fmla="*/ 57511 h 317709"/>
                  <a:gd name="connsiteX7" fmla="*/ 1124549 w 1303664"/>
                  <a:gd name="connsiteY7" fmla="*/ 36079 h 317709"/>
                  <a:gd name="connsiteX8" fmla="*/ 1279329 w 1303664"/>
                  <a:gd name="connsiteY8" fmla="*/ 7490 h 317709"/>
                  <a:gd name="connsiteX9" fmla="*/ 1171281 w 1303664"/>
                  <a:gd name="connsiteY9" fmla="*/ 114330 h 317709"/>
                  <a:gd name="connsiteX10" fmla="*/ 76394 w 1303664"/>
                  <a:gd name="connsiteY10" fmla="*/ 181131 h 317709"/>
                  <a:gd name="connsiteX0" fmla="*/ 76394 w 1279714"/>
                  <a:gd name="connsiteY0" fmla="*/ 181131 h 337196"/>
                  <a:gd name="connsiteX1" fmla="*/ 160143 w 1279714"/>
                  <a:gd name="connsiteY1" fmla="*/ 76560 h 337196"/>
                  <a:gd name="connsiteX2" fmla="*/ 274443 w 1279714"/>
                  <a:gd name="connsiteY2" fmla="*/ 69417 h 337196"/>
                  <a:gd name="connsiteX3" fmla="*/ 448274 w 1279714"/>
                  <a:gd name="connsiteY3" fmla="*/ 67036 h 337196"/>
                  <a:gd name="connsiteX4" fmla="*/ 603055 w 1279714"/>
                  <a:gd name="connsiteY4" fmla="*/ 71798 h 337196"/>
                  <a:gd name="connsiteX5" fmla="*/ 776887 w 1279714"/>
                  <a:gd name="connsiteY5" fmla="*/ 74179 h 337196"/>
                  <a:gd name="connsiteX6" fmla="*/ 924524 w 1279714"/>
                  <a:gd name="connsiteY6" fmla="*/ 57511 h 337196"/>
                  <a:gd name="connsiteX7" fmla="*/ 1124549 w 1279714"/>
                  <a:gd name="connsiteY7" fmla="*/ 36079 h 337196"/>
                  <a:gd name="connsiteX8" fmla="*/ 1279329 w 1279714"/>
                  <a:gd name="connsiteY8" fmla="*/ 7490 h 337196"/>
                  <a:gd name="connsiteX9" fmla="*/ 976019 w 1279714"/>
                  <a:gd name="connsiteY9" fmla="*/ 166717 h 337196"/>
                  <a:gd name="connsiteX10" fmla="*/ 76394 w 1279714"/>
                  <a:gd name="connsiteY10" fmla="*/ 181131 h 337196"/>
                  <a:gd name="connsiteX0" fmla="*/ 76394 w 1129532"/>
                  <a:gd name="connsiteY0" fmla="*/ 166486 h 322551"/>
                  <a:gd name="connsiteX1" fmla="*/ 160143 w 1129532"/>
                  <a:gd name="connsiteY1" fmla="*/ 61915 h 322551"/>
                  <a:gd name="connsiteX2" fmla="*/ 274443 w 1129532"/>
                  <a:gd name="connsiteY2" fmla="*/ 54772 h 322551"/>
                  <a:gd name="connsiteX3" fmla="*/ 448274 w 1129532"/>
                  <a:gd name="connsiteY3" fmla="*/ 52391 h 322551"/>
                  <a:gd name="connsiteX4" fmla="*/ 603055 w 1129532"/>
                  <a:gd name="connsiteY4" fmla="*/ 57153 h 322551"/>
                  <a:gd name="connsiteX5" fmla="*/ 776887 w 1129532"/>
                  <a:gd name="connsiteY5" fmla="*/ 59534 h 322551"/>
                  <a:gd name="connsiteX6" fmla="*/ 924524 w 1129532"/>
                  <a:gd name="connsiteY6" fmla="*/ 42866 h 322551"/>
                  <a:gd name="connsiteX7" fmla="*/ 1124549 w 1129532"/>
                  <a:gd name="connsiteY7" fmla="*/ 21434 h 322551"/>
                  <a:gd name="connsiteX8" fmla="*/ 976019 w 1129532"/>
                  <a:gd name="connsiteY8" fmla="*/ 152072 h 322551"/>
                  <a:gd name="connsiteX9" fmla="*/ 76394 w 1129532"/>
                  <a:gd name="connsiteY9" fmla="*/ 166486 h 322551"/>
                  <a:gd name="connsiteX0" fmla="*/ 76394 w 1033508"/>
                  <a:gd name="connsiteY0" fmla="*/ 133475 h 289540"/>
                  <a:gd name="connsiteX1" fmla="*/ 160143 w 1033508"/>
                  <a:gd name="connsiteY1" fmla="*/ 28904 h 289540"/>
                  <a:gd name="connsiteX2" fmla="*/ 274443 w 1033508"/>
                  <a:gd name="connsiteY2" fmla="*/ 21761 h 289540"/>
                  <a:gd name="connsiteX3" fmla="*/ 448274 w 1033508"/>
                  <a:gd name="connsiteY3" fmla="*/ 19380 h 289540"/>
                  <a:gd name="connsiteX4" fmla="*/ 603055 w 1033508"/>
                  <a:gd name="connsiteY4" fmla="*/ 24142 h 289540"/>
                  <a:gd name="connsiteX5" fmla="*/ 776887 w 1033508"/>
                  <a:gd name="connsiteY5" fmla="*/ 26523 h 289540"/>
                  <a:gd name="connsiteX6" fmla="*/ 924524 w 1033508"/>
                  <a:gd name="connsiteY6" fmla="*/ 9855 h 289540"/>
                  <a:gd name="connsiteX7" fmla="*/ 976019 w 1033508"/>
                  <a:gd name="connsiteY7" fmla="*/ 119061 h 289540"/>
                  <a:gd name="connsiteX8" fmla="*/ 76394 w 1033508"/>
                  <a:gd name="connsiteY8" fmla="*/ 133475 h 289540"/>
                  <a:gd name="connsiteX0" fmla="*/ 76394 w 1006338"/>
                  <a:gd name="connsiteY0" fmla="*/ 132461 h 288526"/>
                  <a:gd name="connsiteX1" fmla="*/ 160143 w 1006338"/>
                  <a:gd name="connsiteY1" fmla="*/ 27890 h 288526"/>
                  <a:gd name="connsiteX2" fmla="*/ 274443 w 1006338"/>
                  <a:gd name="connsiteY2" fmla="*/ 20747 h 288526"/>
                  <a:gd name="connsiteX3" fmla="*/ 448274 w 1006338"/>
                  <a:gd name="connsiteY3" fmla="*/ 18366 h 288526"/>
                  <a:gd name="connsiteX4" fmla="*/ 603055 w 1006338"/>
                  <a:gd name="connsiteY4" fmla="*/ 23128 h 288526"/>
                  <a:gd name="connsiteX5" fmla="*/ 776887 w 1006338"/>
                  <a:gd name="connsiteY5" fmla="*/ 25509 h 288526"/>
                  <a:gd name="connsiteX6" fmla="*/ 976019 w 1006338"/>
                  <a:gd name="connsiteY6" fmla="*/ 118047 h 288526"/>
                  <a:gd name="connsiteX7" fmla="*/ 76394 w 1006338"/>
                  <a:gd name="connsiteY7" fmla="*/ 132461 h 288526"/>
                  <a:gd name="connsiteX0" fmla="*/ 76394 w 1012279"/>
                  <a:gd name="connsiteY0" fmla="*/ 138964 h 295029"/>
                  <a:gd name="connsiteX1" fmla="*/ 160143 w 1012279"/>
                  <a:gd name="connsiteY1" fmla="*/ 34393 h 295029"/>
                  <a:gd name="connsiteX2" fmla="*/ 274443 w 1012279"/>
                  <a:gd name="connsiteY2" fmla="*/ 27250 h 295029"/>
                  <a:gd name="connsiteX3" fmla="*/ 448274 w 1012279"/>
                  <a:gd name="connsiteY3" fmla="*/ 24869 h 295029"/>
                  <a:gd name="connsiteX4" fmla="*/ 603055 w 1012279"/>
                  <a:gd name="connsiteY4" fmla="*/ 29631 h 295029"/>
                  <a:gd name="connsiteX5" fmla="*/ 776887 w 1012279"/>
                  <a:gd name="connsiteY5" fmla="*/ 32012 h 295029"/>
                  <a:gd name="connsiteX6" fmla="*/ 976019 w 1012279"/>
                  <a:gd name="connsiteY6" fmla="*/ 124550 h 295029"/>
                  <a:gd name="connsiteX7" fmla="*/ 76394 w 1012279"/>
                  <a:gd name="connsiteY7" fmla="*/ 138964 h 295029"/>
                  <a:gd name="connsiteX0" fmla="*/ 76394 w 944468"/>
                  <a:gd name="connsiteY0" fmla="*/ 136724 h 300918"/>
                  <a:gd name="connsiteX1" fmla="*/ 160143 w 944468"/>
                  <a:gd name="connsiteY1" fmla="*/ 32153 h 300918"/>
                  <a:gd name="connsiteX2" fmla="*/ 274443 w 944468"/>
                  <a:gd name="connsiteY2" fmla="*/ 25010 h 300918"/>
                  <a:gd name="connsiteX3" fmla="*/ 448274 w 944468"/>
                  <a:gd name="connsiteY3" fmla="*/ 22629 h 300918"/>
                  <a:gd name="connsiteX4" fmla="*/ 603055 w 944468"/>
                  <a:gd name="connsiteY4" fmla="*/ 27391 h 300918"/>
                  <a:gd name="connsiteX5" fmla="*/ 776887 w 944468"/>
                  <a:gd name="connsiteY5" fmla="*/ 29772 h 300918"/>
                  <a:gd name="connsiteX6" fmla="*/ 895056 w 944468"/>
                  <a:gd name="connsiteY6" fmla="*/ 141360 h 300918"/>
                  <a:gd name="connsiteX7" fmla="*/ 76394 w 944468"/>
                  <a:gd name="connsiteY7" fmla="*/ 136724 h 300918"/>
                  <a:gd name="connsiteX0" fmla="*/ 76394 w 944468"/>
                  <a:gd name="connsiteY0" fmla="*/ 136724 h 264385"/>
                  <a:gd name="connsiteX1" fmla="*/ 160143 w 944468"/>
                  <a:gd name="connsiteY1" fmla="*/ 32153 h 264385"/>
                  <a:gd name="connsiteX2" fmla="*/ 274443 w 944468"/>
                  <a:gd name="connsiteY2" fmla="*/ 25010 h 264385"/>
                  <a:gd name="connsiteX3" fmla="*/ 448274 w 944468"/>
                  <a:gd name="connsiteY3" fmla="*/ 22629 h 264385"/>
                  <a:gd name="connsiteX4" fmla="*/ 603055 w 944468"/>
                  <a:gd name="connsiteY4" fmla="*/ 27391 h 264385"/>
                  <a:gd name="connsiteX5" fmla="*/ 776887 w 944468"/>
                  <a:gd name="connsiteY5" fmla="*/ 29772 h 264385"/>
                  <a:gd name="connsiteX6" fmla="*/ 895056 w 944468"/>
                  <a:gd name="connsiteY6" fmla="*/ 141360 h 264385"/>
                  <a:gd name="connsiteX7" fmla="*/ 76394 w 944468"/>
                  <a:gd name="connsiteY7" fmla="*/ 136724 h 264385"/>
                  <a:gd name="connsiteX0" fmla="*/ 76394 w 944468"/>
                  <a:gd name="connsiteY0" fmla="*/ 136724 h 196870"/>
                  <a:gd name="connsiteX1" fmla="*/ 160143 w 944468"/>
                  <a:gd name="connsiteY1" fmla="*/ 32153 h 196870"/>
                  <a:gd name="connsiteX2" fmla="*/ 274443 w 944468"/>
                  <a:gd name="connsiteY2" fmla="*/ 25010 h 196870"/>
                  <a:gd name="connsiteX3" fmla="*/ 448274 w 944468"/>
                  <a:gd name="connsiteY3" fmla="*/ 22629 h 196870"/>
                  <a:gd name="connsiteX4" fmla="*/ 603055 w 944468"/>
                  <a:gd name="connsiteY4" fmla="*/ 27391 h 196870"/>
                  <a:gd name="connsiteX5" fmla="*/ 776887 w 944468"/>
                  <a:gd name="connsiteY5" fmla="*/ 29772 h 196870"/>
                  <a:gd name="connsiteX6" fmla="*/ 895056 w 944468"/>
                  <a:gd name="connsiteY6" fmla="*/ 141360 h 196870"/>
                  <a:gd name="connsiteX7" fmla="*/ 76394 w 944468"/>
                  <a:gd name="connsiteY7" fmla="*/ 136724 h 196870"/>
                  <a:gd name="connsiteX0" fmla="*/ 80454 w 948528"/>
                  <a:gd name="connsiteY0" fmla="*/ 139956 h 200102"/>
                  <a:gd name="connsiteX1" fmla="*/ 164203 w 948528"/>
                  <a:gd name="connsiteY1" fmla="*/ 35385 h 200102"/>
                  <a:gd name="connsiteX2" fmla="*/ 278503 w 948528"/>
                  <a:gd name="connsiteY2" fmla="*/ 28242 h 200102"/>
                  <a:gd name="connsiteX3" fmla="*/ 452334 w 948528"/>
                  <a:gd name="connsiteY3" fmla="*/ 25861 h 200102"/>
                  <a:gd name="connsiteX4" fmla="*/ 607115 w 948528"/>
                  <a:gd name="connsiteY4" fmla="*/ 30623 h 200102"/>
                  <a:gd name="connsiteX5" fmla="*/ 780947 w 948528"/>
                  <a:gd name="connsiteY5" fmla="*/ 33004 h 200102"/>
                  <a:gd name="connsiteX6" fmla="*/ 899116 w 948528"/>
                  <a:gd name="connsiteY6" fmla="*/ 144592 h 200102"/>
                  <a:gd name="connsiteX7" fmla="*/ 80454 w 948528"/>
                  <a:gd name="connsiteY7" fmla="*/ 139956 h 200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8528" h="200102">
                    <a:moveTo>
                      <a:pt x="80454" y="139956"/>
                    </a:moveTo>
                    <a:cubicBezTo>
                      <a:pt x="-94419" y="131280"/>
                      <a:pt x="54201" y="-82521"/>
                      <a:pt x="164203" y="35385"/>
                    </a:cubicBezTo>
                    <a:cubicBezTo>
                      <a:pt x="219766" y="21892"/>
                      <a:pt x="227703" y="-1127"/>
                      <a:pt x="278503" y="28242"/>
                    </a:cubicBezTo>
                    <a:cubicBezTo>
                      <a:pt x="332477" y="11573"/>
                      <a:pt x="381691" y="-7477"/>
                      <a:pt x="452334" y="25861"/>
                    </a:cubicBezTo>
                    <a:cubicBezTo>
                      <a:pt x="522978" y="10779"/>
                      <a:pt x="545996" y="2842"/>
                      <a:pt x="607115" y="30623"/>
                    </a:cubicBezTo>
                    <a:cubicBezTo>
                      <a:pt x="703953" y="2048"/>
                      <a:pt x="710303" y="11572"/>
                      <a:pt x="780947" y="33004"/>
                    </a:cubicBezTo>
                    <a:cubicBezTo>
                      <a:pt x="905020" y="-70239"/>
                      <a:pt x="1015865" y="126767"/>
                      <a:pt x="899116" y="144592"/>
                    </a:cubicBezTo>
                    <a:cubicBezTo>
                      <a:pt x="557866" y="201683"/>
                      <a:pt x="368323" y="235692"/>
                      <a:pt x="80454" y="13995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9951F11-F2A2-429B-B61C-3D18EE28AF62}"/>
                  </a:ext>
                </a:extLst>
              </p:cNvPr>
              <p:cNvSpPr/>
              <p:nvPr/>
            </p:nvSpPr>
            <p:spPr>
              <a:xfrm>
                <a:off x="8168255" y="1888526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solidFill>
                <a:srgbClr val="E95958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782DD4E-F8EF-4030-94FE-64E668F52B5F}"/>
                </a:ext>
              </a:extLst>
            </p:cNvPr>
            <p:cNvSpPr/>
            <p:nvPr/>
          </p:nvSpPr>
          <p:spPr>
            <a:xfrm rot="12291759">
              <a:off x="-693932" y="-272021"/>
              <a:ext cx="160293" cy="45719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3762 h 136592"/>
                <a:gd name="connsiteX1" fmla="*/ 791570 w 791570"/>
                <a:gd name="connsiteY1" fmla="*/ 136592 h 136592"/>
                <a:gd name="connsiteX2" fmla="*/ 791570 w 791570"/>
                <a:gd name="connsiteY2" fmla="*/ 136592 h 13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6592">
                  <a:moveTo>
                    <a:pt x="0" y="13762"/>
                  </a:moveTo>
                  <a:cubicBezTo>
                    <a:pt x="446539" y="-36628"/>
                    <a:pt x="527713" y="62116"/>
                    <a:pt x="791570" y="136592"/>
                  </a:cubicBezTo>
                  <a:lnTo>
                    <a:pt x="791570" y="136592"/>
                  </a:lnTo>
                </a:path>
              </a:pathLst>
            </a:cu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4F1E66C-A8D9-4A99-9335-B3D38F32B198}"/>
                </a:ext>
              </a:extLst>
            </p:cNvPr>
            <p:cNvSpPr/>
            <p:nvPr/>
          </p:nvSpPr>
          <p:spPr>
            <a:xfrm rot="10529348" flipH="1">
              <a:off x="2010355" y="-249162"/>
              <a:ext cx="160293" cy="45719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3762 h 136592"/>
                <a:gd name="connsiteX1" fmla="*/ 791570 w 791570"/>
                <a:gd name="connsiteY1" fmla="*/ 136592 h 136592"/>
                <a:gd name="connsiteX2" fmla="*/ 791570 w 791570"/>
                <a:gd name="connsiteY2" fmla="*/ 136592 h 13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6592">
                  <a:moveTo>
                    <a:pt x="0" y="13762"/>
                  </a:moveTo>
                  <a:cubicBezTo>
                    <a:pt x="446539" y="-36628"/>
                    <a:pt x="527713" y="62116"/>
                    <a:pt x="791570" y="136592"/>
                  </a:cubicBezTo>
                  <a:lnTo>
                    <a:pt x="791570" y="136592"/>
                  </a:lnTo>
                </a:path>
              </a:pathLst>
            </a:cu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EF182E7-EB4E-DCC2-7CA1-591A72958313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90328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E98379D-2DDE-4AEA-961C-B22ADC866C36}"/>
              </a:ext>
            </a:extLst>
          </p:cNvPr>
          <p:cNvGrpSpPr/>
          <p:nvPr/>
        </p:nvGrpSpPr>
        <p:grpSpPr>
          <a:xfrm>
            <a:off x="1128453" y="1687443"/>
            <a:ext cx="7801494" cy="4397513"/>
            <a:chOff x="-2112808" y="-2562290"/>
            <a:chExt cx="2859642" cy="1611911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76FBC09-A777-446C-8F50-2870E088C841}"/>
                </a:ext>
              </a:extLst>
            </p:cNvPr>
            <p:cNvGrpSpPr/>
            <p:nvPr/>
          </p:nvGrpSpPr>
          <p:grpSpPr>
            <a:xfrm>
              <a:off x="-2098315" y="-2562290"/>
              <a:ext cx="2844990" cy="1611911"/>
              <a:chOff x="6715172" y="618264"/>
              <a:chExt cx="2844990" cy="1611911"/>
            </a:xfrm>
            <a:solidFill>
              <a:srgbClr val="E95958"/>
            </a:solidFill>
          </p:grpSpPr>
          <p:sp>
            <p:nvSpPr>
              <p:cNvPr id="25" name="Rectangle 21">
                <a:extLst>
                  <a:ext uri="{FF2B5EF4-FFF2-40B4-BE49-F238E27FC236}">
                    <a16:creationId xmlns:a16="http://schemas.microsoft.com/office/drawing/2014/main" id="{3CB660D7-FE0D-4EDF-9E13-CB0A594315F5}"/>
                  </a:ext>
                </a:extLst>
              </p:cNvPr>
              <p:cNvSpPr/>
              <p:nvPr/>
            </p:nvSpPr>
            <p:spPr>
              <a:xfrm>
                <a:off x="6758545" y="1054412"/>
                <a:ext cx="2743200" cy="787987"/>
              </a:xfrm>
              <a:custGeom>
                <a:avLst/>
                <a:gdLst>
                  <a:gd name="connsiteX0" fmla="*/ 0 w 2197290"/>
                  <a:gd name="connsiteY0" fmla="*/ 0 h 750627"/>
                  <a:gd name="connsiteX1" fmla="*/ 2197290 w 2197290"/>
                  <a:gd name="connsiteY1" fmla="*/ 0 h 750627"/>
                  <a:gd name="connsiteX2" fmla="*/ 2197290 w 2197290"/>
                  <a:gd name="connsiteY2" fmla="*/ 750627 h 750627"/>
                  <a:gd name="connsiteX3" fmla="*/ 0 w 2197290"/>
                  <a:gd name="connsiteY3" fmla="*/ 750627 h 750627"/>
                  <a:gd name="connsiteX4" fmla="*/ 0 w 2197290"/>
                  <a:gd name="connsiteY4" fmla="*/ 0 h 750627"/>
                  <a:gd name="connsiteX0" fmla="*/ 0 w 2197290"/>
                  <a:gd name="connsiteY0" fmla="*/ 177042 h 927669"/>
                  <a:gd name="connsiteX1" fmla="*/ 1076278 w 2197290"/>
                  <a:gd name="connsiteY1" fmla="*/ 0 h 927669"/>
                  <a:gd name="connsiteX2" fmla="*/ 2197290 w 2197290"/>
                  <a:gd name="connsiteY2" fmla="*/ 177042 h 927669"/>
                  <a:gd name="connsiteX3" fmla="*/ 2197290 w 2197290"/>
                  <a:gd name="connsiteY3" fmla="*/ 927669 h 927669"/>
                  <a:gd name="connsiteX4" fmla="*/ 0 w 2197290"/>
                  <a:gd name="connsiteY4" fmla="*/ 927669 h 927669"/>
                  <a:gd name="connsiteX5" fmla="*/ 0 w 2197290"/>
                  <a:gd name="connsiteY5" fmla="*/ 177042 h 927669"/>
                  <a:gd name="connsiteX0" fmla="*/ 0 w 2540190"/>
                  <a:gd name="connsiteY0" fmla="*/ 177042 h 927669"/>
                  <a:gd name="connsiteX1" fmla="*/ 1076278 w 2540190"/>
                  <a:gd name="connsiteY1" fmla="*/ 0 h 927669"/>
                  <a:gd name="connsiteX2" fmla="*/ 2540190 w 2540190"/>
                  <a:gd name="connsiteY2" fmla="*/ 481842 h 927669"/>
                  <a:gd name="connsiteX3" fmla="*/ 2197290 w 2540190"/>
                  <a:gd name="connsiteY3" fmla="*/ 927669 h 927669"/>
                  <a:gd name="connsiteX4" fmla="*/ 0 w 2540190"/>
                  <a:gd name="connsiteY4" fmla="*/ 927669 h 927669"/>
                  <a:gd name="connsiteX5" fmla="*/ 0 w 2540190"/>
                  <a:gd name="connsiteY5" fmla="*/ 177042 h 927669"/>
                  <a:gd name="connsiteX0" fmla="*/ 0 w 2806890"/>
                  <a:gd name="connsiteY0" fmla="*/ 469142 h 927669"/>
                  <a:gd name="connsiteX1" fmla="*/ 1342978 w 2806890"/>
                  <a:gd name="connsiteY1" fmla="*/ 0 h 927669"/>
                  <a:gd name="connsiteX2" fmla="*/ 2806890 w 2806890"/>
                  <a:gd name="connsiteY2" fmla="*/ 481842 h 927669"/>
                  <a:gd name="connsiteX3" fmla="*/ 2463990 w 2806890"/>
                  <a:gd name="connsiteY3" fmla="*/ 927669 h 927669"/>
                  <a:gd name="connsiteX4" fmla="*/ 266700 w 2806890"/>
                  <a:gd name="connsiteY4" fmla="*/ 927669 h 927669"/>
                  <a:gd name="connsiteX5" fmla="*/ 0 w 2806890"/>
                  <a:gd name="connsiteY5" fmla="*/ 469142 h 927669"/>
                  <a:gd name="connsiteX0" fmla="*/ 0 w 2806890"/>
                  <a:gd name="connsiteY0" fmla="*/ 469142 h 927669"/>
                  <a:gd name="connsiteX1" fmla="*/ 1342978 w 2806890"/>
                  <a:gd name="connsiteY1" fmla="*/ 0 h 927669"/>
                  <a:gd name="connsiteX2" fmla="*/ 2806890 w 2806890"/>
                  <a:gd name="connsiteY2" fmla="*/ 481842 h 927669"/>
                  <a:gd name="connsiteX3" fmla="*/ 2463990 w 2806890"/>
                  <a:gd name="connsiteY3" fmla="*/ 927669 h 927669"/>
                  <a:gd name="connsiteX4" fmla="*/ 0 w 2806890"/>
                  <a:gd name="connsiteY4" fmla="*/ 469142 h 927669"/>
                  <a:gd name="connsiteX0" fmla="*/ 0 w 2806890"/>
                  <a:gd name="connsiteY0" fmla="*/ 469142 h 481842"/>
                  <a:gd name="connsiteX1" fmla="*/ 1342978 w 2806890"/>
                  <a:gd name="connsiteY1" fmla="*/ 0 h 481842"/>
                  <a:gd name="connsiteX2" fmla="*/ 2806890 w 2806890"/>
                  <a:gd name="connsiteY2" fmla="*/ 481842 h 481842"/>
                  <a:gd name="connsiteX3" fmla="*/ 0 w 2806890"/>
                  <a:gd name="connsiteY3" fmla="*/ 469142 h 481842"/>
                  <a:gd name="connsiteX0" fmla="*/ 0 w 2806890"/>
                  <a:gd name="connsiteY0" fmla="*/ 534591 h 547291"/>
                  <a:gd name="connsiteX1" fmla="*/ 1342978 w 2806890"/>
                  <a:gd name="connsiteY1" fmla="*/ 65449 h 547291"/>
                  <a:gd name="connsiteX2" fmla="*/ 2806890 w 2806890"/>
                  <a:gd name="connsiteY2" fmla="*/ 547291 h 547291"/>
                  <a:gd name="connsiteX3" fmla="*/ 0 w 2806890"/>
                  <a:gd name="connsiteY3" fmla="*/ 534591 h 547291"/>
                  <a:gd name="connsiteX0" fmla="*/ 0 w 2806890"/>
                  <a:gd name="connsiteY0" fmla="*/ 528258 h 540958"/>
                  <a:gd name="connsiteX1" fmla="*/ 1342978 w 2806890"/>
                  <a:gd name="connsiteY1" fmla="*/ 59116 h 540958"/>
                  <a:gd name="connsiteX2" fmla="*/ 2806890 w 2806890"/>
                  <a:gd name="connsiteY2" fmla="*/ 540958 h 540958"/>
                  <a:gd name="connsiteX3" fmla="*/ 0 w 2806890"/>
                  <a:gd name="connsiteY3" fmla="*/ 528258 h 540958"/>
                  <a:gd name="connsiteX0" fmla="*/ 0 w 2806890"/>
                  <a:gd name="connsiteY0" fmla="*/ 528258 h 540958"/>
                  <a:gd name="connsiteX1" fmla="*/ 1342978 w 2806890"/>
                  <a:gd name="connsiteY1" fmla="*/ 59116 h 540958"/>
                  <a:gd name="connsiteX2" fmla="*/ 2806890 w 2806890"/>
                  <a:gd name="connsiteY2" fmla="*/ 540958 h 540958"/>
                  <a:gd name="connsiteX3" fmla="*/ 0 w 2806890"/>
                  <a:gd name="connsiteY3" fmla="*/ 528258 h 540958"/>
                  <a:gd name="connsiteX0" fmla="*/ 0 w 2806890"/>
                  <a:gd name="connsiteY0" fmla="*/ 528258 h 540958"/>
                  <a:gd name="connsiteX1" fmla="*/ 1342978 w 2806890"/>
                  <a:gd name="connsiteY1" fmla="*/ 59116 h 540958"/>
                  <a:gd name="connsiteX2" fmla="*/ 2806890 w 2806890"/>
                  <a:gd name="connsiteY2" fmla="*/ 540958 h 540958"/>
                  <a:gd name="connsiteX3" fmla="*/ 0 w 2806890"/>
                  <a:gd name="connsiteY3" fmla="*/ 528258 h 540958"/>
                  <a:gd name="connsiteX0" fmla="*/ 0 w 2806890"/>
                  <a:gd name="connsiteY0" fmla="*/ 537691 h 550391"/>
                  <a:gd name="connsiteX1" fmla="*/ 1342978 w 2806890"/>
                  <a:gd name="connsiteY1" fmla="*/ 68549 h 550391"/>
                  <a:gd name="connsiteX2" fmla="*/ 2806890 w 2806890"/>
                  <a:gd name="connsiteY2" fmla="*/ 550391 h 550391"/>
                  <a:gd name="connsiteX3" fmla="*/ 0 w 2806890"/>
                  <a:gd name="connsiteY3" fmla="*/ 537691 h 550391"/>
                  <a:gd name="connsiteX0" fmla="*/ 0 w 2806890"/>
                  <a:gd name="connsiteY0" fmla="*/ 528404 h 541104"/>
                  <a:gd name="connsiteX1" fmla="*/ 1342978 w 2806890"/>
                  <a:gd name="connsiteY1" fmla="*/ 59262 h 541104"/>
                  <a:gd name="connsiteX2" fmla="*/ 2806890 w 2806890"/>
                  <a:gd name="connsiteY2" fmla="*/ 541104 h 541104"/>
                  <a:gd name="connsiteX3" fmla="*/ 0 w 2806890"/>
                  <a:gd name="connsiteY3" fmla="*/ 528404 h 541104"/>
                  <a:gd name="connsiteX0" fmla="*/ 0 w 2806890"/>
                  <a:gd name="connsiteY0" fmla="*/ 537470 h 550170"/>
                  <a:gd name="connsiteX1" fmla="*/ 1342978 w 2806890"/>
                  <a:gd name="connsiteY1" fmla="*/ 68328 h 550170"/>
                  <a:gd name="connsiteX2" fmla="*/ 2806890 w 2806890"/>
                  <a:gd name="connsiteY2" fmla="*/ 550170 h 550170"/>
                  <a:gd name="connsiteX3" fmla="*/ 0 w 2806890"/>
                  <a:gd name="connsiteY3" fmla="*/ 537470 h 550170"/>
                  <a:gd name="connsiteX0" fmla="*/ 0 w 2844990"/>
                  <a:gd name="connsiteY0" fmla="*/ 514854 h 552954"/>
                  <a:gd name="connsiteX1" fmla="*/ 1381078 w 2844990"/>
                  <a:gd name="connsiteY1" fmla="*/ 71112 h 552954"/>
                  <a:gd name="connsiteX2" fmla="*/ 2844990 w 2844990"/>
                  <a:gd name="connsiteY2" fmla="*/ 552954 h 552954"/>
                  <a:gd name="connsiteX3" fmla="*/ 0 w 2844990"/>
                  <a:gd name="connsiteY3" fmla="*/ 514854 h 552954"/>
                  <a:gd name="connsiteX0" fmla="*/ 0 w 2844990"/>
                  <a:gd name="connsiteY0" fmla="*/ 504929 h 543029"/>
                  <a:gd name="connsiteX1" fmla="*/ 1381078 w 2844990"/>
                  <a:gd name="connsiteY1" fmla="*/ 61187 h 543029"/>
                  <a:gd name="connsiteX2" fmla="*/ 2844990 w 2844990"/>
                  <a:gd name="connsiteY2" fmla="*/ 543029 h 543029"/>
                  <a:gd name="connsiteX3" fmla="*/ 0 w 2844990"/>
                  <a:gd name="connsiteY3" fmla="*/ 504929 h 543029"/>
                  <a:gd name="connsiteX0" fmla="*/ 0 w 2844990"/>
                  <a:gd name="connsiteY0" fmla="*/ 504929 h 1116030"/>
                  <a:gd name="connsiteX1" fmla="*/ 1381078 w 2844990"/>
                  <a:gd name="connsiteY1" fmla="*/ 61187 h 1116030"/>
                  <a:gd name="connsiteX2" fmla="*/ 2844990 w 2844990"/>
                  <a:gd name="connsiteY2" fmla="*/ 543029 h 1116030"/>
                  <a:gd name="connsiteX3" fmla="*/ 0 w 2844990"/>
                  <a:gd name="connsiteY3" fmla="*/ 504929 h 1116030"/>
                  <a:gd name="connsiteX0" fmla="*/ 0 w 2844990"/>
                  <a:gd name="connsiteY0" fmla="*/ 504929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0" fmla="*/ 0 w 2851340"/>
                  <a:gd name="connsiteY0" fmla="*/ 313239 h 1542672"/>
                  <a:gd name="connsiteX1" fmla="*/ 1387428 w 2851340"/>
                  <a:gd name="connsiteY1" fmla="*/ 88062 h 1542672"/>
                  <a:gd name="connsiteX2" fmla="*/ 2851340 w 2851340"/>
                  <a:gd name="connsiteY2" fmla="*/ 569904 h 1542672"/>
                  <a:gd name="connsiteX3" fmla="*/ 0 w 2851340"/>
                  <a:gd name="connsiteY3" fmla="*/ 313239 h 1542672"/>
                  <a:gd name="connsiteX0" fmla="*/ 0 w 2692590"/>
                  <a:gd name="connsiteY0" fmla="*/ 313239 h 1412968"/>
                  <a:gd name="connsiteX1" fmla="*/ 1387428 w 2692590"/>
                  <a:gd name="connsiteY1" fmla="*/ 88062 h 1412968"/>
                  <a:gd name="connsiteX2" fmla="*/ 2692590 w 2692590"/>
                  <a:gd name="connsiteY2" fmla="*/ 337680 h 1412968"/>
                  <a:gd name="connsiteX3" fmla="*/ 0 w 2692590"/>
                  <a:gd name="connsiteY3" fmla="*/ 313239 h 1412968"/>
                  <a:gd name="connsiteX0" fmla="*/ 0 w 2692590"/>
                  <a:gd name="connsiteY0" fmla="*/ 0 h 1099729"/>
                  <a:gd name="connsiteX1" fmla="*/ 2692590 w 2692590"/>
                  <a:gd name="connsiteY1" fmla="*/ 24441 h 1099729"/>
                  <a:gd name="connsiteX2" fmla="*/ 0 w 2692590"/>
                  <a:gd name="connsiteY2" fmla="*/ 0 h 1099729"/>
                  <a:gd name="connsiteX0" fmla="*/ 0 w 2692590"/>
                  <a:gd name="connsiteY0" fmla="*/ 192313 h 1292042"/>
                  <a:gd name="connsiteX1" fmla="*/ 2692590 w 2692590"/>
                  <a:gd name="connsiteY1" fmla="*/ 216754 h 1292042"/>
                  <a:gd name="connsiteX2" fmla="*/ 0 w 2692590"/>
                  <a:gd name="connsiteY2" fmla="*/ 192313 h 1292042"/>
                  <a:gd name="connsiteX0" fmla="*/ 0 w 2692590"/>
                  <a:gd name="connsiteY0" fmla="*/ 240044 h 1339773"/>
                  <a:gd name="connsiteX1" fmla="*/ 2692590 w 2692590"/>
                  <a:gd name="connsiteY1" fmla="*/ 264485 h 1339773"/>
                  <a:gd name="connsiteX2" fmla="*/ 0 w 2692590"/>
                  <a:gd name="connsiteY2" fmla="*/ 240044 h 1339773"/>
                  <a:gd name="connsiteX0" fmla="*/ 0 w 2692590"/>
                  <a:gd name="connsiteY0" fmla="*/ 264809 h 1364538"/>
                  <a:gd name="connsiteX1" fmla="*/ 2692590 w 2692590"/>
                  <a:gd name="connsiteY1" fmla="*/ 289250 h 1364538"/>
                  <a:gd name="connsiteX2" fmla="*/ 0 w 2692590"/>
                  <a:gd name="connsiteY2" fmla="*/ 264809 h 1364538"/>
                  <a:gd name="connsiteX0" fmla="*/ 0 w 2692590"/>
                  <a:gd name="connsiteY0" fmla="*/ 264809 h 1220348"/>
                  <a:gd name="connsiteX1" fmla="*/ 2692590 w 2692590"/>
                  <a:gd name="connsiteY1" fmla="*/ 289250 h 1220348"/>
                  <a:gd name="connsiteX2" fmla="*/ 0 w 2692590"/>
                  <a:gd name="connsiteY2" fmla="*/ 264809 h 1220348"/>
                  <a:gd name="connsiteX0" fmla="*/ 0 w 2692590"/>
                  <a:gd name="connsiteY0" fmla="*/ 264809 h 1546770"/>
                  <a:gd name="connsiteX1" fmla="*/ 2692590 w 2692590"/>
                  <a:gd name="connsiteY1" fmla="*/ 289250 h 1546770"/>
                  <a:gd name="connsiteX2" fmla="*/ 0 w 2692590"/>
                  <a:gd name="connsiteY2" fmla="*/ 264809 h 1546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92590" h="1546770">
                    <a:moveTo>
                      <a:pt x="0" y="264809"/>
                    </a:moveTo>
                    <a:cubicBezTo>
                      <a:pt x="878480" y="-177833"/>
                      <a:pt x="1998260" y="7897"/>
                      <a:pt x="2692590" y="289250"/>
                    </a:cubicBezTo>
                    <a:cubicBezTo>
                      <a:pt x="2195110" y="1443462"/>
                      <a:pt x="948330" y="2429665"/>
                      <a:pt x="0" y="264809"/>
                    </a:cubicBezTo>
                    <a:close/>
                  </a:path>
                </a:pathLst>
              </a:custGeom>
              <a:solidFill>
                <a:srgbClr val="2D2D2E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B119469C-BB7D-4AD2-9750-E9F626A056EB}"/>
                  </a:ext>
                </a:extLst>
              </p:cNvPr>
              <p:cNvSpPr/>
              <p:nvPr/>
            </p:nvSpPr>
            <p:spPr>
              <a:xfrm>
                <a:off x="6982460" y="1066030"/>
                <a:ext cx="2310413" cy="496382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10413" h="496382">
                    <a:moveTo>
                      <a:pt x="885334" y="1784"/>
                    </a:moveTo>
                    <a:cubicBezTo>
                      <a:pt x="1368181" y="-8973"/>
                      <a:pt x="1848845" y="30078"/>
                      <a:pt x="2243982" y="87980"/>
                    </a:cubicBezTo>
                    <a:lnTo>
                      <a:pt x="2310413" y="98377"/>
                    </a:lnTo>
                    <a:lnTo>
                      <a:pt x="2308911" y="103213"/>
                    </a:lnTo>
                    <a:cubicBezTo>
                      <a:pt x="2280225" y="218036"/>
                      <a:pt x="2273975" y="350270"/>
                      <a:pt x="2088237" y="343202"/>
                    </a:cubicBezTo>
                    <a:cubicBezTo>
                      <a:pt x="1999866" y="413631"/>
                      <a:pt x="1900383" y="448242"/>
                      <a:pt x="1808043" y="377333"/>
                    </a:cubicBezTo>
                    <a:cubicBezTo>
                      <a:pt x="1765710" y="427868"/>
                      <a:pt x="1730652" y="475758"/>
                      <a:pt x="1577061" y="417814"/>
                    </a:cubicBezTo>
                    <a:cubicBezTo>
                      <a:pt x="1506814" y="543227"/>
                      <a:pt x="1201220" y="491633"/>
                      <a:pt x="1157961" y="446389"/>
                    </a:cubicBezTo>
                    <a:cubicBezTo>
                      <a:pt x="1124227" y="472583"/>
                      <a:pt x="796673" y="546005"/>
                      <a:pt x="755530" y="405908"/>
                    </a:cubicBezTo>
                    <a:cubicBezTo>
                      <a:pt x="611332" y="488458"/>
                      <a:pt x="540953" y="416226"/>
                      <a:pt x="530105" y="339233"/>
                    </a:cubicBezTo>
                    <a:cubicBezTo>
                      <a:pt x="436972" y="434747"/>
                      <a:pt x="312882" y="370718"/>
                      <a:pt x="250705" y="332883"/>
                    </a:cubicBezTo>
                    <a:cubicBezTo>
                      <a:pt x="55443" y="325862"/>
                      <a:pt x="37434" y="211239"/>
                      <a:pt x="5808" y="107554"/>
                    </a:cubicBezTo>
                    <a:lnTo>
                      <a:pt x="0" y="91144"/>
                    </a:lnTo>
                    <a:lnTo>
                      <a:pt x="169845" y="59144"/>
                    </a:lnTo>
                    <a:cubicBezTo>
                      <a:pt x="401942" y="24993"/>
                      <a:pt x="643911" y="7162"/>
                      <a:pt x="885334" y="1784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082960CC-ECD0-4F26-A1EE-D296474C1935}"/>
                  </a:ext>
                </a:extLst>
              </p:cNvPr>
              <p:cNvSpPr/>
              <p:nvPr/>
            </p:nvSpPr>
            <p:spPr>
              <a:xfrm>
                <a:off x="7256464" y="1536858"/>
                <a:ext cx="1688959" cy="274690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88959" h="274690">
                    <a:moveTo>
                      <a:pt x="69664" y="598"/>
                    </a:moveTo>
                    <a:cubicBezTo>
                      <a:pt x="125958" y="-3751"/>
                      <a:pt x="159147" y="16343"/>
                      <a:pt x="172244" y="37778"/>
                    </a:cubicBezTo>
                    <a:cubicBezTo>
                      <a:pt x="200818" y="15553"/>
                      <a:pt x="329407" y="-16197"/>
                      <a:pt x="379413" y="63972"/>
                    </a:cubicBezTo>
                    <a:cubicBezTo>
                      <a:pt x="431801" y="56034"/>
                      <a:pt x="469900" y="52860"/>
                      <a:pt x="515144" y="75878"/>
                    </a:cubicBezTo>
                    <a:cubicBezTo>
                      <a:pt x="570707" y="62385"/>
                      <a:pt x="616744" y="53653"/>
                      <a:pt x="667544" y="83022"/>
                    </a:cubicBezTo>
                    <a:cubicBezTo>
                      <a:pt x="721518" y="66353"/>
                      <a:pt x="770732" y="47303"/>
                      <a:pt x="841375" y="80641"/>
                    </a:cubicBezTo>
                    <a:cubicBezTo>
                      <a:pt x="912019" y="65559"/>
                      <a:pt x="935037" y="57622"/>
                      <a:pt x="996156" y="85403"/>
                    </a:cubicBezTo>
                    <a:cubicBezTo>
                      <a:pt x="1092994" y="56828"/>
                      <a:pt x="1099344" y="66352"/>
                      <a:pt x="1169988" y="87784"/>
                    </a:cubicBezTo>
                    <a:cubicBezTo>
                      <a:pt x="1219994" y="70322"/>
                      <a:pt x="1253331" y="48097"/>
                      <a:pt x="1317625" y="71116"/>
                    </a:cubicBezTo>
                    <a:cubicBezTo>
                      <a:pt x="1398587" y="6028"/>
                      <a:pt x="1450975" y="29047"/>
                      <a:pt x="1517650" y="49684"/>
                    </a:cubicBezTo>
                    <a:cubicBezTo>
                      <a:pt x="1588293" y="6817"/>
                      <a:pt x="1606549" y="9193"/>
                      <a:pt x="1672430" y="21095"/>
                    </a:cubicBezTo>
                    <a:cubicBezTo>
                      <a:pt x="1677490" y="28990"/>
                      <a:pt x="1681807" y="40010"/>
                      <a:pt x="1685518" y="53569"/>
                    </a:cubicBezTo>
                    <a:lnTo>
                      <a:pt x="1688959" y="70924"/>
                    </a:lnTo>
                    <a:lnTo>
                      <a:pt x="1564382" y="127935"/>
                    </a:lnTo>
                    <a:cubicBezTo>
                      <a:pt x="1132645" y="304089"/>
                      <a:pt x="595439" y="352384"/>
                      <a:pt x="83732" y="99486"/>
                    </a:cubicBezTo>
                    <a:lnTo>
                      <a:pt x="0" y="54832"/>
                    </a:lnTo>
                    <a:lnTo>
                      <a:pt x="979" y="30911"/>
                    </a:lnTo>
                    <a:cubicBezTo>
                      <a:pt x="1984" y="20960"/>
                      <a:pt x="3472" y="15001"/>
                      <a:pt x="5556" y="13952"/>
                    </a:cubicBezTo>
                    <a:cubicBezTo>
                      <a:pt x="29567" y="6214"/>
                      <a:pt x="50899" y="2048"/>
                      <a:pt x="69664" y="598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09F5EDF-61F0-44D2-A2D7-7C52825560AF}"/>
                  </a:ext>
                </a:extLst>
              </p:cNvPr>
              <p:cNvSpPr/>
              <p:nvPr/>
            </p:nvSpPr>
            <p:spPr>
              <a:xfrm>
                <a:off x="6715172" y="618264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solidFill>
                <a:srgbClr val="E95958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4E4BAD6-77A7-4247-89F4-856CC45D2F88}"/>
                </a:ext>
              </a:extLst>
            </p:cNvPr>
            <p:cNvSpPr/>
            <p:nvPr/>
          </p:nvSpPr>
          <p:spPr>
            <a:xfrm rot="10529348" flipH="1">
              <a:off x="586541" y="-2011430"/>
              <a:ext cx="160293" cy="45719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3762 h 136592"/>
                <a:gd name="connsiteX1" fmla="*/ 791570 w 791570"/>
                <a:gd name="connsiteY1" fmla="*/ 136592 h 136592"/>
                <a:gd name="connsiteX2" fmla="*/ 791570 w 791570"/>
                <a:gd name="connsiteY2" fmla="*/ 136592 h 13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6592">
                  <a:moveTo>
                    <a:pt x="0" y="13762"/>
                  </a:moveTo>
                  <a:cubicBezTo>
                    <a:pt x="446539" y="-36628"/>
                    <a:pt x="527713" y="62116"/>
                    <a:pt x="791570" y="136592"/>
                  </a:cubicBezTo>
                  <a:lnTo>
                    <a:pt x="791570" y="136592"/>
                  </a:lnTo>
                </a:path>
              </a:pathLst>
            </a:cu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0B56423-F403-4C95-AAAB-44F808133F96}"/>
                </a:ext>
              </a:extLst>
            </p:cNvPr>
            <p:cNvSpPr/>
            <p:nvPr/>
          </p:nvSpPr>
          <p:spPr>
            <a:xfrm rot="12291759">
              <a:off x="-2112808" y="-2027476"/>
              <a:ext cx="160293" cy="45719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3762 h 136592"/>
                <a:gd name="connsiteX1" fmla="*/ 791570 w 791570"/>
                <a:gd name="connsiteY1" fmla="*/ 136592 h 136592"/>
                <a:gd name="connsiteX2" fmla="*/ 791570 w 791570"/>
                <a:gd name="connsiteY2" fmla="*/ 136592 h 13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6592">
                  <a:moveTo>
                    <a:pt x="0" y="13762"/>
                  </a:moveTo>
                  <a:cubicBezTo>
                    <a:pt x="446539" y="-36628"/>
                    <a:pt x="527713" y="62116"/>
                    <a:pt x="791570" y="136592"/>
                  </a:cubicBezTo>
                  <a:lnTo>
                    <a:pt x="791570" y="136592"/>
                  </a:lnTo>
                </a:path>
              </a:pathLst>
            </a:cu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97A8D27-A0F2-01F0-BC87-A73B3753949E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167551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3440F1C-8BD6-4BCB-8F08-94973E7096C3}"/>
              </a:ext>
            </a:extLst>
          </p:cNvPr>
          <p:cNvGrpSpPr/>
          <p:nvPr/>
        </p:nvGrpSpPr>
        <p:grpSpPr>
          <a:xfrm>
            <a:off x="1701829" y="1306979"/>
            <a:ext cx="6654742" cy="5158441"/>
            <a:chOff x="1352335" y="3589221"/>
            <a:chExt cx="2735238" cy="2120227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21557E9-CA21-4081-B3A1-20E579FA9DFD}"/>
                </a:ext>
              </a:extLst>
            </p:cNvPr>
            <p:cNvGrpSpPr/>
            <p:nvPr/>
          </p:nvGrpSpPr>
          <p:grpSpPr>
            <a:xfrm>
              <a:off x="1352335" y="3589221"/>
              <a:ext cx="2735238" cy="2120227"/>
              <a:chOff x="3935737" y="3223780"/>
              <a:chExt cx="2735238" cy="2120227"/>
            </a:xfrm>
            <a:solidFill>
              <a:srgbClr val="E95958"/>
            </a:solidFill>
          </p:grpSpPr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EAE045F6-D324-4432-8F45-ABFEC56A5C9C}"/>
                  </a:ext>
                </a:extLst>
              </p:cNvPr>
              <p:cNvSpPr/>
              <p:nvPr/>
            </p:nvSpPr>
            <p:spPr>
              <a:xfrm>
                <a:off x="4453603" y="3826837"/>
                <a:ext cx="1679015" cy="840857"/>
              </a:xfrm>
              <a:custGeom>
                <a:avLst/>
                <a:gdLst>
                  <a:gd name="connsiteX0" fmla="*/ 776908 w 1544885"/>
                  <a:gd name="connsiteY0" fmla="*/ 217 h 773684"/>
                  <a:gd name="connsiteX1" fmla="*/ 1544885 w 1544885"/>
                  <a:gd name="connsiteY1" fmla="*/ 345499 h 773684"/>
                  <a:gd name="connsiteX2" fmla="*/ 0 w 1544885"/>
                  <a:gd name="connsiteY2" fmla="*/ 390742 h 773684"/>
                  <a:gd name="connsiteX3" fmla="*/ 776908 w 1544885"/>
                  <a:gd name="connsiteY3" fmla="*/ 217 h 7736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44885" h="773684">
                    <a:moveTo>
                      <a:pt x="776908" y="217"/>
                    </a:moveTo>
                    <a:cubicBezTo>
                      <a:pt x="1041631" y="6171"/>
                      <a:pt x="1304867" y="134759"/>
                      <a:pt x="1544885" y="345499"/>
                    </a:cubicBezTo>
                    <a:cubicBezTo>
                      <a:pt x="1452992" y="738405"/>
                      <a:pt x="453843" y="1050348"/>
                      <a:pt x="0" y="390742"/>
                    </a:cubicBezTo>
                    <a:cubicBezTo>
                      <a:pt x="245972" y="110945"/>
                      <a:pt x="512184" y="-5736"/>
                      <a:pt x="776908" y="217"/>
                    </a:cubicBezTo>
                    <a:close/>
                  </a:path>
                </a:pathLst>
              </a:custGeom>
              <a:solidFill>
                <a:srgbClr val="252B2A"/>
              </a:solidFill>
              <a:ln w="1270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AC37F363-CA51-4441-A2F9-C7BC1E072E9B}"/>
                  </a:ext>
                </a:extLst>
              </p:cNvPr>
              <p:cNvSpPr/>
              <p:nvPr/>
            </p:nvSpPr>
            <p:spPr>
              <a:xfrm>
                <a:off x="3935737" y="3223780"/>
                <a:ext cx="2735238" cy="2120227"/>
              </a:xfrm>
              <a:custGeom>
                <a:avLst/>
                <a:gdLst>
                  <a:gd name="connsiteX0" fmla="*/ 1747284 w 2735238"/>
                  <a:gd name="connsiteY0" fmla="*/ 4 h 2120227"/>
                  <a:gd name="connsiteX1" fmla="*/ 2735238 w 2735238"/>
                  <a:gd name="connsiteY1" fmla="*/ 1068870 h 2120227"/>
                  <a:gd name="connsiteX2" fmla="*/ 0 w 2735238"/>
                  <a:gd name="connsiteY2" fmla="*/ 1106970 h 2120227"/>
                  <a:gd name="connsiteX3" fmla="*/ 1374187 w 2735238"/>
                  <a:gd name="connsiteY3" fmla="*/ 134752 h 2120227"/>
                  <a:gd name="connsiteX4" fmla="*/ 1747284 w 2735238"/>
                  <a:gd name="connsiteY4" fmla="*/ 4 h 2120227"/>
                  <a:gd name="connsiteX5" fmla="*/ 1369163 w 2735238"/>
                  <a:gd name="connsiteY5" fmla="*/ 640529 h 2120227"/>
                  <a:gd name="connsiteX6" fmla="*/ 592255 w 2735238"/>
                  <a:gd name="connsiteY6" fmla="*/ 1031054 h 2120227"/>
                  <a:gd name="connsiteX7" fmla="*/ 2137140 w 2735238"/>
                  <a:gd name="connsiteY7" fmla="*/ 985811 h 2120227"/>
                  <a:gd name="connsiteX8" fmla="*/ 1369163 w 2735238"/>
                  <a:gd name="connsiteY8" fmla="*/ 640529 h 21202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735238" h="2120227">
                    <a:moveTo>
                      <a:pt x="1747284" y="4"/>
                    </a:moveTo>
                    <a:cubicBezTo>
                      <a:pt x="2248473" y="1807"/>
                      <a:pt x="2584603" y="761706"/>
                      <a:pt x="2735238" y="1068870"/>
                    </a:cubicBezTo>
                    <a:cubicBezTo>
                      <a:pt x="2533105" y="2243620"/>
                      <a:pt x="564083" y="2665895"/>
                      <a:pt x="0" y="1106970"/>
                    </a:cubicBezTo>
                    <a:cubicBezTo>
                      <a:pt x="89444" y="996258"/>
                      <a:pt x="560842" y="-426048"/>
                      <a:pt x="1374187" y="134752"/>
                    </a:cubicBezTo>
                    <a:cubicBezTo>
                      <a:pt x="1507176" y="39544"/>
                      <a:pt x="1631625" y="-412"/>
                      <a:pt x="1747284" y="4"/>
                    </a:cubicBezTo>
                    <a:close/>
                    <a:moveTo>
                      <a:pt x="1369163" y="640529"/>
                    </a:moveTo>
                    <a:cubicBezTo>
                      <a:pt x="1104439" y="634576"/>
                      <a:pt x="838227" y="751257"/>
                      <a:pt x="592255" y="1031054"/>
                    </a:cubicBezTo>
                    <a:cubicBezTo>
                      <a:pt x="1046098" y="1690660"/>
                      <a:pt x="2045247" y="1378717"/>
                      <a:pt x="2137140" y="985811"/>
                    </a:cubicBezTo>
                    <a:cubicBezTo>
                      <a:pt x="1897122" y="775071"/>
                      <a:pt x="1633886" y="646483"/>
                      <a:pt x="1369163" y="640529"/>
                    </a:cubicBezTo>
                    <a:close/>
                  </a:path>
                </a:pathLst>
              </a:custGeom>
              <a:solidFill>
                <a:srgbClr val="E95958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1DB217F-0D04-48A8-871F-3F3ED674A17A}"/>
                </a:ext>
              </a:extLst>
            </p:cNvPr>
            <p:cNvSpPr/>
            <p:nvPr/>
          </p:nvSpPr>
          <p:spPr>
            <a:xfrm>
              <a:off x="3489476" y="4562651"/>
              <a:ext cx="592256" cy="97274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3762 h 136592"/>
                <a:gd name="connsiteX1" fmla="*/ 791570 w 791570"/>
                <a:gd name="connsiteY1" fmla="*/ 136592 h 136592"/>
                <a:gd name="connsiteX2" fmla="*/ 791570 w 791570"/>
                <a:gd name="connsiteY2" fmla="*/ 136592 h 13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6592">
                  <a:moveTo>
                    <a:pt x="0" y="13762"/>
                  </a:moveTo>
                  <a:cubicBezTo>
                    <a:pt x="446539" y="-36628"/>
                    <a:pt x="527713" y="62116"/>
                    <a:pt x="791570" y="136592"/>
                  </a:cubicBezTo>
                  <a:lnTo>
                    <a:pt x="791570" y="136592"/>
                  </a:lnTo>
                </a:path>
              </a:pathLst>
            </a:cu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2299163-7594-4E2F-8ACB-91022D9007DC}"/>
                </a:ext>
              </a:extLst>
            </p:cNvPr>
            <p:cNvSpPr/>
            <p:nvPr/>
          </p:nvSpPr>
          <p:spPr>
            <a:xfrm flipH="1">
              <a:off x="1352335" y="4603833"/>
              <a:ext cx="592256" cy="100179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7841 h 140671"/>
                <a:gd name="connsiteX1" fmla="*/ 791570 w 791570"/>
                <a:gd name="connsiteY1" fmla="*/ 140671 h 140671"/>
                <a:gd name="connsiteX2" fmla="*/ 791570 w 791570"/>
                <a:gd name="connsiteY2" fmla="*/ 140671 h 140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40671">
                  <a:moveTo>
                    <a:pt x="0" y="17841"/>
                  </a:moveTo>
                  <a:cubicBezTo>
                    <a:pt x="283588" y="-43249"/>
                    <a:pt x="527713" y="66195"/>
                    <a:pt x="791570" y="140671"/>
                  </a:cubicBezTo>
                  <a:lnTo>
                    <a:pt x="791570" y="140671"/>
                  </a:lnTo>
                </a:path>
              </a:pathLst>
            </a:cu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E0EAE2E-276D-9B05-3D16-860EC658E27F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286975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6321370-6CF1-45C4-9783-A9CF09B0564B}"/>
              </a:ext>
            </a:extLst>
          </p:cNvPr>
          <p:cNvGrpSpPr/>
          <p:nvPr/>
        </p:nvGrpSpPr>
        <p:grpSpPr>
          <a:xfrm>
            <a:off x="2478897" y="1079818"/>
            <a:ext cx="5100606" cy="5612764"/>
            <a:chOff x="-3816165" y="-994462"/>
            <a:chExt cx="2427759" cy="2671533"/>
          </a:xfrm>
        </p:grpSpPr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60B2966C-86C4-428E-A087-ED1C12536D47}"/>
                </a:ext>
              </a:extLst>
            </p:cNvPr>
            <p:cNvSpPr/>
            <p:nvPr/>
          </p:nvSpPr>
          <p:spPr>
            <a:xfrm>
              <a:off x="-3756659" y="-493464"/>
              <a:ext cx="2307560" cy="1674780"/>
            </a:xfrm>
            <a:custGeom>
              <a:avLst/>
              <a:gdLst>
                <a:gd name="connsiteX0" fmla="*/ 0 w 1855305"/>
                <a:gd name="connsiteY0" fmla="*/ 0 h 1603513"/>
                <a:gd name="connsiteX1" fmla="*/ 1855305 w 1855305"/>
                <a:gd name="connsiteY1" fmla="*/ 0 h 1603513"/>
                <a:gd name="connsiteX2" fmla="*/ 1855305 w 1855305"/>
                <a:gd name="connsiteY2" fmla="*/ 1603513 h 1603513"/>
                <a:gd name="connsiteX3" fmla="*/ 0 w 1855305"/>
                <a:gd name="connsiteY3" fmla="*/ 1603513 h 1603513"/>
                <a:gd name="connsiteX4" fmla="*/ 0 w 1855305"/>
                <a:gd name="connsiteY4" fmla="*/ 0 h 1603513"/>
                <a:gd name="connsiteX0" fmla="*/ 0 w 1855305"/>
                <a:gd name="connsiteY0" fmla="*/ 490330 h 2093843"/>
                <a:gd name="connsiteX1" fmla="*/ 781879 w 1855305"/>
                <a:gd name="connsiteY1" fmla="*/ 0 h 2093843"/>
                <a:gd name="connsiteX2" fmla="*/ 1855305 w 1855305"/>
                <a:gd name="connsiteY2" fmla="*/ 490330 h 2093843"/>
                <a:gd name="connsiteX3" fmla="*/ 1855305 w 1855305"/>
                <a:gd name="connsiteY3" fmla="*/ 2093843 h 2093843"/>
                <a:gd name="connsiteX4" fmla="*/ 0 w 1855305"/>
                <a:gd name="connsiteY4" fmla="*/ 2093843 h 2093843"/>
                <a:gd name="connsiteX5" fmla="*/ 0 w 1855305"/>
                <a:gd name="connsiteY5" fmla="*/ 490330 h 2093843"/>
                <a:gd name="connsiteX0" fmla="*/ 0 w 2319131"/>
                <a:gd name="connsiteY0" fmla="*/ 1351721 h 2093843"/>
                <a:gd name="connsiteX1" fmla="*/ 1245705 w 2319131"/>
                <a:gd name="connsiteY1" fmla="*/ 0 h 2093843"/>
                <a:gd name="connsiteX2" fmla="*/ 2319131 w 2319131"/>
                <a:gd name="connsiteY2" fmla="*/ 490330 h 2093843"/>
                <a:gd name="connsiteX3" fmla="*/ 2319131 w 2319131"/>
                <a:gd name="connsiteY3" fmla="*/ 2093843 h 2093843"/>
                <a:gd name="connsiteX4" fmla="*/ 463826 w 2319131"/>
                <a:gd name="connsiteY4" fmla="*/ 2093843 h 2093843"/>
                <a:gd name="connsiteX5" fmla="*/ 0 w 2319131"/>
                <a:gd name="connsiteY5" fmla="*/ 1351721 h 2093843"/>
                <a:gd name="connsiteX0" fmla="*/ 0 w 2411896"/>
                <a:gd name="connsiteY0" fmla="*/ 1351721 h 2093843"/>
                <a:gd name="connsiteX1" fmla="*/ 1245705 w 2411896"/>
                <a:gd name="connsiteY1" fmla="*/ 0 h 2093843"/>
                <a:gd name="connsiteX2" fmla="*/ 2411896 w 2411896"/>
                <a:gd name="connsiteY2" fmla="*/ 1364974 h 2093843"/>
                <a:gd name="connsiteX3" fmla="*/ 2319131 w 2411896"/>
                <a:gd name="connsiteY3" fmla="*/ 2093843 h 2093843"/>
                <a:gd name="connsiteX4" fmla="*/ 463826 w 2411896"/>
                <a:gd name="connsiteY4" fmla="*/ 2093843 h 2093843"/>
                <a:gd name="connsiteX5" fmla="*/ 0 w 2411896"/>
                <a:gd name="connsiteY5" fmla="*/ 1351721 h 2093843"/>
                <a:gd name="connsiteX0" fmla="*/ 0 w 2411896"/>
                <a:gd name="connsiteY0" fmla="*/ 1351721 h 2093843"/>
                <a:gd name="connsiteX1" fmla="*/ 1245705 w 2411896"/>
                <a:gd name="connsiteY1" fmla="*/ 0 h 2093843"/>
                <a:gd name="connsiteX2" fmla="*/ 2411896 w 2411896"/>
                <a:gd name="connsiteY2" fmla="*/ 1364974 h 2093843"/>
                <a:gd name="connsiteX3" fmla="*/ 463826 w 2411896"/>
                <a:gd name="connsiteY3" fmla="*/ 2093843 h 2093843"/>
                <a:gd name="connsiteX4" fmla="*/ 0 w 2411896"/>
                <a:gd name="connsiteY4" fmla="*/ 1351721 h 2093843"/>
                <a:gd name="connsiteX0" fmla="*/ 0 w 2411896"/>
                <a:gd name="connsiteY0" fmla="*/ 1351721 h 1364974"/>
                <a:gd name="connsiteX1" fmla="*/ 1245705 w 2411896"/>
                <a:gd name="connsiteY1" fmla="*/ 0 h 1364974"/>
                <a:gd name="connsiteX2" fmla="*/ 2411896 w 2411896"/>
                <a:gd name="connsiteY2" fmla="*/ 1364974 h 1364974"/>
                <a:gd name="connsiteX3" fmla="*/ 0 w 2411896"/>
                <a:gd name="connsiteY3" fmla="*/ 1351721 h 1364974"/>
                <a:gd name="connsiteX0" fmla="*/ 0 w 2411896"/>
                <a:gd name="connsiteY0" fmla="*/ 1428551 h 1441804"/>
                <a:gd name="connsiteX1" fmla="*/ 1245705 w 2411896"/>
                <a:gd name="connsiteY1" fmla="*/ 76830 h 1441804"/>
                <a:gd name="connsiteX2" fmla="*/ 2411896 w 2411896"/>
                <a:gd name="connsiteY2" fmla="*/ 1441804 h 1441804"/>
                <a:gd name="connsiteX3" fmla="*/ 0 w 2411896"/>
                <a:gd name="connsiteY3" fmla="*/ 1428551 h 1441804"/>
                <a:gd name="connsiteX0" fmla="*/ 0 w 2451220"/>
                <a:gd name="connsiteY0" fmla="*/ 1419599 h 1432852"/>
                <a:gd name="connsiteX1" fmla="*/ 1245705 w 2451220"/>
                <a:gd name="connsiteY1" fmla="*/ 67878 h 1432852"/>
                <a:gd name="connsiteX2" fmla="*/ 2411896 w 2451220"/>
                <a:gd name="connsiteY2" fmla="*/ 1432852 h 1432852"/>
                <a:gd name="connsiteX3" fmla="*/ 0 w 2451220"/>
                <a:gd name="connsiteY3" fmla="*/ 1419599 h 1432852"/>
                <a:gd name="connsiteX0" fmla="*/ 0 w 2451220"/>
                <a:gd name="connsiteY0" fmla="*/ 1420570 h 1433823"/>
                <a:gd name="connsiteX1" fmla="*/ 1245705 w 2451220"/>
                <a:gd name="connsiteY1" fmla="*/ 68849 h 1433823"/>
                <a:gd name="connsiteX2" fmla="*/ 2411896 w 2451220"/>
                <a:gd name="connsiteY2" fmla="*/ 1433823 h 1433823"/>
                <a:gd name="connsiteX3" fmla="*/ 0 w 2451220"/>
                <a:gd name="connsiteY3" fmla="*/ 1420570 h 1433823"/>
                <a:gd name="connsiteX0" fmla="*/ 0 w 2451220"/>
                <a:gd name="connsiteY0" fmla="*/ 1420570 h 1955087"/>
                <a:gd name="connsiteX1" fmla="*/ 1245705 w 2451220"/>
                <a:gd name="connsiteY1" fmla="*/ 68849 h 1955087"/>
                <a:gd name="connsiteX2" fmla="*/ 2411896 w 2451220"/>
                <a:gd name="connsiteY2" fmla="*/ 1433823 h 1955087"/>
                <a:gd name="connsiteX3" fmla="*/ 0 w 2451220"/>
                <a:gd name="connsiteY3" fmla="*/ 1420570 h 1955087"/>
                <a:gd name="connsiteX0" fmla="*/ 5588 w 2456808"/>
                <a:gd name="connsiteY0" fmla="*/ 1426478 h 1960995"/>
                <a:gd name="connsiteX1" fmla="*/ 1251293 w 2456808"/>
                <a:gd name="connsiteY1" fmla="*/ 74757 h 1960995"/>
                <a:gd name="connsiteX2" fmla="*/ 2417484 w 2456808"/>
                <a:gd name="connsiteY2" fmla="*/ 1439731 h 1960995"/>
                <a:gd name="connsiteX3" fmla="*/ 5588 w 2456808"/>
                <a:gd name="connsiteY3" fmla="*/ 1426478 h 1960995"/>
                <a:gd name="connsiteX0" fmla="*/ 4698 w 2455918"/>
                <a:gd name="connsiteY0" fmla="*/ 1419599 h 1954116"/>
                <a:gd name="connsiteX1" fmla="*/ 1250403 w 2455918"/>
                <a:gd name="connsiteY1" fmla="*/ 67878 h 1954116"/>
                <a:gd name="connsiteX2" fmla="*/ 2416594 w 2455918"/>
                <a:gd name="connsiteY2" fmla="*/ 1432852 h 1954116"/>
                <a:gd name="connsiteX3" fmla="*/ 4698 w 2455918"/>
                <a:gd name="connsiteY3" fmla="*/ 1419599 h 1954116"/>
                <a:gd name="connsiteX0" fmla="*/ 4698 w 2454066"/>
                <a:gd name="connsiteY0" fmla="*/ 1419599 h 1954116"/>
                <a:gd name="connsiteX1" fmla="*/ 1250403 w 2454066"/>
                <a:gd name="connsiteY1" fmla="*/ 67878 h 1954116"/>
                <a:gd name="connsiteX2" fmla="*/ 2416594 w 2454066"/>
                <a:gd name="connsiteY2" fmla="*/ 1432852 h 1954116"/>
                <a:gd name="connsiteX3" fmla="*/ 4698 w 2454066"/>
                <a:gd name="connsiteY3" fmla="*/ 1419599 h 1954116"/>
                <a:gd name="connsiteX0" fmla="*/ 4698 w 2454066"/>
                <a:gd name="connsiteY0" fmla="*/ 1419599 h 2307502"/>
                <a:gd name="connsiteX1" fmla="*/ 1250403 w 2454066"/>
                <a:gd name="connsiteY1" fmla="*/ 67878 h 2307502"/>
                <a:gd name="connsiteX2" fmla="*/ 2416594 w 2454066"/>
                <a:gd name="connsiteY2" fmla="*/ 1432852 h 2307502"/>
                <a:gd name="connsiteX3" fmla="*/ 4698 w 2454066"/>
                <a:gd name="connsiteY3" fmla="*/ 1419599 h 2307502"/>
                <a:gd name="connsiteX0" fmla="*/ 4698 w 2454066"/>
                <a:gd name="connsiteY0" fmla="*/ 1419599 h 2675715"/>
                <a:gd name="connsiteX1" fmla="*/ 1250403 w 2454066"/>
                <a:gd name="connsiteY1" fmla="*/ 67878 h 2675715"/>
                <a:gd name="connsiteX2" fmla="*/ 2416594 w 2454066"/>
                <a:gd name="connsiteY2" fmla="*/ 1432852 h 2675715"/>
                <a:gd name="connsiteX3" fmla="*/ 4698 w 2454066"/>
                <a:gd name="connsiteY3" fmla="*/ 1419599 h 2675715"/>
                <a:gd name="connsiteX0" fmla="*/ 4698 w 2479366"/>
                <a:gd name="connsiteY0" fmla="*/ 1419599 h 2675715"/>
                <a:gd name="connsiteX1" fmla="*/ 1250403 w 2479366"/>
                <a:gd name="connsiteY1" fmla="*/ 67878 h 2675715"/>
                <a:gd name="connsiteX2" fmla="*/ 2443098 w 2479366"/>
                <a:gd name="connsiteY2" fmla="*/ 1432852 h 2675715"/>
                <a:gd name="connsiteX3" fmla="*/ 4698 w 2479366"/>
                <a:gd name="connsiteY3" fmla="*/ 1419599 h 2675715"/>
                <a:gd name="connsiteX0" fmla="*/ 4698 w 2455736"/>
                <a:gd name="connsiteY0" fmla="*/ 1420070 h 2676186"/>
                <a:gd name="connsiteX1" fmla="*/ 1250403 w 2455736"/>
                <a:gd name="connsiteY1" fmla="*/ 68349 h 2676186"/>
                <a:gd name="connsiteX2" fmla="*/ 2443098 w 2455736"/>
                <a:gd name="connsiteY2" fmla="*/ 1433323 h 2676186"/>
                <a:gd name="connsiteX3" fmla="*/ 4698 w 2455736"/>
                <a:gd name="connsiteY3" fmla="*/ 1420070 h 2676186"/>
                <a:gd name="connsiteX0" fmla="*/ 4698 w 2455736"/>
                <a:gd name="connsiteY0" fmla="*/ 1420070 h 2676186"/>
                <a:gd name="connsiteX1" fmla="*/ 1250403 w 2455736"/>
                <a:gd name="connsiteY1" fmla="*/ 68349 h 2676186"/>
                <a:gd name="connsiteX2" fmla="*/ 2443098 w 2455736"/>
                <a:gd name="connsiteY2" fmla="*/ 1433323 h 2676186"/>
                <a:gd name="connsiteX3" fmla="*/ 4698 w 2455736"/>
                <a:gd name="connsiteY3" fmla="*/ 1420070 h 2676186"/>
                <a:gd name="connsiteX0" fmla="*/ 4698 w 2416817"/>
                <a:gd name="connsiteY0" fmla="*/ 1419093 h 2686616"/>
                <a:gd name="connsiteX1" fmla="*/ 1250403 w 2416817"/>
                <a:gd name="connsiteY1" fmla="*/ 67372 h 2686616"/>
                <a:gd name="connsiteX2" fmla="*/ 2403341 w 2416817"/>
                <a:gd name="connsiteY2" fmla="*/ 1458850 h 2686616"/>
                <a:gd name="connsiteX3" fmla="*/ 4698 w 2416817"/>
                <a:gd name="connsiteY3" fmla="*/ 1419093 h 2686616"/>
                <a:gd name="connsiteX0" fmla="*/ 4698 w 2443344"/>
                <a:gd name="connsiteY0" fmla="*/ 1423311 h 2690834"/>
                <a:gd name="connsiteX1" fmla="*/ 1250403 w 2443344"/>
                <a:gd name="connsiteY1" fmla="*/ 71590 h 2690834"/>
                <a:gd name="connsiteX2" fmla="*/ 2403341 w 2443344"/>
                <a:gd name="connsiteY2" fmla="*/ 1463068 h 2690834"/>
                <a:gd name="connsiteX3" fmla="*/ 4698 w 2443344"/>
                <a:gd name="connsiteY3" fmla="*/ 1423311 h 2690834"/>
                <a:gd name="connsiteX0" fmla="*/ 4698 w 2420331"/>
                <a:gd name="connsiteY0" fmla="*/ 1426408 h 2693931"/>
                <a:gd name="connsiteX1" fmla="*/ 1250403 w 2420331"/>
                <a:gd name="connsiteY1" fmla="*/ 74687 h 2693931"/>
                <a:gd name="connsiteX2" fmla="*/ 2403341 w 2420331"/>
                <a:gd name="connsiteY2" fmla="*/ 1466165 h 2693931"/>
                <a:gd name="connsiteX3" fmla="*/ 4698 w 2420331"/>
                <a:gd name="connsiteY3" fmla="*/ 1426408 h 2693931"/>
                <a:gd name="connsiteX0" fmla="*/ 4698 w 2407024"/>
                <a:gd name="connsiteY0" fmla="*/ 1415320 h 2682843"/>
                <a:gd name="connsiteX1" fmla="*/ 1250403 w 2407024"/>
                <a:gd name="connsiteY1" fmla="*/ 63599 h 2682843"/>
                <a:gd name="connsiteX2" fmla="*/ 2403341 w 2407024"/>
                <a:gd name="connsiteY2" fmla="*/ 1455077 h 2682843"/>
                <a:gd name="connsiteX3" fmla="*/ 4698 w 2407024"/>
                <a:gd name="connsiteY3" fmla="*/ 1415320 h 2682843"/>
                <a:gd name="connsiteX0" fmla="*/ 4698 w 2409946"/>
                <a:gd name="connsiteY0" fmla="*/ 1413364 h 2680887"/>
                <a:gd name="connsiteX1" fmla="*/ 1250403 w 2409946"/>
                <a:gd name="connsiteY1" fmla="*/ 61643 h 2680887"/>
                <a:gd name="connsiteX2" fmla="*/ 2403341 w 2409946"/>
                <a:gd name="connsiteY2" fmla="*/ 1453121 h 2680887"/>
                <a:gd name="connsiteX3" fmla="*/ 4698 w 2409946"/>
                <a:gd name="connsiteY3" fmla="*/ 1413364 h 2680887"/>
                <a:gd name="connsiteX0" fmla="*/ 4698 w 2409946"/>
                <a:gd name="connsiteY0" fmla="*/ 1408877 h 2676400"/>
                <a:gd name="connsiteX1" fmla="*/ 1250403 w 2409946"/>
                <a:gd name="connsiteY1" fmla="*/ 57156 h 2676400"/>
                <a:gd name="connsiteX2" fmla="*/ 2403341 w 2409946"/>
                <a:gd name="connsiteY2" fmla="*/ 1448634 h 2676400"/>
                <a:gd name="connsiteX3" fmla="*/ 4698 w 2409946"/>
                <a:gd name="connsiteY3" fmla="*/ 1408877 h 2676400"/>
                <a:gd name="connsiteX0" fmla="*/ 4698 w 2421879"/>
                <a:gd name="connsiteY0" fmla="*/ 1408877 h 2676400"/>
                <a:gd name="connsiteX1" fmla="*/ 1250403 w 2421879"/>
                <a:gd name="connsiteY1" fmla="*/ 57156 h 2676400"/>
                <a:gd name="connsiteX2" fmla="*/ 2403341 w 2421879"/>
                <a:gd name="connsiteY2" fmla="*/ 1448634 h 2676400"/>
                <a:gd name="connsiteX3" fmla="*/ 4698 w 2421879"/>
                <a:gd name="connsiteY3" fmla="*/ 1408877 h 2676400"/>
                <a:gd name="connsiteX0" fmla="*/ 4698 w 2451065"/>
                <a:gd name="connsiteY0" fmla="*/ 1408877 h 2679707"/>
                <a:gd name="connsiteX1" fmla="*/ 1250403 w 2451065"/>
                <a:gd name="connsiteY1" fmla="*/ 57156 h 2679707"/>
                <a:gd name="connsiteX2" fmla="*/ 2433821 w 2451065"/>
                <a:gd name="connsiteY2" fmla="*/ 1456254 h 2679707"/>
                <a:gd name="connsiteX3" fmla="*/ 4698 w 2451065"/>
                <a:gd name="connsiteY3" fmla="*/ 1408877 h 2679707"/>
                <a:gd name="connsiteX0" fmla="*/ 4698 w 2441434"/>
                <a:gd name="connsiteY0" fmla="*/ 1408877 h 2679707"/>
                <a:gd name="connsiteX1" fmla="*/ 1250403 w 2441434"/>
                <a:gd name="connsiteY1" fmla="*/ 57156 h 2679707"/>
                <a:gd name="connsiteX2" fmla="*/ 2433821 w 2441434"/>
                <a:gd name="connsiteY2" fmla="*/ 1456254 h 2679707"/>
                <a:gd name="connsiteX3" fmla="*/ 4698 w 2441434"/>
                <a:gd name="connsiteY3" fmla="*/ 1408877 h 2679707"/>
                <a:gd name="connsiteX0" fmla="*/ 4698 w 2441434"/>
                <a:gd name="connsiteY0" fmla="*/ 1408877 h 2638831"/>
                <a:gd name="connsiteX1" fmla="*/ 1250403 w 2441434"/>
                <a:gd name="connsiteY1" fmla="*/ 57156 h 2638831"/>
                <a:gd name="connsiteX2" fmla="*/ 2433821 w 2441434"/>
                <a:gd name="connsiteY2" fmla="*/ 1456254 h 2638831"/>
                <a:gd name="connsiteX3" fmla="*/ 4698 w 2441434"/>
                <a:gd name="connsiteY3" fmla="*/ 1408877 h 2638831"/>
                <a:gd name="connsiteX0" fmla="*/ 4698 w 2441434"/>
                <a:gd name="connsiteY0" fmla="*/ 1408877 h 2661689"/>
                <a:gd name="connsiteX1" fmla="*/ 1250403 w 2441434"/>
                <a:gd name="connsiteY1" fmla="*/ 57156 h 2661689"/>
                <a:gd name="connsiteX2" fmla="*/ 2433821 w 2441434"/>
                <a:gd name="connsiteY2" fmla="*/ 1456254 h 2661689"/>
                <a:gd name="connsiteX3" fmla="*/ 4698 w 2441434"/>
                <a:gd name="connsiteY3" fmla="*/ 1408877 h 2661689"/>
                <a:gd name="connsiteX0" fmla="*/ 4698 w 2426547"/>
                <a:gd name="connsiteY0" fmla="*/ 1408877 h 2671533"/>
                <a:gd name="connsiteX1" fmla="*/ 1250403 w 2426547"/>
                <a:gd name="connsiteY1" fmla="*/ 57156 h 2671533"/>
                <a:gd name="connsiteX2" fmla="*/ 2418581 w 2426547"/>
                <a:gd name="connsiteY2" fmla="*/ 1479114 h 2671533"/>
                <a:gd name="connsiteX3" fmla="*/ 4698 w 2426547"/>
                <a:gd name="connsiteY3" fmla="*/ 1408877 h 2671533"/>
                <a:gd name="connsiteX0" fmla="*/ 4698 w 2428346"/>
                <a:gd name="connsiteY0" fmla="*/ 1408877 h 2671533"/>
                <a:gd name="connsiteX1" fmla="*/ 1250403 w 2428346"/>
                <a:gd name="connsiteY1" fmla="*/ 57156 h 2671533"/>
                <a:gd name="connsiteX2" fmla="*/ 2418581 w 2428346"/>
                <a:gd name="connsiteY2" fmla="*/ 1479114 h 2671533"/>
                <a:gd name="connsiteX3" fmla="*/ 4698 w 2428346"/>
                <a:gd name="connsiteY3" fmla="*/ 1408877 h 2671533"/>
                <a:gd name="connsiteX0" fmla="*/ 4698 w 2426757"/>
                <a:gd name="connsiteY0" fmla="*/ 1408877 h 2671533"/>
                <a:gd name="connsiteX1" fmla="*/ 1250403 w 2426757"/>
                <a:gd name="connsiteY1" fmla="*/ 57156 h 2671533"/>
                <a:gd name="connsiteX2" fmla="*/ 2418581 w 2426757"/>
                <a:gd name="connsiteY2" fmla="*/ 1479114 h 2671533"/>
                <a:gd name="connsiteX3" fmla="*/ 4698 w 2426757"/>
                <a:gd name="connsiteY3" fmla="*/ 1408877 h 2671533"/>
                <a:gd name="connsiteX0" fmla="*/ 4504 w 2443653"/>
                <a:gd name="connsiteY0" fmla="*/ 1464131 h 2702453"/>
                <a:gd name="connsiteX1" fmla="*/ 1267299 w 2443653"/>
                <a:gd name="connsiteY1" fmla="*/ 55417 h 2702453"/>
                <a:gd name="connsiteX2" fmla="*/ 2435477 w 2443653"/>
                <a:gd name="connsiteY2" fmla="*/ 1477375 h 2702453"/>
                <a:gd name="connsiteX3" fmla="*/ 4504 w 2443653"/>
                <a:gd name="connsiteY3" fmla="*/ 1464131 h 2702453"/>
                <a:gd name="connsiteX0" fmla="*/ 1 w 2439150"/>
                <a:gd name="connsiteY0" fmla="*/ 1461055 h 2699375"/>
                <a:gd name="connsiteX1" fmla="*/ 1262796 w 2439150"/>
                <a:gd name="connsiteY1" fmla="*/ 52341 h 2699375"/>
                <a:gd name="connsiteX2" fmla="*/ 2430974 w 2439150"/>
                <a:gd name="connsiteY2" fmla="*/ 1474299 h 2699375"/>
                <a:gd name="connsiteX3" fmla="*/ 1 w 2439150"/>
                <a:gd name="connsiteY3" fmla="*/ 1461055 h 2699375"/>
                <a:gd name="connsiteX0" fmla="*/ 0 w 2439149"/>
                <a:gd name="connsiteY0" fmla="*/ 1506198 h 2744520"/>
                <a:gd name="connsiteX1" fmla="*/ 1262795 w 2439149"/>
                <a:gd name="connsiteY1" fmla="*/ 97484 h 2744520"/>
                <a:gd name="connsiteX2" fmla="*/ 2430973 w 2439149"/>
                <a:gd name="connsiteY2" fmla="*/ 1519442 h 2744520"/>
                <a:gd name="connsiteX3" fmla="*/ 0 w 2439149"/>
                <a:gd name="connsiteY3" fmla="*/ 1506198 h 2744520"/>
                <a:gd name="connsiteX0" fmla="*/ 0 w 2430973"/>
                <a:gd name="connsiteY0" fmla="*/ 1506198 h 2744518"/>
                <a:gd name="connsiteX1" fmla="*/ 1262795 w 2430973"/>
                <a:gd name="connsiteY1" fmla="*/ 97484 h 2744518"/>
                <a:gd name="connsiteX2" fmla="*/ 2430973 w 2430973"/>
                <a:gd name="connsiteY2" fmla="*/ 1519442 h 2744518"/>
                <a:gd name="connsiteX3" fmla="*/ 0 w 2430973"/>
                <a:gd name="connsiteY3" fmla="*/ 1506198 h 2744518"/>
                <a:gd name="connsiteX0" fmla="*/ 0 w 2430973"/>
                <a:gd name="connsiteY0" fmla="*/ 1506198 h 2744520"/>
                <a:gd name="connsiteX1" fmla="*/ 1262795 w 2430973"/>
                <a:gd name="connsiteY1" fmla="*/ 97484 h 2744520"/>
                <a:gd name="connsiteX2" fmla="*/ 2430973 w 2430973"/>
                <a:gd name="connsiteY2" fmla="*/ 1519442 h 2744520"/>
                <a:gd name="connsiteX3" fmla="*/ 0 w 2430973"/>
                <a:gd name="connsiteY3" fmla="*/ 1506198 h 2744520"/>
                <a:gd name="connsiteX0" fmla="*/ 0 w 2430973"/>
                <a:gd name="connsiteY0" fmla="*/ 1504450 h 2742770"/>
                <a:gd name="connsiteX1" fmla="*/ 1262795 w 2430973"/>
                <a:gd name="connsiteY1" fmla="*/ 95736 h 2742770"/>
                <a:gd name="connsiteX2" fmla="*/ 2430973 w 2430973"/>
                <a:gd name="connsiteY2" fmla="*/ 1517694 h 2742770"/>
                <a:gd name="connsiteX3" fmla="*/ 0 w 2430973"/>
                <a:gd name="connsiteY3" fmla="*/ 1504450 h 2742770"/>
                <a:gd name="connsiteX0" fmla="*/ 0 w 2430973"/>
                <a:gd name="connsiteY0" fmla="*/ 1514474 h 2752796"/>
                <a:gd name="connsiteX1" fmla="*/ 1262795 w 2430973"/>
                <a:gd name="connsiteY1" fmla="*/ 105760 h 2752796"/>
                <a:gd name="connsiteX2" fmla="*/ 2430973 w 2430973"/>
                <a:gd name="connsiteY2" fmla="*/ 1527718 h 2752796"/>
                <a:gd name="connsiteX3" fmla="*/ 0 w 2430973"/>
                <a:gd name="connsiteY3" fmla="*/ 1514474 h 2752796"/>
                <a:gd name="connsiteX0" fmla="*/ 0 w 2430973"/>
                <a:gd name="connsiteY0" fmla="*/ 1514474 h 2377896"/>
                <a:gd name="connsiteX1" fmla="*/ 1262795 w 2430973"/>
                <a:gd name="connsiteY1" fmla="*/ 105760 h 2377896"/>
                <a:gd name="connsiteX2" fmla="*/ 2430973 w 2430973"/>
                <a:gd name="connsiteY2" fmla="*/ 1527718 h 2377896"/>
                <a:gd name="connsiteX3" fmla="*/ 0 w 2430973"/>
                <a:gd name="connsiteY3" fmla="*/ 1514474 h 2377896"/>
                <a:gd name="connsiteX0" fmla="*/ 0 w 2430973"/>
                <a:gd name="connsiteY0" fmla="*/ 1514474 h 2700562"/>
                <a:gd name="connsiteX1" fmla="*/ 1262795 w 2430973"/>
                <a:gd name="connsiteY1" fmla="*/ 105760 h 2700562"/>
                <a:gd name="connsiteX2" fmla="*/ 2430973 w 2430973"/>
                <a:gd name="connsiteY2" fmla="*/ 1527718 h 2700562"/>
                <a:gd name="connsiteX3" fmla="*/ 0 w 2430973"/>
                <a:gd name="connsiteY3" fmla="*/ 1514474 h 2700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0973" h="2700562">
                  <a:moveTo>
                    <a:pt x="0" y="1514474"/>
                  </a:moveTo>
                  <a:cubicBezTo>
                    <a:pt x="28312" y="1456181"/>
                    <a:pt x="384963" y="-464773"/>
                    <a:pt x="1262795" y="105760"/>
                  </a:cubicBezTo>
                  <a:cubicBezTo>
                    <a:pt x="2187313" y="-424906"/>
                    <a:pt x="2426114" y="1418631"/>
                    <a:pt x="2430973" y="1527718"/>
                  </a:cubicBezTo>
                  <a:cubicBezTo>
                    <a:pt x="1346542" y="3565573"/>
                    <a:pt x="590191" y="2537846"/>
                    <a:pt x="0" y="1514474"/>
                  </a:cubicBezTo>
                  <a:close/>
                </a:path>
              </a:pathLst>
            </a:custGeom>
            <a:solidFill>
              <a:srgbClr val="252B2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D3ED4A6-A7F0-4C52-8536-3AD6CA2E20F6}"/>
                </a:ext>
              </a:extLst>
            </p:cNvPr>
            <p:cNvSpPr/>
            <p:nvPr/>
          </p:nvSpPr>
          <p:spPr>
            <a:xfrm>
              <a:off x="-3449801" y="127607"/>
              <a:ext cx="1746139" cy="1128712"/>
            </a:xfrm>
            <a:custGeom>
              <a:avLst/>
              <a:gdLst>
                <a:gd name="connsiteX0" fmla="*/ 1242278 w 1746139"/>
                <a:gd name="connsiteY0" fmla="*/ 256 h 948416"/>
                <a:gd name="connsiteX1" fmla="*/ 1744722 w 1746139"/>
                <a:gd name="connsiteY1" fmla="*/ 420963 h 948416"/>
                <a:gd name="connsiteX2" fmla="*/ 1746139 w 1746139"/>
                <a:gd name="connsiteY2" fmla="*/ 518064 h 948416"/>
                <a:gd name="connsiteX3" fmla="*/ 1672090 w 1746139"/>
                <a:gd name="connsiteY3" fmla="*/ 585818 h 948416"/>
                <a:gd name="connsiteX4" fmla="*/ 81267 w 1746139"/>
                <a:gd name="connsiteY4" fmla="*/ 611371 h 948416"/>
                <a:gd name="connsiteX5" fmla="*/ 0 w 1746139"/>
                <a:gd name="connsiteY5" fmla="*/ 539803 h 948416"/>
                <a:gd name="connsiteX6" fmla="*/ 1354 w 1746139"/>
                <a:gd name="connsiteY6" fmla="*/ 494412 h 948416"/>
                <a:gd name="connsiteX7" fmla="*/ 854134 w 1746139"/>
                <a:gd name="connsiteY7" fmla="*/ 50902 h 948416"/>
                <a:gd name="connsiteX8" fmla="*/ 1242278 w 1746139"/>
                <a:gd name="connsiteY8" fmla="*/ 256 h 948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46139" h="948416">
                  <a:moveTo>
                    <a:pt x="1242278" y="256"/>
                  </a:moveTo>
                  <a:cubicBezTo>
                    <a:pt x="1665029" y="-8336"/>
                    <a:pt x="1733450" y="201432"/>
                    <a:pt x="1744722" y="420963"/>
                  </a:cubicBezTo>
                  <a:lnTo>
                    <a:pt x="1746139" y="518064"/>
                  </a:lnTo>
                  <a:lnTo>
                    <a:pt x="1672090" y="585818"/>
                  </a:lnTo>
                  <a:cubicBezTo>
                    <a:pt x="1015540" y="1158578"/>
                    <a:pt x="503137" y="963889"/>
                    <a:pt x="81267" y="611371"/>
                  </a:cubicBezTo>
                  <a:lnTo>
                    <a:pt x="0" y="539803"/>
                  </a:lnTo>
                  <a:lnTo>
                    <a:pt x="1354" y="494412"/>
                  </a:lnTo>
                  <a:cubicBezTo>
                    <a:pt x="24923" y="186544"/>
                    <a:pt x="191194" y="-109118"/>
                    <a:pt x="854134" y="50902"/>
                  </a:cubicBezTo>
                  <a:cubicBezTo>
                    <a:pt x="1008757" y="18200"/>
                    <a:pt x="1136590" y="2404"/>
                    <a:pt x="1242278" y="256"/>
                  </a:cubicBezTo>
                  <a:close/>
                </a:path>
              </a:pathLst>
            </a:custGeom>
            <a:solidFill>
              <a:srgbClr val="D7797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1EE3C19-DE43-4017-A4D1-970D4278DB74}"/>
                </a:ext>
              </a:extLst>
            </p:cNvPr>
            <p:cNvSpPr/>
            <p:nvPr/>
          </p:nvSpPr>
          <p:spPr>
            <a:xfrm>
              <a:off x="-3496723" y="-377385"/>
              <a:ext cx="1839985" cy="551502"/>
            </a:xfrm>
            <a:custGeom>
              <a:avLst/>
              <a:gdLst>
                <a:gd name="connsiteX0" fmla="*/ 670928 w 1839985"/>
                <a:gd name="connsiteY0" fmla="*/ 51 h 551502"/>
                <a:gd name="connsiteX1" fmla="*/ 943033 w 1839985"/>
                <a:gd name="connsiteY1" fmla="*/ 56562 h 551502"/>
                <a:gd name="connsiteX2" fmla="*/ 1825548 w 1839985"/>
                <a:gd name="connsiteY2" fmla="*/ 391826 h 551502"/>
                <a:gd name="connsiteX3" fmla="*/ 1835680 w 1839985"/>
                <a:gd name="connsiteY3" fmla="*/ 410730 h 551502"/>
                <a:gd name="connsiteX4" fmla="*/ 1839985 w 1839985"/>
                <a:gd name="connsiteY4" fmla="*/ 490820 h 551502"/>
                <a:gd name="connsiteX5" fmla="*/ 1692496 w 1839985"/>
                <a:gd name="connsiteY5" fmla="*/ 499392 h 551502"/>
                <a:gd name="connsiteX6" fmla="*/ 1556765 w 1839985"/>
                <a:gd name="connsiteY6" fmla="*/ 514632 h 551502"/>
                <a:gd name="connsiteX7" fmla="*/ 1504377 w 1839985"/>
                <a:gd name="connsiteY7" fmla="*/ 357469 h 551502"/>
                <a:gd name="connsiteX8" fmla="*/ 1374837 w 1839985"/>
                <a:gd name="connsiteY8" fmla="*/ 330322 h 551502"/>
                <a:gd name="connsiteX9" fmla="*/ 932877 w 1839985"/>
                <a:gd name="connsiteY9" fmla="*/ 334610 h 551502"/>
                <a:gd name="connsiteX10" fmla="*/ 525207 w 1839985"/>
                <a:gd name="connsiteY10" fmla="*/ 342229 h 551502"/>
                <a:gd name="connsiteX11" fmla="*/ 384237 w 1839985"/>
                <a:gd name="connsiteY11" fmla="*/ 365090 h 551502"/>
                <a:gd name="connsiteX12" fmla="*/ 339946 w 1839985"/>
                <a:gd name="connsiteY12" fmla="*/ 535110 h 551502"/>
                <a:gd name="connsiteX13" fmla="*/ 180402 w 1839985"/>
                <a:gd name="connsiteY13" fmla="*/ 518442 h 551502"/>
                <a:gd name="connsiteX14" fmla="*/ 22763 w 1839985"/>
                <a:gd name="connsiteY14" fmla="*/ 515109 h 551502"/>
                <a:gd name="connsiteX15" fmla="*/ 6526 w 1839985"/>
                <a:gd name="connsiteY15" fmla="*/ 479504 h 551502"/>
                <a:gd name="connsiteX16" fmla="*/ 0 w 1839985"/>
                <a:gd name="connsiteY16" fmla="*/ 442936 h 551502"/>
                <a:gd name="connsiteX17" fmla="*/ 32595 w 1839985"/>
                <a:gd name="connsiteY17" fmla="*/ 392018 h 551502"/>
                <a:gd name="connsiteX18" fmla="*/ 670928 w 1839985"/>
                <a:gd name="connsiteY18" fmla="*/ 51 h 551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39985" h="551502">
                  <a:moveTo>
                    <a:pt x="670928" y="51"/>
                  </a:moveTo>
                  <a:cubicBezTo>
                    <a:pt x="754592" y="1101"/>
                    <a:pt x="845182" y="18421"/>
                    <a:pt x="943033" y="56562"/>
                  </a:cubicBezTo>
                  <a:cubicBezTo>
                    <a:pt x="1406784" y="-103078"/>
                    <a:pt x="1677055" y="139037"/>
                    <a:pt x="1825548" y="391826"/>
                  </a:cubicBezTo>
                  <a:lnTo>
                    <a:pt x="1835680" y="410730"/>
                  </a:lnTo>
                  <a:lnTo>
                    <a:pt x="1839985" y="490820"/>
                  </a:lnTo>
                  <a:cubicBezTo>
                    <a:pt x="1820880" y="594689"/>
                    <a:pt x="1739699" y="495423"/>
                    <a:pt x="1692496" y="499392"/>
                  </a:cubicBezTo>
                  <a:cubicBezTo>
                    <a:pt x="1645293" y="503361"/>
                    <a:pt x="1588515" y="546223"/>
                    <a:pt x="1556765" y="514632"/>
                  </a:cubicBezTo>
                  <a:cubicBezTo>
                    <a:pt x="1525015" y="483041"/>
                    <a:pt x="1553907" y="376519"/>
                    <a:pt x="1504377" y="357469"/>
                  </a:cubicBezTo>
                  <a:cubicBezTo>
                    <a:pt x="1438178" y="355087"/>
                    <a:pt x="1463737" y="336672"/>
                    <a:pt x="1374837" y="330322"/>
                  </a:cubicBezTo>
                  <a:cubicBezTo>
                    <a:pt x="1162112" y="395409"/>
                    <a:pt x="1052257" y="348580"/>
                    <a:pt x="932877" y="334610"/>
                  </a:cubicBezTo>
                  <a:cubicBezTo>
                    <a:pt x="723272" y="385410"/>
                    <a:pt x="610297" y="351119"/>
                    <a:pt x="525207" y="342229"/>
                  </a:cubicBezTo>
                  <a:cubicBezTo>
                    <a:pt x="440117" y="333339"/>
                    <a:pt x="448213" y="384933"/>
                    <a:pt x="384237" y="365090"/>
                  </a:cubicBezTo>
                  <a:cubicBezTo>
                    <a:pt x="313697" y="357152"/>
                    <a:pt x="357568" y="481293"/>
                    <a:pt x="339946" y="535110"/>
                  </a:cubicBezTo>
                  <a:cubicBezTo>
                    <a:pt x="278033" y="581147"/>
                    <a:pt x="232790" y="515267"/>
                    <a:pt x="180402" y="518442"/>
                  </a:cubicBezTo>
                  <a:cubicBezTo>
                    <a:pt x="127856" y="517331"/>
                    <a:pt x="82453" y="592420"/>
                    <a:pt x="22763" y="515109"/>
                  </a:cubicBezTo>
                  <a:cubicBezTo>
                    <a:pt x="16234" y="507636"/>
                    <a:pt x="10896" y="495475"/>
                    <a:pt x="6526" y="479504"/>
                  </a:cubicBezTo>
                  <a:lnTo>
                    <a:pt x="0" y="442936"/>
                  </a:lnTo>
                  <a:lnTo>
                    <a:pt x="32595" y="392018"/>
                  </a:lnTo>
                  <a:cubicBezTo>
                    <a:pt x="170128" y="192035"/>
                    <a:pt x="378106" y="-3621"/>
                    <a:pt x="670928" y="51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Rectangle: Rounded Corners 83">
              <a:extLst>
                <a:ext uri="{FF2B5EF4-FFF2-40B4-BE49-F238E27FC236}">
                  <a16:creationId xmlns:a16="http://schemas.microsoft.com/office/drawing/2014/main" id="{83B9EE3D-3637-430A-9DD3-93964AECB283}"/>
                </a:ext>
              </a:extLst>
            </p:cNvPr>
            <p:cNvSpPr/>
            <p:nvPr/>
          </p:nvSpPr>
          <p:spPr>
            <a:xfrm>
              <a:off x="-2817467" y="1018807"/>
              <a:ext cx="481469" cy="237512"/>
            </a:xfrm>
            <a:custGeom>
              <a:avLst/>
              <a:gdLst>
                <a:gd name="connsiteX0" fmla="*/ 0 w 468769"/>
                <a:gd name="connsiteY0" fmla="*/ 0 h 227141"/>
                <a:gd name="connsiteX1" fmla="*/ 0 w 468769"/>
                <a:gd name="connsiteY1" fmla="*/ 0 h 227141"/>
                <a:gd name="connsiteX2" fmla="*/ 468769 w 468769"/>
                <a:gd name="connsiteY2" fmla="*/ 0 h 227141"/>
                <a:gd name="connsiteX3" fmla="*/ 468769 w 468769"/>
                <a:gd name="connsiteY3" fmla="*/ 0 h 227141"/>
                <a:gd name="connsiteX4" fmla="*/ 468769 w 468769"/>
                <a:gd name="connsiteY4" fmla="*/ 227141 h 227141"/>
                <a:gd name="connsiteX5" fmla="*/ 468769 w 468769"/>
                <a:gd name="connsiteY5" fmla="*/ 227141 h 227141"/>
                <a:gd name="connsiteX6" fmla="*/ 0 w 468769"/>
                <a:gd name="connsiteY6" fmla="*/ 227141 h 227141"/>
                <a:gd name="connsiteX7" fmla="*/ 0 w 468769"/>
                <a:gd name="connsiteY7" fmla="*/ 227141 h 227141"/>
                <a:gd name="connsiteX8" fmla="*/ 0 w 468769"/>
                <a:gd name="connsiteY8" fmla="*/ 0 h 227141"/>
                <a:gd name="connsiteX0" fmla="*/ 0 w 468769"/>
                <a:gd name="connsiteY0" fmla="*/ 0 h 227141"/>
                <a:gd name="connsiteX1" fmla="*/ 0 w 468769"/>
                <a:gd name="connsiteY1" fmla="*/ 0 h 227141"/>
                <a:gd name="connsiteX2" fmla="*/ 468769 w 468769"/>
                <a:gd name="connsiteY2" fmla="*/ 0 h 227141"/>
                <a:gd name="connsiteX3" fmla="*/ 437019 w 468769"/>
                <a:gd name="connsiteY3" fmla="*/ 63500 h 227141"/>
                <a:gd name="connsiteX4" fmla="*/ 468769 w 468769"/>
                <a:gd name="connsiteY4" fmla="*/ 227141 h 227141"/>
                <a:gd name="connsiteX5" fmla="*/ 468769 w 468769"/>
                <a:gd name="connsiteY5" fmla="*/ 227141 h 227141"/>
                <a:gd name="connsiteX6" fmla="*/ 0 w 468769"/>
                <a:gd name="connsiteY6" fmla="*/ 227141 h 227141"/>
                <a:gd name="connsiteX7" fmla="*/ 0 w 468769"/>
                <a:gd name="connsiteY7" fmla="*/ 227141 h 227141"/>
                <a:gd name="connsiteX8" fmla="*/ 0 w 468769"/>
                <a:gd name="connsiteY8" fmla="*/ 0 h 227141"/>
                <a:gd name="connsiteX0" fmla="*/ 0 w 468769"/>
                <a:gd name="connsiteY0" fmla="*/ 0 h 227141"/>
                <a:gd name="connsiteX1" fmla="*/ 0 w 468769"/>
                <a:gd name="connsiteY1" fmla="*/ 0 h 227141"/>
                <a:gd name="connsiteX2" fmla="*/ 468769 w 468769"/>
                <a:gd name="connsiteY2" fmla="*/ 0 h 227141"/>
                <a:gd name="connsiteX3" fmla="*/ 468769 w 468769"/>
                <a:gd name="connsiteY3" fmla="*/ 227141 h 227141"/>
                <a:gd name="connsiteX4" fmla="*/ 468769 w 468769"/>
                <a:gd name="connsiteY4" fmla="*/ 227141 h 227141"/>
                <a:gd name="connsiteX5" fmla="*/ 0 w 468769"/>
                <a:gd name="connsiteY5" fmla="*/ 227141 h 227141"/>
                <a:gd name="connsiteX6" fmla="*/ 0 w 468769"/>
                <a:gd name="connsiteY6" fmla="*/ 227141 h 227141"/>
                <a:gd name="connsiteX7" fmla="*/ 0 w 468769"/>
                <a:gd name="connsiteY7" fmla="*/ 0 h 227141"/>
                <a:gd name="connsiteX0" fmla="*/ 0 w 468769"/>
                <a:gd name="connsiteY0" fmla="*/ 0 h 227141"/>
                <a:gd name="connsiteX1" fmla="*/ 0 w 468769"/>
                <a:gd name="connsiteY1" fmla="*/ 0 h 227141"/>
                <a:gd name="connsiteX2" fmla="*/ 459244 w 468769"/>
                <a:gd name="connsiteY2" fmla="*/ 79375 h 227141"/>
                <a:gd name="connsiteX3" fmla="*/ 468769 w 468769"/>
                <a:gd name="connsiteY3" fmla="*/ 227141 h 227141"/>
                <a:gd name="connsiteX4" fmla="*/ 468769 w 468769"/>
                <a:gd name="connsiteY4" fmla="*/ 227141 h 227141"/>
                <a:gd name="connsiteX5" fmla="*/ 0 w 468769"/>
                <a:gd name="connsiteY5" fmla="*/ 227141 h 227141"/>
                <a:gd name="connsiteX6" fmla="*/ 0 w 468769"/>
                <a:gd name="connsiteY6" fmla="*/ 227141 h 227141"/>
                <a:gd name="connsiteX7" fmla="*/ 0 w 468769"/>
                <a:gd name="connsiteY7" fmla="*/ 0 h 227141"/>
                <a:gd name="connsiteX0" fmla="*/ 0 w 481469"/>
                <a:gd name="connsiteY0" fmla="*/ 88900 h 227141"/>
                <a:gd name="connsiteX1" fmla="*/ 12700 w 481469"/>
                <a:gd name="connsiteY1" fmla="*/ 0 h 227141"/>
                <a:gd name="connsiteX2" fmla="*/ 471944 w 481469"/>
                <a:gd name="connsiteY2" fmla="*/ 79375 h 227141"/>
                <a:gd name="connsiteX3" fmla="*/ 481469 w 481469"/>
                <a:gd name="connsiteY3" fmla="*/ 227141 h 227141"/>
                <a:gd name="connsiteX4" fmla="*/ 481469 w 481469"/>
                <a:gd name="connsiteY4" fmla="*/ 227141 h 227141"/>
                <a:gd name="connsiteX5" fmla="*/ 12700 w 481469"/>
                <a:gd name="connsiteY5" fmla="*/ 227141 h 227141"/>
                <a:gd name="connsiteX6" fmla="*/ 12700 w 481469"/>
                <a:gd name="connsiteY6" fmla="*/ 227141 h 227141"/>
                <a:gd name="connsiteX7" fmla="*/ 0 w 481469"/>
                <a:gd name="connsiteY7" fmla="*/ 88900 h 227141"/>
                <a:gd name="connsiteX0" fmla="*/ 0 w 481469"/>
                <a:gd name="connsiteY0" fmla="*/ 9525 h 147766"/>
                <a:gd name="connsiteX1" fmla="*/ 471944 w 481469"/>
                <a:gd name="connsiteY1" fmla="*/ 0 h 147766"/>
                <a:gd name="connsiteX2" fmla="*/ 481469 w 481469"/>
                <a:gd name="connsiteY2" fmla="*/ 147766 h 147766"/>
                <a:gd name="connsiteX3" fmla="*/ 481469 w 481469"/>
                <a:gd name="connsiteY3" fmla="*/ 147766 h 147766"/>
                <a:gd name="connsiteX4" fmla="*/ 12700 w 481469"/>
                <a:gd name="connsiteY4" fmla="*/ 147766 h 147766"/>
                <a:gd name="connsiteX5" fmla="*/ 12700 w 481469"/>
                <a:gd name="connsiteY5" fmla="*/ 147766 h 147766"/>
                <a:gd name="connsiteX6" fmla="*/ 0 w 481469"/>
                <a:gd name="connsiteY6" fmla="*/ 9525 h 147766"/>
                <a:gd name="connsiteX0" fmla="*/ 0 w 481469"/>
                <a:gd name="connsiteY0" fmla="*/ 82240 h 220481"/>
                <a:gd name="connsiteX1" fmla="*/ 471944 w 481469"/>
                <a:gd name="connsiteY1" fmla="*/ 72715 h 220481"/>
                <a:gd name="connsiteX2" fmla="*/ 481469 w 481469"/>
                <a:gd name="connsiteY2" fmla="*/ 220481 h 220481"/>
                <a:gd name="connsiteX3" fmla="*/ 481469 w 481469"/>
                <a:gd name="connsiteY3" fmla="*/ 220481 h 220481"/>
                <a:gd name="connsiteX4" fmla="*/ 12700 w 481469"/>
                <a:gd name="connsiteY4" fmla="*/ 220481 h 220481"/>
                <a:gd name="connsiteX5" fmla="*/ 12700 w 481469"/>
                <a:gd name="connsiteY5" fmla="*/ 220481 h 220481"/>
                <a:gd name="connsiteX6" fmla="*/ 0 w 481469"/>
                <a:gd name="connsiteY6" fmla="*/ 82240 h 220481"/>
                <a:gd name="connsiteX0" fmla="*/ 0 w 481469"/>
                <a:gd name="connsiteY0" fmla="*/ 99870 h 238111"/>
                <a:gd name="connsiteX1" fmla="*/ 471944 w 481469"/>
                <a:gd name="connsiteY1" fmla="*/ 90345 h 238111"/>
                <a:gd name="connsiteX2" fmla="*/ 481469 w 481469"/>
                <a:gd name="connsiteY2" fmla="*/ 238111 h 238111"/>
                <a:gd name="connsiteX3" fmla="*/ 481469 w 481469"/>
                <a:gd name="connsiteY3" fmla="*/ 238111 h 238111"/>
                <a:gd name="connsiteX4" fmla="*/ 12700 w 481469"/>
                <a:gd name="connsiteY4" fmla="*/ 238111 h 238111"/>
                <a:gd name="connsiteX5" fmla="*/ 12700 w 481469"/>
                <a:gd name="connsiteY5" fmla="*/ 238111 h 238111"/>
                <a:gd name="connsiteX6" fmla="*/ 0 w 481469"/>
                <a:gd name="connsiteY6" fmla="*/ 99870 h 238111"/>
                <a:gd name="connsiteX0" fmla="*/ 0 w 481469"/>
                <a:gd name="connsiteY0" fmla="*/ 87729 h 225970"/>
                <a:gd name="connsiteX1" fmla="*/ 471944 w 481469"/>
                <a:gd name="connsiteY1" fmla="*/ 78204 h 225970"/>
                <a:gd name="connsiteX2" fmla="*/ 481469 w 481469"/>
                <a:gd name="connsiteY2" fmla="*/ 225970 h 225970"/>
                <a:gd name="connsiteX3" fmla="*/ 481469 w 481469"/>
                <a:gd name="connsiteY3" fmla="*/ 225970 h 225970"/>
                <a:gd name="connsiteX4" fmla="*/ 12700 w 481469"/>
                <a:gd name="connsiteY4" fmla="*/ 225970 h 225970"/>
                <a:gd name="connsiteX5" fmla="*/ 12700 w 481469"/>
                <a:gd name="connsiteY5" fmla="*/ 225970 h 225970"/>
                <a:gd name="connsiteX6" fmla="*/ 0 w 481469"/>
                <a:gd name="connsiteY6" fmla="*/ 87729 h 225970"/>
                <a:gd name="connsiteX0" fmla="*/ 0 w 481469"/>
                <a:gd name="connsiteY0" fmla="*/ 99271 h 237512"/>
                <a:gd name="connsiteX1" fmla="*/ 471944 w 481469"/>
                <a:gd name="connsiteY1" fmla="*/ 89746 h 237512"/>
                <a:gd name="connsiteX2" fmla="*/ 481469 w 481469"/>
                <a:gd name="connsiteY2" fmla="*/ 237512 h 237512"/>
                <a:gd name="connsiteX3" fmla="*/ 481469 w 481469"/>
                <a:gd name="connsiteY3" fmla="*/ 237512 h 237512"/>
                <a:gd name="connsiteX4" fmla="*/ 12700 w 481469"/>
                <a:gd name="connsiteY4" fmla="*/ 237512 h 237512"/>
                <a:gd name="connsiteX5" fmla="*/ 12700 w 481469"/>
                <a:gd name="connsiteY5" fmla="*/ 237512 h 237512"/>
                <a:gd name="connsiteX6" fmla="*/ 0 w 481469"/>
                <a:gd name="connsiteY6" fmla="*/ 99271 h 237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1469" h="237512">
                  <a:moveTo>
                    <a:pt x="0" y="99271"/>
                  </a:moveTo>
                  <a:cubicBezTo>
                    <a:pt x="58890" y="-53129"/>
                    <a:pt x="454329" y="-8679"/>
                    <a:pt x="471944" y="89746"/>
                  </a:cubicBezTo>
                  <a:lnTo>
                    <a:pt x="481469" y="237512"/>
                  </a:lnTo>
                  <a:lnTo>
                    <a:pt x="481469" y="237512"/>
                  </a:lnTo>
                  <a:lnTo>
                    <a:pt x="12700" y="237512"/>
                  </a:lnTo>
                  <a:lnTo>
                    <a:pt x="12700" y="237512"/>
                  </a:lnTo>
                  <a:lnTo>
                    <a:pt x="0" y="99271"/>
                  </a:ln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204A796-5711-4EDB-8AB8-68D452F78B6B}"/>
                </a:ext>
              </a:extLst>
            </p:cNvPr>
            <p:cNvSpPr/>
            <p:nvPr/>
          </p:nvSpPr>
          <p:spPr>
            <a:xfrm>
              <a:off x="-3816165" y="-994462"/>
              <a:ext cx="2426757" cy="2671533"/>
            </a:xfrm>
            <a:custGeom>
              <a:avLst/>
              <a:gdLst>
                <a:gd name="connsiteX0" fmla="*/ 993969 w 2426757"/>
                <a:gd name="connsiteY0" fmla="*/ 743 h 2671533"/>
                <a:gd name="connsiteX1" fmla="*/ 1250403 w 2426757"/>
                <a:gd name="connsiteY1" fmla="*/ 57156 h 2671533"/>
                <a:gd name="connsiteX2" fmla="*/ 2418581 w 2426757"/>
                <a:gd name="connsiteY2" fmla="*/ 1479114 h 2671533"/>
                <a:gd name="connsiteX3" fmla="*/ 4698 w 2426757"/>
                <a:gd name="connsiteY3" fmla="*/ 1408877 h 2671533"/>
                <a:gd name="connsiteX4" fmla="*/ 993969 w 2426757"/>
                <a:gd name="connsiteY4" fmla="*/ 743 h 2671533"/>
                <a:gd name="connsiteX5" fmla="*/ 983485 w 2426757"/>
                <a:gd name="connsiteY5" fmla="*/ 629376 h 2671533"/>
                <a:gd name="connsiteX6" fmla="*/ 129483 w 2426757"/>
                <a:gd name="connsiteY6" fmla="*/ 1439278 h 2671533"/>
                <a:gd name="connsiteX7" fmla="*/ 2297322 w 2426757"/>
                <a:gd name="connsiteY7" fmla="*/ 1446361 h 2671533"/>
                <a:gd name="connsiteX8" fmla="*/ 1255590 w 2426757"/>
                <a:gd name="connsiteY8" fmla="*/ 685887 h 2671533"/>
                <a:gd name="connsiteX9" fmla="*/ 983485 w 2426757"/>
                <a:gd name="connsiteY9" fmla="*/ 629376 h 2671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26757" h="2671533">
                  <a:moveTo>
                    <a:pt x="993969" y="743"/>
                  </a:moveTo>
                  <a:cubicBezTo>
                    <a:pt x="1073893" y="4471"/>
                    <a:pt x="1159294" y="22369"/>
                    <a:pt x="1250403" y="57156"/>
                  </a:cubicBezTo>
                  <a:cubicBezTo>
                    <a:pt x="2183465" y="-288284"/>
                    <a:pt x="2482081" y="1213298"/>
                    <a:pt x="2418581" y="1479114"/>
                  </a:cubicBezTo>
                  <a:cubicBezTo>
                    <a:pt x="2214277" y="2733321"/>
                    <a:pt x="543619" y="3401122"/>
                    <a:pt x="4698" y="1408877"/>
                  </a:cubicBezTo>
                  <a:cubicBezTo>
                    <a:pt x="-39339" y="1252750"/>
                    <a:pt x="221374" y="-35298"/>
                    <a:pt x="993969" y="743"/>
                  </a:cubicBezTo>
                  <a:close/>
                  <a:moveTo>
                    <a:pt x="983485" y="629376"/>
                  </a:moveTo>
                  <a:cubicBezTo>
                    <a:pt x="397841" y="622032"/>
                    <a:pt x="151575" y="1411999"/>
                    <a:pt x="129483" y="1439278"/>
                  </a:cubicBezTo>
                  <a:cubicBezTo>
                    <a:pt x="655791" y="1986584"/>
                    <a:pt x="1330272" y="2536220"/>
                    <a:pt x="2297322" y="1446361"/>
                  </a:cubicBezTo>
                  <a:cubicBezTo>
                    <a:pt x="2292989" y="1388020"/>
                    <a:pt x="2080036" y="402083"/>
                    <a:pt x="1255590" y="685887"/>
                  </a:cubicBezTo>
                  <a:cubicBezTo>
                    <a:pt x="1157739" y="647746"/>
                    <a:pt x="1067149" y="630426"/>
                    <a:pt x="983485" y="629376"/>
                  </a:cubicBezTo>
                  <a:close/>
                </a:path>
              </a:pathLst>
            </a:custGeom>
            <a:solidFill>
              <a:srgbClr val="E9595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DD17895-48FA-494A-9849-CB15AAAACE94}"/>
                </a:ext>
              </a:extLst>
            </p:cNvPr>
            <p:cNvSpPr/>
            <p:nvPr/>
          </p:nvSpPr>
          <p:spPr>
            <a:xfrm rot="20602544">
              <a:off x="-1548699" y="440153"/>
              <a:ext cx="160293" cy="45719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3762 h 136592"/>
                <a:gd name="connsiteX1" fmla="*/ 791570 w 791570"/>
                <a:gd name="connsiteY1" fmla="*/ 136592 h 136592"/>
                <a:gd name="connsiteX2" fmla="*/ 791570 w 791570"/>
                <a:gd name="connsiteY2" fmla="*/ 136592 h 13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6592">
                  <a:moveTo>
                    <a:pt x="0" y="13762"/>
                  </a:moveTo>
                  <a:cubicBezTo>
                    <a:pt x="446539" y="-36628"/>
                    <a:pt x="527713" y="62116"/>
                    <a:pt x="791570" y="136592"/>
                  </a:cubicBezTo>
                  <a:lnTo>
                    <a:pt x="791570" y="136592"/>
                  </a:lnTo>
                </a:path>
              </a:pathLst>
            </a:cu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8D8ABFF-AC7E-4985-A5B1-1099A396C2E3}"/>
                </a:ext>
              </a:extLst>
            </p:cNvPr>
            <p:cNvSpPr/>
            <p:nvPr/>
          </p:nvSpPr>
          <p:spPr>
            <a:xfrm rot="2008488" flipH="1">
              <a:off x="-3812620" y="421712"/>
              <a:ext cx="160293" cy="45719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3762 h 136592"/>
                <a:gd name="connsiteX1" fmla="*/ 791570 w 791570"/>
                <a:gd name="connsiteY1" fmla="*/ 136592 h 136592"/>
                <a:gd name="connsiteX2" fmla="*/ 791570 w 791570"/>
                <a:gd name="connsiteY2" fmla="*/ 136592 h 13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6592">
                  <a:moveTo>
                    <a:pt x="0" y="13762"/>
                  </a:moveTo>
                  <a:cubicBezTo>
                    <a:pt x="446539" y="-36628"/>
                    <a:pt x="527713" y="62116"/>
                    <a:pt x="791570" y="136592"/>
                  </a:cubicBezTo>
                  <a:lnTo>
                    <a:pt x="791570" y="136592"/>
                  </a:lnTo>
                </a:path>
              </a:pathLst>
            </a:cu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44757FD-0D09-BA7F-6C95-41684D8E81C4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U</a:t>
            </a:r>
          </a:p>
        </p:txBody>
      </p:sp>
    </p:spTree>
    <p:extLst>
      <p:ext uri="{BB962C8B-B14F-4D97-AF65-F5344CB8AC3E}">
        <p14:creationId xmlns:p14="http://schemas.microsoft.com/office/powerpoint/2010/main" val="731681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DE81A69-75EE-4B5F-A0BF-4B6CA2E0EC90}"/>
              </a:ext>
            </a:extLst>
          </p:cNvPr>
          <p:cNvGrpSpPr/>
          <p:nvPr/>
        </p:nvGrpSpPr>
        <p:grpSpPr>
          <a:xfrm>
            <a:off x="1381453" y="2523784"/>
            <a:ext cx="7295494" cy="2724831"/>
            <a:chOff x="4403172" y="2921305"/>
            <a:chExt cx="1398171" cy="522210"/>
          </a:xfrm>
          <a:solidFill>
            <a:srgbClr val="E95958"/>
          </a:solidFill>
        </p:grpSpPr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7323ED9A-79DB-447C-92F4-E393FB6BC81D}"/>
                </a:ext>
              </a:extLst>
            </p:cNvPr>
            <p:cNvSpPr/>
            <p:nvPr/>
          </p:nvSpPr>
          <p:spPr>
            <a:xfrm>
              <a:off x="4403172" y="2921305"/>
              <a:ext cx="1398171" cy="522210"/>
            </a:xfrm>
            <a:custGeom>
              <a:avLst/>
              <a:gdLst>
                <a:gd name="connsiteX0" fmla="*/ 0 w 4020457"/>
                <a:gd name="connsiteY0" fmla="*/ 0 h 2438400"/>
                <a:gd name="connsiteX1" fmla="*/ 4020457 w 4020457"/>
                <a:gd name="connsiteY1" fmla="*/ 0 h 2438400"/>
                <a:gd name="connsiteX2" fmla="*/ 4020457 w 4020457"/>
                <a:gd name="connsiteY2" fmla="*/ 2438400 h 2438400"/>
                <a:gd name="connsiteX3" fmla="*/ 0 w 4020457"/>
                <a:gd name="connsiteY3" fmla="*/ 2438400 h 2438400"/>
                <a:gd name="connsiteX4" fmla="*/ 0 w 4020457"/>
                <a:gd name="connsiteY4" fmla="*/ 0 h 2438400"/>
                <a:gd name="connsiteX0" fmla="*/ 1590675 w 4020457"/>
                <a:gd name="connsiteY0" fmla="*/ 395287 h 2438400"/>
                <a:gd name="connsiteX1" fmla="*/ 4020457 w 4020457"/>
                <a:gd name="connsiteY1" fmla="*/ 0 h 2438400"/>
                <a:gd name="connsiteX2" fmla="*/ 4020457 w 4020457"/>
                <a:gd name="connsiteY2" fmla="*/ 2438400 h 2438400"/>
                <a:gd name="connsiteX3" fmla="*/ 0 w 4020457"/>
                <a:gd name="connsiteY3" fmla="*/ 2438400 h 2438400"/>
                <a:gd name="connsiteX4" fmla="*/ 1590675 w 4020457"/>
                <a:gd name="connsiteY4" fmla="*/ 395287 h 2438400"/>
                <a:gd name="connsiteX0" fmla="*/ 1590675 w 4020457"/>
                <a:gd name="connsiteY0" fmla="*/ 0 h 2043113"/>
                <a:gd name="connsiteX1" fmla="*/ 2986994 w 4020457"/>
                <a:gd name="connsiteY1" fmla="*/ 28575 h 2043113"/>
                <a:gd name="connsiteX2" fmla="*/ 4020457 w 4020457"/>
                <a:gd name="connsiteY2" fmla="*/ 2043113 h 2043113"/>
                <a:gd name="connsiteX3" fmla="*/ 0 w 4020457"/>
                <a:gd name="connsiteY3" fmla="*/ 2043113 h 2043113"/>
                <a:gd name="connsiteX4" fmla="*/ 1590675 w 4020457"/>
                <a:gd name="connsiteY4" fmla="*/ 0 h 2043113"/>
                <a:gd name="connsiteX0" fmla="*/ 1590675 w 4020457"/>
                <a:gd name="connsiteY0" fmla="*/ 220685 h 2263798"/>
                <a:gd name="connsiteX1" fmla="*/ 2291050 w 4020457"/>
                <a:gd name="connsiteY1" fmla="*/ 23 h 2263798"/>
                <a:gd name="connsiteX2" fmla="*/ 2986994 w 4020457"/>
                <a:gd name="connsiteY2" fmla="*/ 249260 h 2263798"/>
                <a:gd name="connsiteX3" fmla="*/ 4020457 w 4020457"/>
                <a:gd name="connsiteY3" fmla="*/ 2263798 h 2263798"/>
                <a:gd name="connsiteX4" fmla="*/ 0 w 4020457"/>
                <a:gd name="connsiteY4" fmla="*/ 2263798 h 2263798"/>
                <a:gd name="connsiteX5" fmla="*/ 1590675 w 4020457"/>
                <a:gd name="connsiteY5" fmla="*/ 220685 h 2263798"/>
                <a:gd name="connsiteX0" fmla="*/ 0 w 2429782"/>
                <a:gd name="connsiteY0" fmla="*/ 220685 h 2263798"/>
                <a:gd name="connsiteX1" fmla="*/ 700375 w 2429782"/>
                <a:gd name="connsiteY1" fmla="*/ 23 h 2263798"/>
                <a:gd name="connsiteX2" fmla="*/ 1396319 w 2429782"/>
                <a:gd name="connsiteY2" fmla="*/ 249260 h 2263798"/>
                <a:gd name="connsiteX3" fmla="*/ 2429782 w 2429782"/>
                <a:gd name="connsiteY3" fmla="*/ 2263798 h 2263798"/>
                <a:gd name="connsiteX4" fmla="*/ 0 w 2429782"/>
                <a:gd name="connsiteY4" fmla="*/ 220685 h 2263798"/>
                <a:gd name="connsiteX0" fmla="*/ 0 w 1396319"/>
                <a:gd name="connsiteY0" fmla="*/ 220685 h 249260"/>
                <a:gd name="connsiteX1" fmla="*/ 700375 w 1396319"/>
                <a:gd name="connsiteY1" fmla="*/ 23 h 249260"/>
                <a:gd name="connsiteX2" fmla="*/ 1396319 w 1396319"/>
                <a:gd name="connsiteY2" fmla="*/ 249260 h 249260"/>
                <a:gd name="connsiteX3" fmla="*/ 0 w 1396319"/>
                <a:gd name="connsiteY3" fmla="*/ 220685 h 249260"/>
                <a:gd name="connsiteX0" fmla="*/ 0 w 1396319"/>
                <a:gd name="connsiteY0" fmla="*/ 220685 h 419460"/>
                <a:gd name="connsiteX1" fmla="*/ 700375 w 1396319"/>
                <a:gd name="connsiteY1" fmla="*/ 23 h 419460"/>
                <a:gd name="connsiteX2" fmla="*/ 1396319 w 1396319"/>
                <a:gd name="connsiteY2" fmla="*/ 249260 h 419460"/>
                <a:gd name="connsiteX3" fmla="*/ 0 w 1396319"/>
                <a:gd name="connsiteY3" fmla="*/ 220685 h 419460"/>
                <a:gd name="connsiteX0" fmla="*/ 0 w 1396319"/>
                <a:gd name="connsiteY0" fmla="*/ 220685 h 513058"/>
                <a:gd name="connsiteX1" fmla="*/ 700375 w 1396319"/>
                <a:gd name="connsiteY1" fmla="*/ 23 h 513058"/>
                <a:gd name="connsiteX2" fmla="*/ 1396319 w 1396319"/>
                <a:gd name="connsiteY2" fmla="*/ 249260 h 513058"/>
                <a:gd name="connsiteX3" fmla="*/ 0 w 1396319"/>
                <a:gd name="connsiteY3" fmla="*/ 220685 h 513058"/>
                <a:gd name="connsiteX0" fmla="*/ 151 w 1396470"/>
                <a:gd name="connsiteY0" fmla="*/ 220685 h 460525"/>
                <a:gd name="connsiteX1" fmla="*/ 700526 w 1396470"/>
                <a:gd name="connsiteY1" fmla="*/ 23 h 460525"/>
                <a:gd name="connsiteX2" fmla="*/ 1396470 w 1396470"/>
                <a:gd name="connsiteY2" fmla="*/ 249260 h 460525"/>
                <a:gd name="connsiteX3" fmla="*/ 665601 w 1396470"/>
                <a:gd name="connsiteY3" fmla="*/ 460398 h 460525"/>
                <a:gd name="connsiteX4" fmla="*/ 151 w 1396470"/>
                <a:gd name="connsiteY4" fmla="*/ 220685 h 460525"/>
                <a:gd name="connsiteX0" fmla="*/ 1852 w 1398171"/>
                <a:gd name="connsiteY0" fmla="*/ 220685 h 460525"/>
                <a:gd name="connsiteX1" fmla="*/ 702227 w 1398171"/>
                <a:gd name="connsiteY1" fmla="*/ 23 h 460525"/>
                <a:gd name="connsiteX2" fmla="*/ 1398171 w 1398171"/>
                <a:gd name="connsiteY2" fmla="*/ 249260 h 460525"/>
                <a:gd name="connsiteX3" fmla="*/ 667302 w 1398171"/>
                <a:gd name="connsiteY3" fmla="*/ 460398 h 460525"/>
                <a:gd name="connsiteX4" fmla="*/ 1852 w 1398171"/>
                <a:gd name="connsiteY4" fmla="*/ 220685 h 460525"/>
                <a:gd name="connsiteX0" fmla="*/ 1852 w 1398171"/>
                <a:gd name="connsiteY0" fmla="*/ 220685 h 461699"/>
                <a:gd name="connsiteX1" fmla="*/ 702227 w 1398171"/>
                <a:gd name="connsiteY1" fmla="*/ 23 h 461699"/>
                <a:gd name="connsiteX2" fmla="*/ 1398171 w 1398171"/>
                <a:gd name="connsiteY2" fmla="*/ 249260 h 461699"/>
                <a:gd name="connsiteX3" fmla="*/ 667302 w 1398171"/>
                <a:gd name="connsiteY3" fmla="*/ 460398 h 461699"/>
                <a:gd name="connsiteX4" fmla="*/ 1852 w 1398171"/>
                <a:gd name="connsiteY4" fmla="*/ 220685 h 461699"/>
                <a:gd name="connsiteX0" fmla="*/ 1852 w 1398171"/>
                <a:gd name="connsiteY0" fmla="*/ 220685 h 461699"/>
                <a:gd name="connsiteX1" fmla="*/ 702227 w 1398171"/>
                <a:gd name="connsiteY1" fmla="*/ 23 h 461699"/>
                <a:gd name="connsiteX2" fmla="*/ 1398171 w 1398171"/>
                <a:gd name="connsiteY2" fmla="*/ 249260 h 461699"/>
                <a:gd name="connsiteX3" fmla="*/ 667302 w 1398171"/>
                <a:gd name="connsiteY3" fmla="*/ 460398 h 461699"/>
                <a:gd name="connsiteX4" fmla="*/ 1852 w 1398171"/>
                <a:gd name="connsiteY4" fmla="*/ 220685 h 461699"/>
                <a:gd name="connsiteX0" fmla="*/ 1852 w 1398171"/>
                <a:gd name="connsiteY0" fmla="*/ 275261 h 516275"/>
                <a:gd name="connsiteX1" fmla="*/ 702227 w 1398171"/>
                <a:gd name="connsiteY1" fmla="*/ 54599 h 516275"/>
                <a:gd name="connsiteX2" fmla="*/ 1398171 w 1398171"/>
                <a:gd name="connsiteY2" fmla="*/ 303836 h 516275"/>
                <a:gd name="connsiteX3" fmla="*/ 667302 w 1398171"/>
                <a:gd name="connsiteY3" fmla="*/ 514974 h 516275"/>
                <a:gd name="connsiteX4" fmla="*/ 1852 w 1398171"/>
                <a:gd name="connsiteY4" fmla="*/ 275261 h 516275"/>
                <a:gd name="connsiteX0" fmla="*/ 1852 w 1398171"/>
                <a:gd name="connsiteY0" fmla="*/ 275261 h 516275"/>
                <a:gd name="connsiteX1" fmla="*/ 702227 w 1398171"/>
                <a:gd name="connsiteY1" fmla="*/ 54599 h 516275"/>
                <a:gd name="connsiteX2" fmla="*/ 1398171 w 1398171"/>
                <a:gd name="connsiteY2" fmla="*/ 303836 h 516275"/>
                <a:gd name="connsiteX3" fmla="*/ 667302 w 1398171"/>
                <a:gd name="connsiteY3" fmla="*/ 514974 h 516275"/>
                <a:gd name="connsiteX4" fmla="*/ 1852 w 1398171"/>
                <a:gd name="connsiteY4" fmla="*/ 275261 h 516275"/>
                <a:gd name="connsiteX0" fmla="*/ 1852 w 1398171"/>
                <a:gd name="connsiteY0" fmla="*/ 276557 h 517571"/>
                <a:gd name="connsiteX1" fmla="*/ 702227 w 1398171"/>
                <a:gd name="connsiteY1" fmla="*/ 55895 h 517571"/>
                <a:gd name="connsiteX2" fmla="*/ 1398171 w 1398171"/>
                <a:gd name="connsiteY2" fmla="*/ 305132 h 517571"/>
                <a:gd name="connsiteX3" fmla="*/ 667302 w 1398171"/>
                <a:gd name="connsiteY3" fmla="*/ 516270 h 517571"/>
                <a:gd name="connsiteX4" fmla="*/ 1852 w 1398171"/>
                <a:gd name="connsiteY4" fmla="*/ 276557 h 517571"/>
                <a:gd name="connsiteX0" fmla="*/ 1852 w 1398171"/>
                <a:gd name="connsiteY0" fmla="*/ 278332 h 519346"/>
                <a:gd name="connsiteX1" fmla="*/ 702227 w 1398171"/>
                <a:gd name="connsiteY1" fmla="*/ 57670 h 519346"/>
                <a:gd name="connsiteX2" fmla="*/ 1398171 w 1398171"/>
                <a:gd name="connsiteY2" fmla="*/ 306907 h 519346"/>
                <a:gd name="connsiteX3" fmla="*/ 667302 w 1398171"/>
                <a:gd name="connsiteY3" fmla="*/ 518045 h 519346"/>
                <a:gd name="connsiteX4" fmla="*/ 1852 w 1398171"/>
                <a:gd name="connsiteY4" fmla="*/ 278332 h 519346"/>
                <a:gd name="connsiteX0" fmla="*/ 1852 w 1398171"/>
                <a:gd name="connsiteY0" fmla="*/ 275262 h 516276"/>
                <a:gd name="connsiteX1" fmla="*/ 702227 w 1398171"/>
                <a:gd name="connsiteY1" fmla="*/ 54600 h 516276"/>
                <a:gd name="connsiteX2" fmla="*/ 1398171 w 1398171"/>
                <a:gd name="connsiteY2" fmla="*/ 303837 h 516276"/>
                <a:gd name="connsiteX3" fmla="*/ 667302 w 1398171"/>
                <a:gd name="connsiteY3" fmla="*/ 514975 h 516276"/>
                <a:gd name="connsiteX4" fmla="*/ 1852 w 1398171"/>
                <a:gd name="connsiteY4" fmla="*/ 275262 h 516276"/>
                <a:gd name="connsiteX0" fmla="*/ 1852 w 1398171"/>
                <a:gd name="connsiteY0" fmla="*/ 277468 h 517904"/>
                <a:gd name="connsiteX1" fmla="*/ 702227 w 1398171"/>
                <a:gd name="connsiteY1" fmla="*/ 56806 h 517904"/>
                <a:gd name="connsiteX2" fmla="*/ 1398171 w 1398171"/>
                <a:gd name="connsiteY2" fmla="*/ 290168 h 517904"/>
                <a:gd name="connsiteX3" fmla="*/ 667302 w 1398171"/>
                <a:gd name="connsiteY3" fmla="*/ 517181 h 517904"/>
                <a:gd name="connsiteX4" fmla="*/ 1852 w 1398171"/>
                <a:gd name="connsiteY4" fmla="*/ 277468 h 517904"/>
                <a:gd name="connsiteX0" fmla="*/ 1852 w 1398171"/>
                <a:gd name="connsiteY0" fmla="*/ 277468 h 520829"/>
                <a:gd name="connsiteX1" fmla="*/ 702227 w 1398171"/>
                <a:gd name="connsiteY1" fmla="*/ 56806 h 520829"/>
                <a:gd name="connsiteX2" fmla="*/ 1398171 w 1398171"/>
                <a:gd name="connsiteY2" fmla="*/ 290168 h 520829"/>
                <a:gd name="connsiteX3" fmla="*/ 667302 w 1398171"/>
                <a:gd name="connsiteY3" fmla="*/ 517181 h 520829"/>
                <a:gd name="connsiteX4" fmla="*/ 1852 w 1398171"/>
                <a:gd name="connsiteY4" fmla="*/ 277468 h 520829"/>
                <a:gd name="connsiteX0" fmla="*/ 1852 w 1398171"/>
                <a:gd name="connsiteY0" fmla="*/ 277468 h 518996"/>
                <a:gd name="connsiteX1" fmla="*/ 702227 w 1398171"/>
                <a:gd name="connsiteY1" fmla="*/ 56806 h 518996"/>
                <a:gd name="connsiteX2" fmla="*/ 1398171 w 1398171"/>
                <a:gd name="connsiteY2" fmla="*/ 290168 h 518996"/>
                <a:gd name="connsiteX3" fmla="*/ 667302 w 1398171"/>
                <a:gd name="connsiteY3" fmla="*/ 517181 h 518996"/>
                <a:gd name="connsiteX4" fmla="*/ 1852 w 1398171"/>
                <a:gd name="connsiteY4" fmla="*/ 277468 h 518996"/>
                <a:gd name="connsiteX0" fmla="*/ 1852 w 1398171"/>
                <a:gd name="connsiteY0" fmla="*/ 275849 h 517377"/>
                <a:gd name="connsiteX1" fmla="*/ 702227 w 1398171"/>
                <a:gd name="connsiteY1" fmla="*/ 55187 h 517377"/>
                <a:gd name="connsiteX2" fmla="*/ 1398171 w 1398171"/>
                <a:gd name="connsiteY2" fmla="*/ 288549 h 517377"/>
                <a:gd name="connsiteX3" fmla="*/ 667302 w 1398171"/>
                <a:gd name="connsiteY3" fmla="*/ 515562 h 517377"/>
                <a:gd name="connsiteX4" fmla="*/ 1852 w 1398171"/>
                <a:gd name="connsiteY4" fmla="*/ 275849 h 517377"/>
                <a:gd name="connsiteX0" fmla="*/ 1852 w 1398171"/>
                <a:gd name="connsiteY0" fmla="*/ 275456 h 516984"/>
                <a:gd name="connsiteX1" fmla="*/ 702227 w 1398171"/>
                <a:gd name="connsiteY1" fmla="*/ 54794 h 516984"/>
                <a:gd name="connsiteX2" fmla="*/ 1398171 w 1398171"/>
                <a:gd name="connsiteY2" fmla="*/ 288156 h 516984"/>
                <a:gd name="connsiteX3" fmla="*/ 667302 w 1398171"/>
                <a:gd name="connsiteY3" fmla="*/ 515169 h 516984"/>
                <a:gd name="connsiteX4" fmla="*/ 1852 w 1398171"/>
                <a:gd name="connsiteY4" fmla="*/ 275456 h 516984"/>
                <a:gd name="connsiteX0" fmla="*/ 1852 w 1398171"/>
                <a:gd name="connsiteY0" fmla="*/ 287267 h 528795"/>
                <a:gd name="connsiteX1" fmla="*/ 702227 w 1398171"/>
                <a:gd name="connsiteY1" fmla="*/ 66605 h 528795"/>
                <a:gd name="connsiteX2" fmla="*/ 1398171 w 1398171"/>
                <a:gd name="connsiteY2" fmla="*/ 299967 h 528795"/>
                <a:gd name="connsiteX3" fmla="*/ 667302 w 1398171"/>
                <a:gd name="connsiteY3" fmla="*/ 526980 h 528795"/>
                <a:gd name="connsiteX4" fmla="*/ 1852 w 1398171"/>
                <a:gd name="connsiteY4" fmla="*/ 287267 h 528795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  <a:gd name="connsiteX0" fmla="*/ 1852 w 1398171"/>
                <a:gd name="connsiteY0" fmla="*/ 280710 h 522238"/>
                <a:gd name="connsiteX1" fmla="*/ 702227 w 1398171"/>
                <a:gd name="connsiteY1" fmla="*/ 60048 h 522238"/>
                <a:gd name="connsiteX2" fmla="*/ 1398171 w 1398171"/>
                <a:gd name="connsiteY2" fmla="*/ 293410 h 522238"/>
                <a:gd name="connsiteX3" fmla="*/ 667302 w 1398171"/>
                <a:gd name="connsiteY3" fmla="*/ 520423 h 522238"/>
                <a:gd name="connsiteX4" fmla="*/ 1852 w 1398171"/>
                <a:gd name="connsiteY4" fmla="*/ 280710 h 522238"/>
                <a:gd name="connsiteX0" fmla="*/ 1852 w 1398171"/>
                <a:gd name="connsiteY0" fmla="*/ 281760 h 523288"/>
                <a:gd name="connsiteX1" fmla="*/ 702227 w 1398171"/>
                <a:gd name="connsiteY1" fmla="*/ 61098 h 523288"/>
                <a:gd name="connsiteX2" fmla="*/ 1398171 w 1398171"/>
                <a:gd name="connsiteY2" fmla="*/ 294460 h 523288"/>
                <a:gd name="connsiteX3" fmla="*/ 667302 w 1398171"/>
                <a:gd name="connsiteY3" fmla="*/ 521473 h 523288"/>
                <a:gd name="connsiteX4" fmla="*/ 1852 w 1398171"/>
                <a:gd name="connsiteY4" fmla="*/ 281760 h 523288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8171" h="522210">
                  <a:moveTo>
                    <a:pt x="1852" y="280682"/>
                  </a:moveTo>
                  <a:cubicBezTo>
                    <a:pt x="12267" y="264278"/>
                    <a:pt x="503694" y="-134713"/>
                    <a:pt x="702227" y="60020"/>
                  </a:cubicBezTo>
                  <a:cubicBezTo>
                    <a:pt x="832608" y="-120426"/>
                    <a:pt x="1201115" y="149978"/>
                    <a:pt x="1398171" y="293382"/>
                  </a:cubicBezTo>
                  <a:cubicBezTo>
                    <a:pt x="1347371" y="537857"/>
                    <a:pt x="900022" y="525157"/>
                    <a:pt x="667302" y="520395"/>
                  </a:cubicBezTo>
                  <a:cubicBezTo>
                    <a:pt x="434582" y="515633"/>
                    <a:pt x="-33073" y="506107"/>
                    <a:pt x="1852" y="280682"/>
                  </a:cubicBez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1B72F00-C5B0-44C4-871A-3C94FD93A8F2}"/>
                </a:ext>
              </a:extLst>
            </p:cNvPr>
            <p:cNvSpPr/>
            <p:nvPr/>
          </p:nvSpPr>
          <p:spPr>
            <a:xfrm>
              <a:off x="4405572" y="3159919"/>
              <a:ext cx="1394926" cy="55281"/>
            </a:xfrm>
            <a:custGeom>
              <a:avLst/>
              <a:gdLst>
                <a:gd name="connsiteX0" fmla="*/ 0 w 1357312"/>
                <a:gd name="connsiteY0" fmla="*/ 112218 h 112218"/>
                <a:gd name="connsiteX1" fmla="*/ 414337 w 1357312"/>
                <a:gd name="connsiteY1" fmla="*/ 12205 h 112218"/>
                <a:gd name="connsiteX2" fmla="*/ 919162 w 1357312"/>
                <a:gd name="connsiteY2" fmla="*/ 12205 h 112218"/>
                <a:gd name="connsiteX3" fmla="*/ 1357312 w 1357312"/>
                <a:gd name="connsiteY3" fmla="*/ 107455 h 112218"/>
                <a:gd name="connsiteX4" fmla="*/ 1357312 w 1357312"/>
                <a:gd name="connsiteY4" fmla="*/ 107455 h 112218"/>
                <a:gd name="connsiteX0" fmla="*/ 0 w 1364456"/>
                <a:gd name="connsiteY0" fmla="*/ 119818 h 119818"/>
                <a:gd name="connsiteX1" fmla="*/ 421481 w 1364456"/>
                <a:gd name="connsiteY1" fmla="*/ 12661 h 119818"/>
                <a:gd name="connsiteX2" fmla="*/ 926306 w 1364456"/>
                <a:gd name="connsiteY2" fmla="*/ 12661 h 119818"/>
                <a:gd name="connsiteX3" fmla="*/ 1364456 w 1364456"/>
                <a:gd name="connsiteY3" fmla="*/ 107911 h 119818"/>
                <a:gd name="connsiteX4" fmla="*/ 1364456 w 1364456"/>
                <a:gd name="connsiteY4" fmla="*/ 107911 h 119818"/>
                <a:gd name="connsiteX0" fmla="*/ 0 w 1364456"/>
                <a:gd name="connsiteY0" fmla="*/ 119818 h 119818"/>
                <a:gd name="connsiteX1" fmla="*/ 421481 w 1364456"/>
                <a:gd name="connsiteY1" fmla="*/ 12661 h 119818"/>
                <a:gd name="connsiteX2" fmla="*/ 926306 w 1364456"/>
                <a:gd name="connsiteY2" fmla="*/ 12661 h 119818"/>
                <a:gd name="connsiteX3" fmla="*/ 1364456 w 1364456"/>
                <a:gd name="connsiteY3" fmla="*/ 107911 h 119818"/>
                <a:gd name="connsiteX4" fmla="*/ 1364456 w 1364456"/>
                <a:gd name="connsiteY4" fmla="*/ 107911 h 119818"/>
                <a:gd name="connsiteX0" fmla="*/ 0 w 1364456"/>
                <a:gd name="connsiteY0" fmla="*/ 131792 h 131792"/>
                <a:gd name="connsiteX1" fmla="*/ 421481 w 1364456"/>
                <a:gd name="connsiteY1" fmla="*/ 24635 h 131792"/>
                <a:gd name="connsiteX2" fmla="*/ 926306 w 1364456"/>
                <a:gd name="connsiteY2" fmla="*/ 24635 h 131792"/>
                <a:gd name="connsiteX3" fmla="*/ 1364456 w 1364456"/>
                <a:gd name="connsiteY3" fmla="*/ 119885 h 131792"/>
                <a:gd name="connsiteX4" fmla="*/ 1364456 w 1364456"/>
                <a:gd name="connsiteY4" fmla="*/ 119885 h 131792"/>
                <a:gd name="connsiteX0" fmla="*/ 0 w 1364456"/>
                <a:gd name="connsiteY0" fmla="*/ 124133 h 124133"/>
                <a:gd name="connsiteX1" fmla="*/ 421481 w 1364456"/>
                <a:gd name="connsiteY1" fmla="*/ 16976 h 124133"/>
                <a:gd name="connsiteX2" fmla="*/ 476250 w 1364456"/>
                <a:gd name="connsiteY2" fmla="*/ 307 h 124133"/>
                <a:gd name="connsiteX3" fmla="*/ 926306 w 1364456"/>
                <a:gd name="connsiteY3" fmla="*/ 16976 h 124133"/>
                <a:gd name="connsiteX4" fmla="*/ 1364456 w 1364456"/>
                <a:gd name="connsiteY4" fmla="*/ 112226 h 124133"/>
                <a:gd name="connsiteX5" fmla="*/ 1364456 w 1364456"/>
                <a:gd name="connsiteY5" fmla="*/ 112226 h 124133"/>
                <a:gd name="connsiteX0" fmla="*/ 0 w 1364456"/>
                <a:gd name="connsiteY0" fmla="*/ 131631 h 131631"/>
                <a:gd name="connsiteX1" fmla="*/ 476250 w 1364456"/>
                <a:gd name="connsiteY1" fmla="*/ 7805 h 131631"/>
                <a:gd name="connsiteX2" fmla="*/ 926306 w 1364456"/>
                <a:gd name="connsiteY2" fmla="*/ 24474 h 131631"/>
                <a:gd name="connsiteX3" fmla="*/ 1364456 w 1364456"/>
                <a:gd name="connsiteY3" fmla="*/ 119724 h 131631"/>
                <a:gd name="connsiteX4" fmla="*/ 1364456 w 1364456"/>
                <a:gd name="connsiteY4" fmla="*/ 119724 h 131631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08603 h 108603"/>
                <a:gd name="connsiteX1" fmla="*/ 450056 w 1364456"/>
                <a:gd name="connsiteY1" fmla="*/ 8590 h 108603"/>
                <a:gd name="connsiteX2" fmla="*/ 926306 w 1364456"/>
                <a:gd name="connsiteY2" fmla="*/ 1446 h 108603"/>
                <a:gd name="connsiteX3" fmla="*/ 1364456 w 1364456"/>
                <a:gd name="connsiteY3" fmla="*/ 96696 h 108603"/>
                <a:gd name="connsiteX4" fmla="*/ 1364456 w 1364456"/>
                <a:gd name="connsiteY4" fmla="*/ 96696 h 108603"/>
                <a:gd name="connsiteX0" fmla="*/ 0 w 1364456"/>
                <a:gd name="connsiteY0" fmla="*/ 111339 h 111339"/>
                <a:gd name="connsiteX1" fmla="*/ 450056 w 1364456"/>
                <a:gd name="connsiteY1" fmla="*/ 11326 h 111339"/>
                <a:gd name="connsiteX2" fmla="*/ 926306 w 1364456"/>
                <a:gd name="connsiteY2" fmla="*/ 4182 h 111339"/>
                <a:gd name="connsiteX3" fmla="*/ 1364456 w 1364456"/>
                <a:gd name="connsiteY3" fmla="*/ 99432 h 111339"/>
                <a:gd name="connsiteX4" fmla="*/ 1364456 w 1364456"/>
                <a:gd name="connsiteY4" fmla="*/ 99432 h 111339"/>
                <a:gd name="connsiteX0" fmla="*/ 0 w 1364456"/>
                <a:gd name="connsiteY0" fmla="*/ 122284 h 122284"/>
                <a:gd name="connsiteX1" fmla="*/ 450056 w 1364456"/>
                <a:gd name="connsiteY1" fmla="*/ 22271 h 122284"/>
                <a:gd name="connsiteX2" fmla="*/ 926306 w 1364456"/>
                <a:gd name="connsiteY2" fmla="*/ 15127 h 122284"/>
                <a:gd name="connsiteX3" fmla="*/ 962025 w 1364456"/>
                <a:gd name="connsiteY3" fmla="*/ 5601 h 122284"/>
                <a:gd name="connsiteX4" fmla="*/ 1364456 w 1364456"/>
                <a:gd name="connsiteY4" fmla="*/ 110377 h 122284"/>
                <a:gd name="connsiteX5" fmla="*/ 1364456 w 1364456"/>
                <a:gd name="connsiteY5" fmla="*/ 110377 h 122284"/>
                <a:gd name="connsiteX0" fmla="*/ 0 w 1364456"/>
                <a:gd name="connsiteY0" fmla="*/ 123240 h 123240"/>
                <a:gd name="connsiteX1" fmla="*/ 450056 w 1364456"/>
                <a:gd name="connsiteY1" fmla="*/ 23227 h 123240"/>
                <a:gd name="connsiteX2" fmla="*/ 962025 w 1364456"/>
                <a:gd name="connsiteY2" fmla="*/ 6557 h 123240"/>
                <a:gd name="connsiteX3" fmla="*/ 1364456 w 1364456"/>
                <a:gd name="connsiteY3" fmla="*/ 111333 h 123240"/>
                <a:gd name="connsiteX4" fmla="*/ 1364456 w 1364456"/>
                <a:gd name="connsiteY4" fmla="*/ 111333 h 123240"/>
                <a:gd name="connsiteX0" fmla="*/ 0 w 1364456"/>
                <a:gd name="connsiteY0" fmla="*/ 118131 h 118131"/>
                <a:gd name="connsiteX1" fmla="*/ 450056 w 1364456"/>
                <a:gd name="connsiteY1" fmla="*/ 18118 h 118131"/>
                <a:gd name="connsiteX2" fmla="*/ 950119 w 1364456"/>
                <a:gd name="connsiteY2" fmla="*/ 8592 h 118131"/>
                <a:gd name="connsiteX3" fmla="*/ 1364456 w 1364456"/>
                <a:gd name="connsiteY3" fmla="*/ 106224 h 118131"/>
                <a:gd name="connsiteX4" fmla="*/ 1364456 w 1364456"/>
                <a:gd name="connsiteY4" fmla="*/ 106224 h 118131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72926"/>
                <a:gd name="connsiteY0" fmla="*/ 46012 h 97632"/>
                <a:gd name="connsiteX1" fmla="*/ 458526 w 1372926"/>
                <a:gd name="connsiteY1" fmla="*/ 9526 h 97632"/>
                <a:gd name="connsiteX2" fmla="*/ 958589 w 1372926"/>
                <a:gd name="connsiteY2" fmla="*/ 0 h 97632"/>
                <a:gd name="connsiteX3" fmla="*/ 1372926 w 1372926"/>
                <a:gd name="connsiteY3" fmla="*/ 97632 h 97632"/>
                <a:gd name="connsiteX4" fmla="*/ 1372926 w 1372926"/>
                <a:gd name="connsiteY4" fmla="*/ 97632 h 97632"/>
                <a:gd name="connsiteX0" fmla="*/ 0 w 1391749"/>
                <a:gd name="connsiteY0" fmla="*/ 46012 h 97632"/>
                <a:gd name="connsiteX1" fmla="*/ 458526 w 1391749"/>
                <a:gd name="connsiteY1" fmla="*/ 9526 h 97632"/>
                <a:gd name="connsiteX2" fmla="*/ 958589 w 1391749"/>
                <a:gd name="connsiteY2" fmla="*/ 0 h 97632"/>
                <a:gd name="connsiteX3" fmla="*/ 1372926 w 1391749"/>
                <a:gd name="connsiteY3" fmla="*/ 97632 h 97632"/>
                <a:gd name="connsiteX4" fmla="*/ 1391749 w 1391749"/>
                <a:gd name="connsiteY4" fmla="*/ 59045 h 97632"/>
                <a:gd name="connsiteX0" fmla="*/ 0 w 1372926"/>
                <a:gd name="connsiteY0" fmla="*/ 46012 h 97632"/>
                <a:gd name="connsiteX1" fmla="*/ 458526 w 1372926"/>
                <a:gd name="connsiteY1" fmla="*/ 9526 h 97632"/>
                <a:gd name="connsiteX2" fmla="*/ 958589 w 1372926"/>
                <a:gd name="connsiteY2" fmla="*/ 0 h 97632"/>
                <a:gd name="connsiteX3" fmla="*/ 1372926 w 1372926"/>
                <a:gd name="connsiteY3" fmla="*/ 97632 h 97632"/>
                <a:gd name="connsiteX0" fmla="*/ 0 w 1390808"/>
                <a:gd name="connsiteY0" fmla="*/ 46012 h 56222"/>
                <a:gd name="connsiteX1" fmla="*/ 458526 w 1390808"/>
                <a:gd name="connsiteY1" fmla="*/ 9526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0808"/>
                <a:gd name="connsiteY0" fmla="*/ 46012 h 56222"/>
                <a:gd name="connsiteX1" fmla="*/ 458526 w 1390808"/>
                <a:gd name="connsiteY1" fmla="*/ 9526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0808"/>
                <a:gd name="connsiteY0" fmla="*/ 46012 h 56222"/>
                <a:gd name="connsiteX1" fmla="*/ 458526 w 1390808"/>
                <a:gd name="connsiteY1" fmla="*/ 9526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0808"/>
                <a:gd name="connsiteY0" fmla="*/ 46012 h 56222"/>
                <a:gd name="connsiteX1" fmla="*/ 458526 w 1390808"/>
                <a:gd name="connsiteY1" fmla="*/ 9526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0808"/>
                <a:gd name="connsiteY0" fmla="*/ 46012 h 56222"/>
                <a:gd name="connsiteX1" fmla="*/ 458526 w 1390808"/>
                <a:gd name="connsiteY1" fmla="*/ 5761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2926"/>
                <a:gd name="connsiteY0" fmla="*/ 42483 h 56222"/>
                <a:gd name="connsiteX1" fmla="*/ 460644 w 1392926"/>
                <a:gd name="connsiteY1" fmla="*/ 5761 h 56222"/>
                <a:gd name="connsiteX2" fmla="*/ 960707 w 1392926"/>
                <a:gd name="connsiteY2" fmla="*/ 0 h 56222"/>
                <a:gd name="connsiteX3" fmla="*/ 1392926 w 1392926"/>
                <a:gd name="connsiteY3" fmla="*/ 56222 h 56222"/>
                <a:gd name="connsiteX0" fmla="*/ 0 w 1393985"/>
                <a:gd name="connsiteY0" fmla="*/ 42130 h 56222"/>
                <a:gd name="connsiteX1" fmla="*/ 461703 w 1393985"/>
                <a:gd name="connsiteY1" fmla="*/ 5761 h 56222"/>
                <a:gd name="connsiteX2" fmla="*/ 961766 w 1393985"/>
                <a:gd name="connsiteY2" fmla="*/ 0 h 56222"/>
                <a:gd name="connsiteX3" fmla="*/ 1393985 w 1393985"/>
                <a:gd name="connsiteY3" fmla="*/ 56222 h 56222"/>
                <a:gd name="connsiteX0" fmla="*/ 0 w 1393985"/>
                <a:gd name="connsiteY0" fmla="*/ 42130 h 55281"/>
                <a:gd name="connsiteX1" fmla="*/ 461703 w 1393985"/>
                <a:gd name="connsiteY1" fmla="*/ 5761 h 55281"/>
                <a:gd name="connsiteX2" fmla="*/ 961766 w 1393985"/>
                <a:gd name="connsiteY2" fmla="*/ 0 h 55281"/>
                <a:gd name="connsiteX3" fmla="*/ 1393985 w 1393985"/>
                <a:gd name="connsiteY3" fmla="*/ 55281 h 55281"/>
                <a:gd name="connsiteX0" fmla="*/ 0 w 1394926"/>
                <a:gd name="connsiteY0" fmla="*/ 42130 h 55281"/>
                <a:gd name="connsiteX1" fmla="*/ 461703 w 1394926"/>
                <a:gd name="connsiteY1" fmla="*/ 5761 h 55281"/>
                <a:gd name="connsiteX2" fmla="*/ 961766 w 1394926"/>
                <a:gd name="connsiteY2" fmla="*/ 0 h 55281"/>
                <a:gd name="connsiteX3" fmla="*/ 1394926 w 1394926"/>
                <a:gd name="connsiteY3" fmla="*/ 55281 h 55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4926" h="55281">
                  <a:moveTo>
                    <a:pt x="0" y="42130"/>
                  </a:moveTo>
                  <a:cubicBezTo>
                    <a:pt x="160028" y="47917"/>
                    <a:pt x="272221" y="44511"/>
                    <a:pt x="461703" y="5761"/>
                  </a:cubicBezTo>
                  <a:cubicBezTo>
                    <a:pt x="586323" y="33939"/>
                    <a:pt x="745072" y="92472"/>
                    <a:pt x="961766" y="0"/>
                  </a:cubicBezTo>
                  <a:cubicBezTo>
                    <a:pt x="1096704" y="53975"/>
                    <a:pt x="1246495" y="50518"/>
                    <a:pt x="1394926" y="55281"/>
                  </a:cubicBezTo>
                </a:path>
              </a:pathLst>
            </a:custGeom>
            <a:grp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C90AEA6-A288-75A1-7375-692C8EA98828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824913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90AEA6-A288-75A1-7375-692C8EA98828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C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0E439E9-C63B-225A-7E4B-6ACC32586149}"/>
              </a:ext>
            </a:extLst>
          </p:cNvPr>
          <p:cNvGrpSpPr/>
          <p:nvPr/>
        </p:nvGrpSpPr>
        <p:grpSpPr>
          <a:xfrm>
            <a:off x="1925106" y="2142318"/>
            <a:ext cx="6874714" cy="3868429"/>
            <a:chOff x="3365661" y="3729410"/>
            <a:chExt cx="2864581" cy="1611911"/>
          </a:xfrm>
        </p:grpSpPr>
        <p:sp>
          <p:nvSpPr>
            <p:cNvPr id="8" name="Rectangle 21">
              <a:extLst>
                <a:ext uri="{FF2B5EF4-FFF2-40B4-BE49-F238E27FC236}">
                  <a16:creationId xmlns:a16="http://schemas.microsoft.com/office/drawing/2014/main" id="{99921D23-5AC4-DB27-4E7B-57094B089E88}"/>
                </a:ext>
              </a:extLst>
            </p:cNvPr>
            <p:cNvSpPr/>
            <p:nvPr/>
          </p:nvSpPr>
          <p:spPr>
            <a:xfrm>
              <a:off x="3422522" y="4179129"/>
              <a:ext cx="2743200" cy="787987"/>
            </a:xfrm>
            <a:custGeom>
              <a:avLst/>
              <a:gdLst>
                <a:gd name="connsiteX0" fmla="*/ 0 w 2197290"/>
                <a:gd name="connsiteY0" fmla="*/ 0 h 750627"/>
                <a:gd name="connsiteX1" fmla="*/ 2197290 w 2197290"/>
                <a:gd name="connsiteY1" fmla="*/ 0 h 750627"/>
                <a:gd name="connsiteX2" fmla="*/ 2197290 w 2197290"/>
                <a:gd name="connsiteY2" fmla="*/ 750627 h 750627"/>
                <a:gd name="connsiteX3" fmla="*/ 0 w 2197290"/>
                <a:gd name="connsiteY3" fmla="*/ 750627 h 750627"/>
                <a:gd name="connsiteX4" fmla="*/ 0 w 2197290"/>
                <a:gd name="connsiteY4" fmla="*/ 0 h 750627"/>
                <a:gd name="connsiteX0" fmla="*/ 0 w 2197290"/>
                <a:gd name="connsiteY0" fmla="*/ 177042 h 927669"/>
                <a:gd name="connsiteX1" fmla="*/ 1076278 w 2197290"/>
                <a:gd name="connsiteY1" fmla="*/ 0 h 927669"/>
                <a:gd name="connsiteX2" fmla="*/ 2197290 w 2197290"/>
                <a:gd name="connsiteY2" fmla="*/ 177042 h 927669"/>
                <a:gd name="connsiteX3" fmla="*/ 2197290 w 2197290"/>
                <a:gd name="connsiteY3" fmla="*/ 927669 h 927669"/>
                <a:gd name="connsiteX4" fmla="*/ 0 w 2197290"/>
                <a:gd name="connsiteY4" fmla="*/ 927669 h 927669"/>
                <a:gd name="connsiteX5" fmla="*/ 0 w 2197290"/>
                <a:gd name="connsiteY5" fmla="*/ 177042 h 927669"/>
                <a:gd name="connsiteX0" fmla="*/ 0 w 2540190"/>
                <a:gd name="connsiteY0" fmla="*/ 177042 h 927669"/>
                <a:gd name="connsiteX1" fmla="*/ 1076278 w 2540190"/>
                <a:gd name="connsiteY1" fmla="*/ 0 h 927669"/>
                <a:gd name="connsiteX2" fmla="*/ 2540190 w 2540190"/>
                <a:gd name="connsiteY2" fmla="*/ 481842 h 927669"/>
                <a:gd name="connsiteX3" fmla="*/ 2197290 w 2540190"/>
                <a:gd name="connsiteY3" fmla="*/ 927669 h 927669"/>
                <a:gd name="connsiteX4" fmla="*/ 0 w 2540190"/>
                <a:gd name="connsiteY4" fmla="*/ 927669 h 927669"/>
                <a:gd name="connsiteX5" fmla="*/ 0 w 2540190"/>
                <a:gd name="connsiteY5" fmla="*/ 1770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266700 w 2806890"/>
                <a:gd name="connsiteY4" fmla="*/ 927669 h 927669"/>
                <a:gd name="connsiteX5" fmla="*/ 0 w 2806890"/>
                <a:gd name="connsiteY5" fmla="*/ 4691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0 w 2806890"/>
                <a:gd name="connsiteY4" fmla="*/ 469142 h 927669"/>
                <a:gd name="connsiteX0" fmla="*/ 0 w 2806890"/>
                <a:gd name="connsiteY0" fmla="*/ 469142 h 481842"/>
                <a:gd name="connsiteX1" fmla="*/ 1342978 w 2806890"/>
                <a:gd name="connsiteY1" fmla="*/ 0 h 481842"/>
                <a:gd name="connsiteX2" fmla="*/ 2806890 w 2806890"/>
                <a:gd name="connsiteY2" fmla="*/ 481842 h 481842"/>
                <a:gd name="connsiteX3" fmla="*/ 0 w 2806890"/>
                <a:gd name="connsiteY3" fmla="*/ 469142 h 481842"/>
                <a:gd name="connsiteX0" fmla="*/ 0 w 2806890"/>
                <a:gd name="connsiteY0" fmla="*/ 534591 h 547291"/>
                <a:gd name="connsiteX1" fmla="*/ 1342978 w 2806890"/>
                <a:gd name="connsiteY1" fmla="*/ 65449 h 547291"/>
                <a:gd name="connsiteX2" fmla="*/ 2806890 w 2806890"/>
                <a:gd name="connsiteY2" fmla="*/ 547291 h 547291"/>
                <a:gd name="connsiteX3" fmla="*/ 0 w 2806890"/>
                <a:gd name="connsiteY3" fmla="*/ 534591 h 547291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37691 h 550391"/>
                <a:gd name="connsiteX1" fmla="*/ 1342978 w 2806890"/>
                <a:gd name="connsiteY1" fmla="*/ 68549 h 550391"/>
                <a:gd name="connsiteX2" fmla="*/ 2806890 w 2806890"/>
                <a:gd name="connsiteY2" fmla="*/ 550391 h 550391"/>
                <a:gd name="connsiteX3" fmla="*/ 0 w 2806890"/>
                <a:gd name="connsiteY3" fmla="*/ 537691 h 550391"/>
                <a:gd name="connsiteX0" fmla="*/ 0 w 2806890"/>
                <a:gd name="connsiteY0" fmla="*/ 528404 h 541104"/>
                <a:gd name="connsiteX1" fmla="*/ 1342978 w 2806890"/>
                <a:gd name="connsiteY1" fmla="*/ 59262 h 541104"/>
                <a:gd name="connsiteX2" fmla="*/ 2806890 w 2806890"/>
                <a:gd name="connsiteY2" fmla="*/ 541104 h 541104"/>
                <a:gd name="connsiteX3" fmla="*/ 0 w 2806890"/>
                <a:gd name="connsiteY3" fmla="*/ 528404 h 541104"/>
                <a:gd name="connsiteX0" fmla="*/ 0 w 2806890"/>
                <a:gd name="connsiteY0" fmla="*/ 537470 h 550170"/>
                <a:gd name="connsiteX1" fmla="*/ 1342978 w 2806890"/>
                <a:gd name="connsiteY1" fmla="*/ 68328 h 550170"/>
                <a:gd name="connsiteX2" fmla="*/ 2806890 w 2806890"/>
                <a:gd name="connsiteY2" fmla="*/ 550170 h 550170"/>
                <a:gd name="connsiteX3" fmla="*/ 0 w 2806890"/>
                <a:gd name="connsiteY3" fmla="*/ 537470 h 550170"/>
                <a:gd name="connsiteX0" fmla="*/ 0 w 2844990"/>
                <a:gd name="connsiteY0" fmla="*/ 514854 h 552954"/>
                <a:gd name="connsiteX1" fmla="*/ 1381078 w 2844990"/>
                <a:gd name="connsiteY1" fmla="*/ 71112 h 552954"/>
                <a:gd name="connsiteX2" fmla="*/ 2844990 w 2844990"/>
                <a:gd name="connsiteY2" fmla="*/ 552954 h 552954"/>
                <a:gd name="connsiteX3" fmla="*/ 0 w 2844990"/>
                <a:gd name="connsiteY3" fmla="*/ 514854 h 552954"/>
                <a:gd name="connsiteX0" fmla="*/ 0 w 2844990"/>
                <a:gd name="connsiteY0" fmla="*/ 504929 h 543029"/>
                <a:gd name="connsiteX1" fmla="*/ 1381078 w 2844990"/>
                <a:gd name="connsiteY1" fmla="*/ 61187 h 543029"/>
                <a:gd name="connsiteX2" fmla="*/ 2844990 w 2844990"/>
                <a:gd name="connsiteY2" fmla="*/ 543029 h 543029"/>
                <a:gd name="connsiteX3" fmla="*/ 0 w 2844990"/>
                <a:gd name="connsiteY3" fmla="*/ 504929 h 543029"/>
                <a:gd name="connsiteX0" fmla="*/ 0 w 2844990"/>
                <a:gd name="connsiteY0" fmla="*/ 504929 h 1116030"/>
                <a:gd name="connsiteX1" fmla="*/ 1381078 w 2844990"/>
                <a:gd name="connsiteY1" fmla="*/ 61187 h 1116030"/>
                <a:gd name="connsiteX2" fmla="*/ 2844990 w 2844990"/>
                <a:gd name="connsiteY2" fmla="*/ 543029 h 1116030"/>
                <a:gd name="connsiteX3" fmla="*/ 0 w 2844990"/>
                <a:gd name="connsiteY3" fmla="*/ 504929 h 1116030"/>
                <a:gd name="connsiteX0" fmla="*/ 0 w 2844990"/>
                <a:gd name="connsiteY0" fmla="*/ 504929 h 1611911"/>
                <a:gd name="connsiteX1" fmla="*/ 1381078 w 2844990"/>
                <a:gd name="connsiteY1" fmla="*/ 61187 h 1611911"/>
                <a:gd name="connsiteX2" fmla="*/ 2844990 w 2844990"/>
                <a:gd name="connsiteY2" fmla="*/ 543029 h 1611911"/>
                <a:gd name="connsiteX3" fmla="*/ 0 w 2844990"/>
                <a:gd name="connsiteY3" fmla="*/ 504929 h 1611911"/>
                <a:gd name="connsiteX0" fmla="*/ 0 w 2851340"/>
                <a:gd name="connsiteY0" fmla="*/ 313239 h 1542672"/>
                <a:gd name="connsiteX1" fmla="*/ 1387428 w 2851340"/>
                <a:gd name="connsiteY1" fmla="*/ 88062 h 1542672"/>
                <a:gd name="connsiteX2" fmla="*/ 2851340 w 2851340"/>
                <a:gd name="connsiteY2" fmla="*/ 569904 h 1542672"/>
                <a:gd name="connsiteX3" fmla="*/ 0 w 2851340"/>
                <a:gd name="connsiteY3" fmla="*/ 313239 h 1542672"/>
                <a:gd name="connsiteX0" fmla="*/ 0 w 2692590"/>
                <a:gd name="connsiteY0" fmla="*/ 313239 h 1412968"/>
                <a:gd name="connsiteX1" fmla="*/ 1387428 w 2692590"/>
                <a:gd name="connsiteY1" fmla="*/ 88062 h 1412968"/>
                <a:gd name="connsiteX2" fmla="*/ 2692590 w 2692590"/>
                <a:gd name="connsiteY2" fmla="*/ 337680 h 1412968"/>
                <a:gd name="connsiteX3" fmla="*/ 0 w 2692590"/>
                <a:gd name="connsiteY3" fmla="*/ 313239 h 1412968"/>
                <a:gd name="connsiteX0" fmla="*/ 0 w 2692590"/>
                <a:gd name="connsiteY0" fmla="*/ 0 h 1099729"/>
                <a:gd name="connsiteX1" fmla="*/ 2692590 w 2692590"/>
                <a:gd name="connsiteY1" fmla="*/ 24441 h 1099729"/>
                <a:gd name="connsiteX2" fmla="*/ 0 w 2692590"/>
                <a:gd name="connsiteY2" fmla="*/ 0 h 1099729"/>
                <a:gd name="connsiteX0" fmla="*/ 0 w 2692590"/>
                <a:gd name="connsiteY0" fmla="*/ 192313 h 1292042"/>
                <a:gd name="connsiteX1" fmla="*/ 2692590 w 2692590"/>
                <a:gd name="connsiteY1" fmla="*/ 216754 h 1292042"/>
                <a:gd name="connsiteX2" fmla="*/ 0 w 2692590"/>
                <a:gd name="connsiteY2" fmla="*/ 192313 h 1292042"/>
                <a:gd name="connsiteX0" fmla="*/ 0 w 2692590"/>
                <a:gd name="connsiteY0" fmla="*/ 240044 h 1339773"/>
                <a:gd name="connsiteX1" fmla="*/ 2692590 w 2692590"/>
                <a:gd name="connsiteY1" fmla="*/ 264485 h 1339773"/>
                <a:gd name="connsiteX2" fmla="*/ 0 w 2692590"/>
                <a:gd name="connsiteY2" fmla="*/ 240044 h 1339773"/>
                <a:gd name="connsiteX0" fmla="*/ 0 w 2692590"/>
                <a:gd name="connsiteY0" fmla="*/ 264809 h 1364538"/>
                <a:gd name="connsiteX1" fmla="*/ 2692590 w 2692590"/>
                <a:gd name="connsiteY1" fmla="*/ 289250 h 1364538"/>
                <a:gd name="connsiteX2" fmla="*/ 0 w 2692590"/>
                <a:gd name="connsiteY2" fmla="*/ 264809 h 1364538"/>
                <a:gd name="connsiteX0" fmla="*/ 0 w 2692590"/>
                <a:gd name="connsiteY0" fmla="*/ 264809 h 1220348"/>
                <a:gd name="connsiteX1" fmla="*/ 2692590 w 2692590"/>
                <a:gd name="connsiteY1" fmla="*/ 289250 h 1220348"/>
                <a:gd name="connsiteX2" fmla="*/ 0 w 2692590"/>
                <a:gd name="connsiteY2" fmla="*/ 264809 h 1220348"/>
                <a:gd name="connsiteX0" fmla="*/ 0 w 2692590"/>
                <a:gd name="connsiteY0" fmla="*/ 264809 h 1546770"/>
                <a:gd name="connsiteX1" fmla="*/ 2692590 w 2692590"/>
                <a:gd name="connsiteY1" fmla="*/ 289250 h 1546770"/>
                <a:gd name="connsiteX2" fmla="*/ 0 w 2692590"/>
                <a:gd name="connsiteY2" fmla="*/ 264809 h 1546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2590" h="1546770">
                  <a:moveTo>
                    <a:pt x="0" y="264809"/>
                  </a:moveTo>
                  <a:cubicBezTo>
                    <a:pt x="878480" y="-177833"/>
                    <a:pt x="1998260" y="7897"/>
                    <a:pt x="2692590" y="289250"/>
                  </a:cubicBezTo>
                  <a:cubicBezTo>
                    <a:pt x="2195110" y="1443462"/>
                    <a:pt x="948330" y="2429665"/>
                    <a:pt x="0" y="264809"/>
                  </a:cubicBezTo>
                  <a:close/>
                </a:path>
              </a:pathLst>
            </a:custGeom>
            <a:solidFill>
              <a:srgbClr val="252B2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02DC4A5-36E7-CB46-809C-3C2035BD04EE}"/>
                </a:ext>
              </a:extLst>
            </p:cNvPr>
            <p:cNvGrpSpPr/>
            <p:nvPr/>
          </p:nvGrpSpPr>
          <p:grpSpPr>
            <a:xfrm>
              <a:off x="3365661" y="3729410"/>
              <a:ext cx="2864581" cy="1611911"/>
              <a:chOff x="3627446" y="3705225"/>
              <a:chExt cx="2864581" cy="1611911"/>
            </a:xfrm>
          </p:grpSpPr>
          <p:sp>
            <p:nvSpPr>
              <p:cNvPr id="10" name="Oval 48">
                <a:extLst>
                  <a:ext uri="{FF2B5EF4-FFF2-40B4-BE49-F238E27FC236}">
                    <a16:creationId xmlns:a16="http://schemas.microsoft.com/office/drawing/2014/main" id="{E2E30E2D-83B8-44BA-F9A0-C38A2CB7D7A6}"/>
                  </a:ext>
                </a:extLst>
              </p:cNvPr>
              <p:cNvSpPr/>
              <p:nvPr/>
            </p:nvSpPr>
            <p:spPr>
              <a:xfrm>
                <a:off x="4052285" y="4318254"/>
                <a:ext cx="2098115" cy="748068"/>
              </a:xfrm>
              <a:custGeom>
                <a:avLst/>
                <a:gdLst>
                  <a:gd name="connsiteX0" fmla="*/ 0 w 1605176"/>
                  <a:gd name="connsiteY0" fmla="*/ 523803 h 1047605"/>
                  <a:gd name="connsiteX1" fmla="*/ 802588 w 1605176"/>
                  <a:gd name="connsiteY1" fmla="*/ 0 h 1047605"/>
                  <a:gd name="connsiteX2" fmla="*/ 1605176 w 1605176"/>
                  <a:gd name="connsiteY2" fmla="*/ 523803 h 1047605"/>
                  <a:gd name="connsiteX3" fmla="*/ 802588 w 1605176"/>
                  <a:gd name="connsiteY3" fmla="*/ 1047606 h 1047605"/>
                  <a:gd name="connsiteX4" fmla="*/ 0 w 1605176"/>
                  <a:gd name="connsiteY4" fmla="*/ 523803 h 1047605"/>
                  <a:gd name="connsiteX0" fmla="*/ 0 w 1627486"/>
                  <a:gd name="connsiteY0" fmla="*/ 65475 h 589278"/>
                  <a:gd name="connsiteX1" fmla="*/ 1605176 w 1627486"/>
                  <a:gd name="connsiteY1" fmla="*/ 65475 h 589278"/>
                  <a:gd name="connsiteX2" fmla="*/ 802588 w 1627486"/>
                  <a:gd name="connsiteY2" fmla="*/ 589278 h 589278"/>
                  <a:gd name="connsiteX3" fmla="*/ 0 w 1627486"/>
                  <a:gd name="connsiteY3" fmla="*/ 65475 h 589278"/>
                  <a:gd name="connsiteX0" fmla="*/ 16221 w 1607759"/>
                  <a:gd name="connsiteY0" fmla="*/ 55424 h 579244"/>
                  <a:gd name="connsiteX1" fmla="*/ 1589647 w 1607759"/>
                  <a:gd name="connsiteY1" fmla="*/ 74474 h 579244"/>
                  <a:gd name="connsiteX2" fmla="*/ 818809 w 1607759"/>
                  <a:gd name="connsiteY2" fmla="*/ 579227 h 579244"/>
                  <a:gd name="connsiteX3" fmla="*/ 16221 w 1607759"/>
                  <a:gd name="connsiteY3" fmla="*/ 55424 h 579244"/>
                  <a:gd name="connsiteX0" fmla="*/ 16221 w 1607759"/>
                  <a:gd name="connsiteY0" fmla="*/ 76391 h 600211"/>
                  <a:gd name="connsiteX1" fmla="*/ 1589647 w 1607759"/>
                  <a:gd name="connsiteY1" fmla="*/ 95441 h 600211"/>
                  <a:gd name="connsiteX2" fmla="*/ 818809 w 1607759"/>
                  <a:gd name="connsiteY2" fmla="*/ 600194 h 600211"/>
                  <a:gd name="connsiteX3" fmla="*/ 16221 w 1607759"/>
                  <a:gd name="connsiteY3" fmla="*/ 76391 h 600211"/>
                  <a:gd name="connsiteX0" fmla="*/ 16221 w 1607759"/>
                  <a:gd name="connsiteY0" fmla="*/ 76391 h 600214"/>
                  <a:gd name="connsiteX1" fmla="*/ 1589647 w 1607759"/>
                  <a:gd name="connsiteY1" fmla="*/ 95441 h 600214"/>
                  <a:gd name="connsiteX2" fmla="*/ 818809 w 1607759"/>
                  <a:gd name="connsiteY2" fmla="*/ 600194 h 600214"/>
                  <a:gd name="connsiteX3" fmla="*/ 16221 w 1607759"/>
                  <a:gd name="connsiteY3" fmla="*/ 76391 h 600214"/>
                  <a:gd name="connsiteX0" fmla="*/ 19041 w 1610579"/>
                  <a:gd name="connsiteY0" fmla="*/ 100548 h 624371"/>
                  <a:gd name="connsiteX1" fmla="*/ 1592467 w 1610579"/>
                  <a:gd name="connsiteY1" fmla="*/ 119598 h 624371"/>
                  <a:gd name="connsiteX2" fmla="*/ 821629 w 1610579"/>
                  <a:gd name="connsiteY2" fmla="*/ 624351 h 624371"/>
                  <a:gd name="connsiteX3" fmla="*/ 19041 w 1610579"/>
                  <a:gd name="connsiteY3" fmla="*/ 100548 h 624371"/>
                  <a:gd name="connsiteX0" fmla="*/ 19300 w 1598089"/>
                  <a:gd name="connsiteY0" fmla="*/ 103441 h 620903"/>
                  <a:gd name="connsiteX1" fmla="*/ 1580026 w 1598089"/>
                  <a:gd name="connsiteY1" fmla="*/ 116141 h 620903"/>
                  <a:gd name="connsiteX2" fmla="*/ 809188 w 1598089"/>
                  <a:gd name="connsiteY2" fmla="*/ 620894 h 620903"/>
                  <a:gd name="connsiteX3" fmla="*/ 19300 w 1598089"/>
                  <a:gd name="connsiteY3" fmla="*/ 103441 h 620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8089" h="620903">
                    <a:moveTo>
                      <a:pt x="19300" y="103441"/>
                    </a:moveTo>
                    <a:cubicBezTo>
                      <a:pt x="160473" y="-44185"/>
                      <a:pt x="1433561" y="-28309"/>
                      <a:pt x="1580026" y="116141"/>
                    </a:cubicBezTo>
                    <a:cubicBezTo>
                      <a:pt x="1713791" y="254242"/>
                      <a:pt x="1069309" y="623011"/>
                      <a:pt x="809188" y="620894"/>
                    </a:cubicBezTo>
                    <a:cubicBezTo>
                      <a:pt x="549067" y="618777"/>
                      <a:pt x="-121873" y="251067"/>
                      <a:pt x="19300" y="103441"/>
                    </a:cubicBezTo>
                    <a:close/>
                  </a:path>
                </a:pathLst>
              </a:custGeom>
              <a:solidFill>
                <a:srgbClr val="D7797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8453B6D4-5FB3-56FD-8444-8977BA47D272}"/>
                  </a:ext>
                </a:extLst>
              </p:cNvPr>
              <p:cNvSpPr/>
              <p:nvPr/>
            </p:nvSpPr>
            <p:spPr>
              <a:xfrm>
                <a:off x="4006848" y="4648941"/>
                <a:ext cx="2098115" cy="429042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  <a:gd name="connsiteX0" fmla="*/ 5556 w 1688959"/>
                  <a:gd name="connsiteY0" fmla="*/ 150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17" fmla="*/ 5556 w 1688959"/>
                  <a:gd name="connsiteY17" fmla="*/ 1503 h 262241"/>
                  <a:gd name="connsiteX0" fmla="*/ 979 w 1688959"/>
                  <a:gd name="connsiteY0" fmla="*/ 18462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0" fmla="*/ 0 w 1688959"/>
                  <a:gd name="connsiteY0" fmla="*/ 4238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0" fmla="*/ 0 w 1605227"/>
                  <a:gd name="connsiteY0" fmla="*/ 87037 h 262241"/>
                  <a:gd name="connsiteX1" fmla="*/ 88512 w 1605227"/>
                  <a:gd name="connsiteY1" fmla="*/ 25329 h 262241"/>
                  <a:gd name="connsiteX2" fmla="*/ 295681 w 1605227"/>
                  <a:gd name="connsiteY2" fmla="*/ 51523 h 262241"/>
                  <a:gd name="connsiteX3" fmla="*/ 431412 w 1605227"/>
                  <a:gd name="connsiteY3" fmla="*/ 63429 h 262241"/>
                  <a:gd name="connsiteX4" fmla="*/ 583812 w 1605227"/>
                  <a:gd name="connsiteY4" fmla="*/ 70573 h 262241"/>
                  <a:gd name="connsiteX5" fmla="*/ 757643 w 1605227"/>
                  <a:gd name="connsiteY5" fmla="*/ 68192 h 262241"/>
                  <a:gd name="connsiteX6" fmla="*/ 912424 w 1605227"/>
                  <a:gd name="connsiteY6" fmla="*/ 72954 h 262241"/>
                  <a:gd name="connsiteX7" fmla="*/ 1086256 w 1605227"/>
                  <a:gd name="connsiteY7" fmla="*/ 75335 h 262241"/>
                  <a:gd name="connsiteX8" fmla="*/ 1233893 w 1605227"/>
                  <a:gd name="connsiteY8" fmla="*/ 58667 h 262241"/>
                  <a:gd name="connsiteX9" fmla="*/ 1433918 w 1605227"/>
                  <a:gd name="connsiteY9" fmla="*/ 37235 h 262241"/>
                  <a:gd name="connsiteX10" fmla="*/ 1588698 w 1605227"/>
                  <a:gd name="connsiteY10" fmla="*/ 8646 h 262241"/>
                  <a:gd name="connsiteX11" fmla="*/ 1601786 w 1605227"/>
                  <a:gd name="connsiteY11" fmla="*/ 41120 h 262241"/>
                  <a:gd name="connsiteX12" fmla="*/ 1605227 w 1605227"/>
                  <a:gd name="connsiteY12" fmla="*/ 58475 h 262241"/>
                  <a:gd name="connsiteX13" fmla="*/ 1480650 w 1605227"/>
                  <a:gd name="connsiteY13" fmla="*/ 115486 h 262241"/>
                  <a:gd name="connsiteX14" fmla="*/ 0 w 1605227"/>
                  <a:gd name="connsiteY14" fmla="*/ 87037 h 262241"/>
                  <a:gd name="connsiteX0" fmla="*/ 0 w 1605227"/>
                  <a:gd name="connsiteY0" fmla="*/ 85881 h 261085"/>
                  <a:gd name="connsiteX1" fmla="*/ 295681 w 1605227"/>
                  <a:gd name="connsiteY1" fmla="*/ 50367 h 261085"/>
                  <a:gd name="connsiteX2" fmla="*/ 431412 w 1605227"/>
                  <a:gd name="connsiteY2" fmla="*/ 62273 h 261085"/>
                  <a:gd name="connsiteX3" fmla="*/ 583812 w 1605227"/>
                  <a:gd name="connsiteY3" fmla="*/ 69417 h 261085"/>
                  <a:gd name="connsiteX4" fmla="*/ 757643 w 1605227"/>
                  <a:gd name="connsiteY4" fmla="*/ 67036 h 261085"/>
                  <a:gd name="connsiteX5" fmla="*/ 912424 w 1605227"/>
                  <a:gd name="connsiteY5" fmla="*/ 71798 h 261085"/>
                  <a:gd name="connsiteX6" fmla="*/ 1086256 w 1605227"/>
                  <a:gd name="connsiteY6" fmla="*/ 74179 h 261085"/>
                  <a:gd name="connsiteX7" fmla="*/ 1233893 w 1605227"/>
                  <a:gd name="connsiteY7" fmla="*/ 57511 h 261085"/>
                  <a:gd name="connsiteX8" fmla="*/ 1433918 w 1605227"/>
                  <a:gd name="connsiteY8" fmla="*/ 36079 h 261085"/>
                  <a:gd name="connsiteX9" fmla="*/ 1588698 w 1605227"/>
                  <a:gd name="connsiteY9" fmla="*/ 7490 h 261085"/>
                  <a:gd name="connsiteX10" fmla="*/ 1601786 w 1605227"/>
                  <a:gd name="connsiteY10" fmla="*/ 39964 h 261085"/>
                  <a:gd name="connsiteX11" fmla="*/ 1605227 w 1605227"/>
                  <a:gd name="connsiteY11" fmla="*/ 57319 h 261085"/>
                  <a:gd name="connsiteX12" fmla="*/ 1480650 w 1605227"/>
                  <a:gd name="connsiteY12" fmla="*/ 114330 h 261085"/>
                  <a:gd name="connsiteX13" fmla="*/ 0 w 1605227"/>
                  <a:gd name="connsiteY13" fmla="*/ 85881 h 261085"/>
                  <a:gd name="connsiteX0" fmla="*/ 0 w 1309952"/>
                  <a:gd name="connsiteY0" fmla="*/ 162081 h 305286"/>
                  <a:gd name="connsiteX1" fmla="*/ 406 w 1309952"/>
                  <a:gd name="connsiteY1" fmla="*/ 50367 h 305286"/>
                  <a:gd name="connsiteX2" fmla="*/ 136137 w 1309952"/>
                  <a:gd name="connsiteY2" fmla="*/ 62273 h 305286"/>
                  <a:gd name="connsiteX3" fmla="*/ 288537 w 1309952"/>
                  <a:gd name="connsiteY3" fmla="*/ 69417 h 305286"/>
                  <a:gd name="connsiteX4" fmla="*/ 462368 w 1309952"/>
                  <a:gd name="connsiteY4" fmla="*/ 67036 h 305286"/>
                  <a:gd name="connsiteX5" fmla="*/ 617149 w 1309952"/>
                  <a:gd name="connsiteY5" fmla="*/ 71798 h 305286"/>
                  <a:gd name="connsiteX6" fmla="*/ 790981 w 1309952"/>
                  <a:gd name="connsiteY6" fmla="*/ 74179 h 305286"/>
                  <a:gd name="connsiteX7" fmla="*/ 938618 w 1309952"/>
                  <a:gd name="connsiteY7" fmla="*/ 57511 h 305286"/>
                  <a:gd name="connsiteX8" fmla="*/ 1138643 w 1309952"/>
                  <a:gd name="connsiteY8" fmla="*/ 36079 h 305286"/>
                  <a:gd name="connsiteX9" fmla="*/ 1293423 w 1309952"/>
                  <a:gd name="connsiteY9" fmla="*/ 7490 h 305286"/>
                  <a:gd name="connsiteX10" fmla="*/ 1306511 w 1309952"/>
                  <a:gd name="connsiteY10" fmla="*/ 39964 h 305286"/>
                  <a:gd name="connsiteX11" fmla="*/ 1309952 w 1309952"/>
                  <a:gd name="connsiteY11" fmla="*/ 57319 h 305286"/>
                  <a:gd name="connsiteX12" fmla="*/ 1185375 w 1309952"/>
                  <a:gd name="connsiteY12" fmla="*/ 114330 h 305286"/>
                  <a:gd name="connsiteX13" fmla="*/ 0 w 1309952"/>
                  <a:gd name="connsiteY13" fmla="*/ 162081 h 305286"/>
                  <a:gd name="connsiteX0" fmla="*/ 59294 w 1369246"/>
                  <a:gd name="connsiteY0" fmla="*/ 162081 h 305286"/>
                  <a:gd name="connsiteX1" fmla="*/ 195431 w 1369246"/>
                  <a:gd name="connsiteY1" fmla="*/ 62273 h 305286"/>
                  <a:gd name="connsiteX2" fmla="*/ 347831 w 1369246"/>
                  <a:gd name="connsiteY2" fmla="*/ 69417 h 305286"/>
                  <a:gd name="connsiteX3" fmla="*/ 521662 w 1369246"/>
                  <a:gd name="connsiteY3" fmla="*/ 67036 h 305286"/>
                  <a:gd name="connsiteX4" fmla="*/ 676443 w 1369246"/>
                  <a:gd name="connsiteY4" fmla="*/ 71798 h 305286"/>
                  <a:gd name="connsiteX5" fmla="*/ 850275 w 1369246"/>
                  <a:gd name="connsiteY5" fmla="*/ 74179 h 305286"/>
                  <a:gd name="connsiteX6" fmla="*/ 997912 w 1369246"/>
                  <a:gd name="connsiteY6" fmla="*/ 57511 h 305286"/>
                  <a:gd name="connsiteX7" fmla="*/ 1197937 w 1369246"/>
                  <a:gd name="connsiteY7" fmla="*/ 36079 h 305286"/>
                  <a:gd name="connsiteX8" fmla="*/ 1352717 w 1369246"/>
                  <a:gd name="connsiteY8" fmla="*/ 7490 h 305286"/>
                  <a:gd name="connsiteX9" fmla="*/ 1365805 w 1369246"/>
                  <a:gd name="connsiteY9" fmla="*/ 39964 h 305286"/>
                  <a:gd name="connsiteX10" fmla="*/ 1369246 w 1369246"/>
                  <a:gd name="connsiteY10" fmla="*/ 57319 h 305286"/>
                  <a:gd name="connsiteX11" fmla="*/ 1244669 w 1369246"/>
                  <a:gd name="connsiteY11" fmla="*/ 114330 h 305286"/>
                  <a:gd name="connsiteX12" fmla="*/ 59294 w 1369246"/>
                  <a:gd name="connsiteY12" fmla="*/ 162081 h 305286"/>
                  <a:gd name="connsiteX0" fmla="*/ 76644 w 1296108"/>
                  <a:gd name="connsiteY0" fmla="*/ 181131 h 317709"/>
                  <a:gd name="connsiteX1" fmla="*/ 122293 w 1296108"/>
                  <a:gd name="connsiteY1" fmla="*/ 62273 h 317709"/>
                  <a:gd name="connsiteX2" fmla="*/ 274693 w 1296108"/>
                  <a:gd name="connsiteY2" fmla="*/ 69417 h 317709"/>
                  <a:gd name="connsiteX3" fmla="*/ 448524 w 1296108"/>
                  <a:gd name="connsiteY3" fmla="*/ 67036 h 317709"/>
                  <a:gd name="connsiteX4" fmla="*/ 603305 w 1296108"/>
                  <a:gd name="connsiteY4" fmla="*/ 71798 h 317709"/>
                  <a:gd name="connsiteX5" fmla="*/ 777137 w 1296108"/>
                  <a:gd name="connsiteY5" fmla="*/ 74179 h 317709"/>
                  <a:gd name="connsiteX6" fmla="*/ 924774 w 1296108"/>
                  <a:gd name="connsiteY6" fmla="*/ 57511 h 317709"/>
                  <a:gd name="connsiteX7" fmla="*/ 1124799 w 1296108"/>
                  <a:gd name="connsiteY7" fmla="*/ 36079 h 317709"/>
                  <a:gd name="connsiteX8" fmla="*/ 1279579 w 1296108"/>
                  <a:gd name="connsiteY8" fmla="*/ 7490 h 317709"/>
                  <a:gd name="connsiteX9" fmla="*/ 1292667 w 1296108"/>
                  <a:gd name="connsiteY9" fmla="*/ 39964 h 317709"/>
                  <a:gd name="connsiteX10" fmla="*/ 1296108 w 1296108"/>
                  <a:gd name="connsiteY10" fmla="*/ 57319 h 317709"/>
                  <a:gd name="connsiteX11" fmla="*/ 1171531 w 1296108"/>
                  <a:gd name="connsiteY11" fmla="*/ 114330 h 317709"/>
                  <a:gd name="connsiteX12" fmla="*/ 76644 w 1296108"/>
                  <a:gd name="connsiteY12" fmla="*/ 181131 h 317709"/>
                  <a:gd name="connsiteX0" fmla="*/ 68286 w 1287750"/>
                  <a:gd name="connsiteY0" fmla="*/ 181131 h 317709"/>
                  <a:gd name="connsiteX1" fmla="*/ 152035 w 1287750"/>
                  <a:gd name="connsiteY1" fmla="*/ 76560 h 317709"/>
                  <a:gd name="connsiteX2" fmla="*/ 266335 w 1287750"/>
                  <a:gd name="connsiteY2" fmla="*/ 69417 h 317709"/>
                  <a:gd name="connsiteX3" fmla="*/ 440166 w 1287750"/>
                  <a:gd name="connsiteY3" fmla="*/ 67036 h 317709"/>
                  <a:gd name="connsiteX4" fmla="*/ 594947 w 1287750"/>
                  <a:gd name="connsiteY4" fmla="*/ 71798 h 317709"/>
                  <a:gd name="connsiteX5" fmla="*/ 768779 w 1287750"/>
                  <a:gd name="connsiteY5" fmla="*/ 74179 h 317709"/>
                  <a:gd name="connsiteX6" fmla="*/ 916416 w 1287750"/>
                  <a:gd name="connsiteY6" fmla="*/ 57511 h 317709"/>
                  <a:gd name="connsiteX7" fmla="*/ 1116441 w 1287750"/>
                  <a:gd name="connsiteY7" fmla="*/ 36079 h 317709"/>
                  <a:gd name="connsiteX8" fmla="*/ 1271221 w 1287750"/>
                  <a:gd name="connsiteY8" fmla="*/ 7490 h 317709"/>
                  <a:gd name="connsiteX9" fmla="*/ 1284309 w 1287750"/>
                  <a:gd name="connsiteY9" fmla="*/ 39964 h 317709"/>
                  <a:gd name="connsiteX10" fmla="*/ 1287750 w 1287750"/>
                  <a:gd name="connsiteY10" fmla="*/ 57319 h 317709"/>
                  <a:gd name="connsiteX11" fmla="*/ 1163173 w 1287750"/>
                  <a:gd name="connsiteY11" fmla="*/ 114330 h 317709"/>
                  <a:gd name="connsiteX12" fmla="*/ 68286 w 1287750"/>
                  <a:gd name="connsiteY12" fmla="*/ 181131 h 317709"/>
                  <a:gd name="connsiteX0" fmla="*/ 76394 w 1295858"/>
                  <a:gd name="connsiteY0" fmla="*/ 181131 h 317709"/>
                  <a:gd name="connsiteX1" fmla="*/ 160143 w 1295858"/>
                  <a:gd name="connsiteY1" fmla="*/ 76560 h 317709"/>
                  <a:gd name="connsiteX2" fmla="*/ 274443 w 1295858"/>
                  <a:gd name="connsiteY2" fmla="*/ 69417 h 317709"/>
                  <a:gd name="connsiteX3" fmla="*/ 448274 w 1295858"/>
                  <a:gd name="connsiteY3" fmla="*/ 67036 h 317709"/>
                  <a:gd name="connsiteX4" fmla="*/ 603055 w 1295858"/>
                  <a:gd name="connsiteY4" fmla="*/ 71798 h 317709"/>
                  <a:gd name="connsiteX5" fmla="*/ 776887 w 1295858"/>
                  <a:gd name="connsiteY5" fmla="*/ 74179 h 317709"/>
                  <a:gd name="connsiteX6" fmla="*/ 924524 w 1295858"/>
                  <a:gd name="connsiteY6" fmla="*/ 57511 h 317709"/>
                  <a:gd name="connsiteX7" fmla="*/ 1124549 w 1295858"/>
                  <a:gd name="connsiteY7" fmla="*/ 36079 h 317709"/>
                  <a:gd name="connsiteX8" fmla="*/ 1279329 w 1295858"/>
                  <a:gd name="connsiteY8" fmla="*/ 7490 h 317709"/>
                  <a:gd name="connsiteX9" fmla="*/ 1292417 w 1295858"/>
                  <a:gd name="connsiteY9" fmla="*/ 39964 h 317709"/>
                  <a:gd name="connsiteX10" fmla="*/ 1295858 w 1295858"/>
                  <a:gd name="connsiteY10" fmla="*/ 57319 h 317709"/>
                  <a:gd name="connsiteX11" fmla="*/ 1171281 w 1295858"/>
                  <a:gd name="connsiteY11" fmla="*/ 114330 h 317709"/>
                  <a:gd name="connsiteX12" fmla="*/ 76394 w 1295858"/>
                  <a:gd name="connsiteY12" fmla="*/ 181131 h 317709"/>
                  <a:gd name="connsiteX0" fmla="*/ 76394 w 1292417"/>
                  <a:gd name="connsiteY0" fmla="*/ 181131 h 317709"/>
                  <a:gd name="connsiteX1" fmla="*/ 160143 w 1292417"/>
                  <a:gd name="connsiteY1" fmla="*/ 76560 h 317709"/>
                  <a:gd name="connsiteX2" fmla="*/ 274443 w 1292417"/>
                  <a:gd name="connsiteY2" fmla="*/ 69417 h 317709"/>
                  <a:gd name="connsiteX3" fmla="*/ 448274 w 1292417"/>
                  <a:gd name="connsiteY3" fmla="*/ 67036 h 317709"/>
                  <a:gd name="connsiteX4" fmla="*/ 603055 w 1292417"/>
                  <a:gd name="connsiteY4" fmla="*/ 71798 h 317709"/>
                  <a:gd name="connsiteX5" fmla="*/ 776887 w 1292417"/>
                  <a:gd name="connsiteY5" fmla="*/ 74179 h 317709"/>
                  <a:gd name="connsiteX6" fmla="*/ 924524 w 1292417"/>
                  <a:gd name="connsiteY6" fmla="*/ 57511 h 317709"/>
                  <a:gd name="connsiteX7" fmla="*/ 1124549 w 1292417"/>
                  <a:gd name="connsiteY7" fmla="*/ 36079 h 317709"/>
                  <a:gd name="connsiteX8" fmla="*/ 1279329 w 1292417"/>
                  <a:gd name="connsiteY8" fmla="*/ 7490 h 317709"/>
                  <a:gd name="connsiteX9" fmla="*/ 1292417 w 1292417"/>
                  <a:gd name="connsiteY9" fmla="*/ 39964 h 317709"/>
                  <a:gd name="connsiteX10" fmla="*/ 1171281 w 1292417"/>
                  <a:gd name="connsiteY10" fmla="*/ 114330 h 317709"/>
                  <a:gd name="connsiteX11" fmla="*/ 76394 w 1292417"/>
                  <a:gd name="connsiteY11" fmla="*/ 181131 h 317709"/>
                  <a:gd name="connsiteX0" fmla="*/ 76394 w 1303664"/>
                  <a:gd name="connsiteY0" fmla="*/ 181131 h 317709"/>
                  <a:gd name="connsiteX1" fmla="*/ 160143 w 1303664"/>
                  <a:gd name="connsiteY1" fmla="*/ 76560 h 317709"/>
                  <a:gd name="connsiteX2" fmla="*/ 274443 w 1303664"/>
                  <a:gd name="connsiteY2" fmla="*/ 69417 h 317709"/>
                  <a:gd name="connsiteX3" fmla="*/ 448274 w 1303664"/>
                  <a:gd name="connsiteY3" fmla="*/ 67036 h 317709"/>
                  <a:gd name="connsiteX4" fmla="*/ 603055 w 1303664"/>
                  <a:gd name="connsiteY4" fmla="*/ 71798 h 317709"/>
                  <a:gd name="connsiteX5" fmla="*/ 776887 w 1303664"/>
                  <a:gd name="connsiteY5" fmla="*/ 74179 h 317709"/>
                  <a:gd name="connsiteX6" fmla="*/ 924524 w 1303664"/>
                  <a:gd name="connsiteY6" fmla="*/ 57511 h 317709"/>
                  <a:gd name="connsiteX7" fmla="*/ 1124549 w 1303664"/>
                  <a:gd name="connsiteY7" fmla="*/ 36079 h 317709"/>
                  <a:gd name="connsiteX8" fmla="*/ 1279329 w 1303664"/>
                  <a:gd name="connsiteY8" fmla="*/ 7490 h 317709"/>
                  <a:gd name="connsiteX9" fmla="*/ 1171281 w 1303664"/>
                  <a:gd name="connsiteY9" fmla="*/ 114330 h 317709"/>
                  <a:gd name="connsiteX10" fmla="*/ 76394 w 1303664"/>
                  <a:gd name="connsiteY10" fmla="*/ 181131 h 317709"/>
                  <a:gd name="connsiteX0" fmla="*/ 76394 w 1279714"/>
                  <a:gd name="connsiteY0" fmla="*/ 181131 h 337196"/>
                  <a:gd name="connsiteX1" fmla="*/ 160143 w 1279714"/>
                  <a:gd name="connsiteY1" fmla="*/ 76560 h 337196"/>
                  <a:gd name="connsiteX2" fmla="*/ 274443 w 1279714"/>
                  <a:gd name="connsiteY2" fmla="*/ 69417 h 337196"/>
                  <a:gd name="connsiteX3" fmla="*/ 448274 w 1279714"/>
                  <a:gd name="connsiteY3" fmla="*/ 67036 h 337196"/>
                  <a:gd name="connsiteX4" fmla="*/ 603055 w 1279714"/>
                  <a:gd name="connsiteY4" fmla="*/ 71798 h 337196"/>
                  <a:gd name="connsiteX5" fmla="*/ 776887 w 1279714"/>
                  <a:gd name="connsiteY5" fmla="*/ 74179 h 337196"/>
                  <a:gd name="connsiteX6" fmla="*/ 924524 w 1279714"/>
                  <a:gd name="connsiteY6" fmla="*/ 57511 h 337196"/>
                  <a:gd name="connsiteX7" fmla="*/ 1124549 w 1279714"/>
                  <a:gd name="connsiteY7" fmla="*/ 36079 h 337196"/>
                  <a:gd name="connsiteX8" fmla="*/ 1279329 w 1279714"/>
                  <a:gd name="connsiteY8" fmla="*/ 7490 h 337196"/>
                  <a:gd name="connsiteX9" fmla="*/ 976019 w 1279714"/>
                  <a:gd name="connsiteY9" fmla="*/ 166717 h 337196"/>
                  <a:gd name="connsiteX10" fmla="*/ 76394 w 1279714"/>
                  <a:gd name="connsiteY10" fmla="*/ 181131 h 337196"/>
                  <a:gd name="connsiteX0" fmla="*/ 76394 w 1129532"/>
                  <a:gd name="connsiteY0" fmla="*/ 166486 h 322551"/>
                  <a:gd name="connsiteX1" fmla="*/ 160143 w 1129532"/>
                  <a:gd name="connsiteY1" fmla="*/ 61915 h 322551"/>
                  <a:gd name="connsiteX2" fmla="*/ 274443 w 1129532"/>
                  <a:gd name="connsiteY2" fmla="*/ 54772 h 322551"/>
                  <a:gd name="connsiteX3" fmla="*/ 448274 w 1129532"/>
                  <a:gd name="connsiteY3" fmla="*/ 52391 h 322551"/>
                  <a:gd name="connsiteX4" fmla="*/ 603055 w 1129532"/>
                  <a:gd name="connsiteY4" fmla="*/ 57153 h 322551"/>
                  <a:gd name="connsiteX5" fmla="*/ 776887 w 1129532"/>
                  <a:gd name="connsiteY5" fmla="*/ 59534 h 322551"/>
                  <a:gd name="connsiteX6" fmla="*/ 924524 w 1129532"/>
                  <a:gd name="connsiteY6" fmla="*/ 42866 h 322551"/>
                  <a:gd name="connsiteX7" fmla="*/ 1124549 w 1129532"/>
                  <a:gd name="connsiteY7" fmla="*/ 21434 h 322551"/>
                  <a:gd name="connsiteX8" fmla="*/ 976019 w 1129532"/>
                  <a:gd name="connsiteY8" fmla="*/ 152072 h 322551"/>
                  <a:gd name="connsiteX9" fmla="*/ 76394 w 1129532"/>
                  <a:gd name="connsiteY9" fmla="*/ 166486 h 322551"/>
                  <a:gd name="connsiteX0" fmla="*/ 76394 w 1033508"/>
                  <a:gd name="connsiteY0" fmla="*/ 133475 h 289540"/>
                  <a:gd name="connsiteX1" fmla="*/ 160143 w 1033508"/>
                  <a:gd name="connsiteY1" fmla="*/ 28904 h 289540"/>
                  <a:gd name="connsiteX2" fmla="*/ 274443 w 1033508"/>
                  <a:gd name="connsiteY2" fmla="*/ 21761 h 289540"/>
                  <a:gd name="connsiteX3" fmla="*/ 448274 w 1033508"/>
                  <a:gd name="connsiteY3" fmla="*/ 19380 h 289540"/>
                  <a:gd name="connsiteX4" fmla="*/ 603055 w 1033508"/>
                  <a:gd name="connsiteY4" fmla="*/ 24142 h 289540"/>
                  <a:gd name="connsiteX5" fmla="*/ 776887 w 1033508"/>
                  <a:gd name="connsiteY5" fmla="*/ 26523 h 289540"/>
                  <a:gd name="connsiteX6" fmla="*/ 924524 w 1033508"/>
                  <a:gd name="connsiteY6" fmla="*/ 9855 h 289540"/>
                  <a:gd name="connsiteX7" fmla="*/ 976019 w 1033508"/>
                  <a:gd name="connsiteY7" fmla="*/ 119061 h 289540"/>
                  <a:gd name="connsiteX8" fmla="*/ 76394 w 1033508"/>
                  <a:gd name="connsiteY8" fmla="*/ 133475 h 289540"/>
                  <a:gd name="connsiteX0" fmla="*/ 76394 w 1006338"/>
                  <a:gd name="connsiteY0" fmla="*/ 132461 h 288526"/>
                  <a:gd name="connsiteX1" fmla="*/ 160143 w 1006338"/>
                  <a:gd name="connsiteY1" fmla="*/ 27890 h 288526"/>
                  <a:gd name="connsiteX2" fmla="*/ 274443 w 1006338"/>
                  <a:gd name="connsiteY2" fmla="*/ 20747 h 288526"/>
                  <a:gd name="connsiteX3" fmla="*/ 448274 w 1006338"/>
                  <a:gd name="connsiteY3" fmla="*/ 18366 h 288526"/>
                  <a:gd name="connsiteX4" fmla="*/ 603055 w 1006338"/>
                  <a:gd name="connsiteY4" fmla="*/ 23128 h 288526"/>
                  <a:gd name="connsiteX5" fmla="*/ 776887 w 1006338"/>
                  <a:gd name="connsiteY5" fmla="*/ 25509 h 288526"/>
                  <a:gd name="connsiteX6" fmla="*/ 976019 w 1006338"/>
                  <a:gd name="connsiteY6" fmla="*/ 118047 h 288526"/>
                  <a:gd name="connsiteX7" fmla="*/ 76394 w 1006338"/>
                  <a:gd name="connsiteY7" fmla="*/ 132461 h 288526"/>
                  <a:gd name="connsiteX0" fmla="*/ 76394 w 1012279"/>
                  <a:gd name="connsiteY0" fmla="*/ 138964 h 295029"/>
                  <a:gd name="connsiteX1" fmla="*/ 160143 w 1012279"/>
                  <a:gd name="connsiteY1" fmla="*/ 34393 h 295029"/>
                  <a:gd name="connsiteX2" fmla="*/ 274443 w 1012279"/>
                  <a:gd name="connsiteY2" fmla="*/ 27250 h 295029"/>
                  <a:gd name="connsiteX3" fmla="*/ 448274 w 1012279"/>
                  <a:gd name="connsiteY3" fmla="*/ 24869 h 295029"/>
                  <a:gd name="connsiteX4" fmla="*/ 603055 w 1012279"/>
                  <a:gd name="connsiteY4" fmla="*/ 29631 h 295029"/>
                  <a:gd name="connsiteX5" fmla="*/ 776887 w 1012279"/>
                  <a:gd name="connsiteY5" fmla="*/ 32012 h 295029"/>
                  <a:gd name="connsiteX6" fmla="*/ 976019 w 1012279"/>
                  <a:gd name="connsiteY6" fmla="*/ 124550 h 295029"/>
                  <a:gd name="connsiteX7" fmla="*/ 76394 w 1012279"/>
                  <a:gd name="connsiteY7" fmla="*/ 138964 h 295029"/>
                  <a:gd name="connsiteX0" fmla="*/ 76394 w 944468"/>
                  <a:gd name="connsiteY0" fmla="*/ 136724 h 300918"/>
                  <a:gd name="connsiteX1" fmla="*/ 160143 w 944468"/>
                  <a:gd name="connsiteY1" fmla="*/ 32153 h 300918"/>
                  <a:gd name="connsiteX2" fmla="*/ 274443 w 944468"/>
                  <a:gd name="connsiteY2" fmla="*/ 25010 h 300918"/>
                  <a:gd name="connsiteX3" fmla="*/ 448274 w 944468"/>
                  <a:gd name="connsiteY3" fmla="*/ 22629 h 300918"/>
                  <a:gd name="connsiteX4" fmla="*/ 603055 w 944468"/>
                  <a:gd name="connsiteY4" fmla="*/ 27391 h 300918"/>
                  <a:gd name="connsiteX5" fmla="*/ 776887 w 944468"/>
                  <a:gd name="connsiteY5" fmla="*/ 29772 h 300918"/>
                  <a:gd name="connsiteX6" fmla="*/ 895056 w 944468"/>
                  <a:gd name="connsiteY6" fmla="*/ 141360 h 300918"/>
                  <a:gd name="connsiteX7" fmla="*/ 76394 w 944468"/>
                  <a:gd name="connsiteY7" fmla="*/ 136724 h 300918"/>
                  <a:gd name="connsiteX0" fmla="*/ 76394 w 944468"/>
                  <a:gd name="connsiteY0" fmla="*/ 136724 h 264385"/>
                  <a:gd name="connsiteX1" fmla="*/ 160143 w 944468"/>
                  <a:gd name="connsiteY1" fmla="*/ 32153 h 264385"/>
                  <a:gd name="connsiteX2" fmla="*/ 274443 w 944468"/>
                  <a:gd name="connsiteY2" fmla="*/ 25010 h 264385"/>
                  <a:gd name="connsiteX3" fmla="*/ 448274 w 944468"/>
                  <a:gd name="connsiteY3" fmla="*/ 22629 h 264385"/>
                  <a:gd name="connsiteX4" fmla="*/ 603055 w 944468"/>
                  <a:gd name="connsiteY4" fmla="*/ 27391 h 264385"/>
                  <a:gd name="connsiteX5" fmla="*/ 776887 w 944468"/>
                  <a:gd name="connsiteY5" fmla="*/ 29772 h 264385"/>
                  <a:gd name="connsiteX6" fmla="*/ 895056 w 944468"/>
                  <a:gd name="connsiteY6" fmla="*/ 141360 h 264385"/>
                  <a:gd name="connsiteX7" fmla="*/ 76394 w 944468"/>
                  <a:gd name="connsiteY7" fmla="*/ 136724 h 264385"/>
                  <a:gd name="connsiteX0" fmla="*/ 76394 w 944468"/>
                  <a:gd name="connsiteY0" fmla="*/ 136724 h 196870"/>
                  <a:gd name="connsiteX1" fmla="*/ 160143 w 944468"/>
                  <a:gd name="connsiteY1" fmla="*/ 32153 h 196870"/>
                  <a:gd name="connsiteX2" fmla="*/ 274443 w 944468"/>
                  <a:gd name="connsiteY2" fmla="*/ 25010 h 196870"/>
                  <a:gd name="connsiteX3" fmla="*/ 448274 w 944468"/>
                  <a:gd name="connsiteY3" fmla="*/ 22629 h 196870"/>
                  <a:gd name="connsiteX4" fmla="*/ 603055 w 944468"/>
                  <a:gd name="connsiteY4" fmla="*/ 27391 h 196870"/>
                  <a:gd name="connsiteX5" fmla="*/ 776887 w 944468"/>
                  <a:gd name="connsiteY5" fmla="*/ 29772 h 196870"/>
                  <a:gd name="connsiteX6" fmla="*/ 895056 w 944468"/>
                  <a:gd name="connsiteY6" fmla="*/ 141360 h 196870"/>
                  <a:gd name="connsiteX7" fmla="*/ 76394 w 944468"/>
                  <a:gd name="connsiteY7" fmla="*/ 136724 h 196870"/>
                  <a:gd name="connsiteX0" fmla="*/ 80454 w 948528"/>
                  <a:gd name="connsiteY0" fmla="*/ 139956 h 200102"/>
                  <a:gd name="connsiteX1" fmla="*/ 164203 w 948528"/>
                  <a:gd name="connsiteY1" fmla="*/ 35385 h 200102"/>
                  <a:gd name="connsiteX2" fmla="*/ 278503 w 948528"/>
                  <a:gd name="connsiteY2" fmla="*/ 28242 h 200102"/>
                  <a:gd name="connsiteX3" fmla="*/ 452334 w 948528"/>
                  <a:gd name="connsiteY3" fmla="*/ 25861 h 200102"/>
                  <a:gd name="connsiteX4" fmla="*/ 607115 w 948528"/>
                  <a:gd name="connsiteY4" fmla="*/ 30623 h 200102"/>
                  <a:gd name="connsiteX5" fmla="*/ 780947 w 948528"/>
                  <a:gd name="connsiteY5" fmla="*/ 33004 h 200102"/>
                  <a:gd name="connsiteX6" fmla="*/ 899116 w 948528"/>
                  <a:gd name="connsiteY6" fmla="*/ 144592 h 200102"/>
                  <a:gd name="connsiteX7" fmla="*/ 80454 w 948528"/>
                  <a:gd name="connsiteY7" fmla="*/ 139956 h 200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8528" h="200102">
                    <a:moveTo>
                      <a:pt x="80454" y="139956"/>
                    </a:moveTo>
                    <a:cubicBezTo>
                      <a:pt x="-94419" y="131280"/>
                      <a:pt x="54201" y="-82521"/>
                      <a:pt x="164203" y="35385"/>
                    </a:cubicBezTo>
                    <a:cubicBezTo>
                      <a:pt x="219766" y="21892"/>
                      <a:pt x="227703" y="-1127"/>
                      <a:pt x="278503" y="28242"/>
                    </a:cubicBezTo>
                    <a:cubicBezTo>
                      <a:pt x="332477" y="11573"/>
                      <a:pt x="381691" y="-7477"/>
                      <a:pt x="452334" y="25861"/>
                    </a:cubicBezTo>
                    <a:cubicBezTo>
                      <a:pt x="522978" y="10779"/>
                      <a:pt x="545996" y="2842"/>
                      <a:pt x="607115" y="30623"/>
                    </a:cubicBezTo>
                    <a:cubicBezTo>
                      <a:pt x="703953" y="2048"/>
                      <a:pt x="710303" y="11572"/>
                      <a:pt x="780947" y="33004"/>
                    </a:cubicBezTo>
                    <a:cubicBezTo>
                      <a:pt x="905020" y="-70239"/>
                      <a:pt x="1015865" y="126767"/>
                      <a:pt x="899116" y="144592"/>
                    </a:cubicBezTo>
                    <a:cubicBezTo>
                      <a:pt x="557866" y="201683"/>
                      <a:pt x="368323" y="235692"/>
                      <a:pt x="80454" y="13995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926E9460-A2AE-2C6D-5282-286AB2C2FD5D}"/>
                  </a:ext>
                </a:extLst>
              </p:cNvPr>
              <p:cNvSpPr/>
              <p:nvPr/>
            </p:nvSpPr>
            <p:spPr>
              <a:xfrm>
                <a:off x="3778593" y="4111641"/>
                <a:ext cx="2594675" cy="429042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331098 w 2310413"/>
                  <a:gd name="connsiteY10" fmla="*/ 392562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79525 w 2304604"/>
                  <a:gd name="connsiteY0" fmla="*/ 1784 h 496382"/>
                  <a:gd name="connsiteX1" fmla="*/ 2238173 w 2304604"/>
                  <a:gd name="connsiteY1" fmla="*/ 87980 h 496382"/>
                  <a:gd name="connsiteX2" fmla="*/ 2304604 w 2304604"/>
                  <a:gd name="connsiteY2" fmla="*/ 98377 h 496382"/>
                  <a:gd name="connsiteX3" fmla="*/ 2303102 w 2304604"/>
                  <a:gd name="connsiteY3" fmla="*/ 103213 h 496382"/>
                  <a:gd name="connsiteX4" fmla="*/ 2082428 w 2304604"/>
                  <a:gd name="connsiteY4" fmla="*/ 343202 h 496382"/>
                  <a:gd name="connsiteX5" fmla="*/ 1802234 w 2304604"/>
                  <a:gd name="connsiteY5" fmla="*/ 377333 h 496382"/>
                  <a:gd name="connsiteX6" fmla="*/ 1571252 w 2304604"/>
                  <a:gd name="connsiteY6" fmla="*/ 417814 h 496382"/>
                  <a:gd name="connsiteX7" fmla="*/ 1152152 w 2304604"/>
                  <a:gd name="connsiteY7" fmla="*/ 446389 h 496382"/>
                  <a:gd name="connsiteX8" fmla="*/ 749721 w 2304604"/>
                  <a:gd name="connsiteY8" fmla="*/ 405908 h 496382"/>
                  <a:gd name="connsiteX9" fmla="*/ 546627 w 2304604"/>
                  <a:gd name="connsiteY9" fmla="*/ 390953 h 496382"/>
                  <a:gd name="connsiteX10" fmla="*/ 325289 w 2304604"/>
                  <a:gd name="connsiteY10" fmla="*/ 392562 h 496382"/>
                  <a:gd name="connsiteX11" fmla="*/ -1 w 2304604"/>
                  <a:gd name="connsiteY11" fmla="*/ 107554 h 496382"/>
                  <a:gd name="connsiteX12" fmla="*/ 164036 w 2304604"/>
                  <a:gd name="connsiteY12" fmla="*/ 59144 h 496382"/>
                  <a:gd name="connsiteX13" fmla="*/ 879525 w 2304604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1912708 w 2242076"/>
                  <a:gd name="connsiteY4" fmla="*/ 375031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240574 w 2242076"/>
                  <a:gd name="connsiteY3" fmla="*/ 103535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151247 w 2242076"/>
                  <a:gd name="connsiteY3" fmla="*/ 95579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51247" h="496704">
                    <a:moveTo>
                      <a:pt x="816997" y="2106"/>
                    </a:moveTo>
                    <a:cubicBezTo>
                      <a:pt x="1299844" y="-8651"/>
                      <a:pt x="1686714" y="22443"/>
                      <a:pt x="2081851" y="80345"/>
                    </a:cubicBezTo>
                    <a:lnTo>
                      <a:pt x="2151247" y="95579"/>
                    </a:lnTo>
                    <a:cubicBezTo>
                      <a:pt x="2122561" y="210402"/>
                      <a:pt x="2098446" y="382421"/>
                      <a:pt x="1912708" y="375353"/>
                    </a:cubicBezTo>
                    <a:cubicBezTo>
                      <a:pt x="1824337" y="445782"/>
                      <a:pt x="1756119" y="480393"/>
                      <a:pt x="1663779" y="409484"/>
                    </a:cubicBezTo>
                    <a:cubicBezTo>
                      <a:pt x="1621446" y="460019"/>
                      <a:pt x="1530710" y="452209"/>
                      <a:pt x="1472993" y="418137"/>
                    </a:cubicBezTo>
                    <a:cubicBezTo>
                      <a:pt x="1402746" y="543550"/>
                      <a:pt x="1132883" y="491955"/>
                      <a:pt x="1089624" y="446711"/>
                    </a:cubicBezTo>
                    <a:cubicBezTo>
                      <a:pt x="1055890" y="472905"/>
                      <a:pt x="728336" y="546327"/>
                      <a:pt x="687193" y="406230"/>
                    </a:cubicBezTo>
                    <a:cubicBezTo>
                      <a:pt x="648893" y="435114"/>
                      <a:pt x="557477" y="468269"/>
                      <a:pt x="484099" y="391275"/>
                    </a:cubicBezTo>
                    <a:cubicBezTo>
                      <a:pt x="390966" y="486789"/>
                      <a:pt x="324938" y="430719"/>
                      <a:pt x="262761" y="392884"/>
                    </a:cubicBezTo>
                    <a:cubicBezTo>
                      <a:pt x="31769" y="385864"/>
                      <a:pt x="31626" y="211561"/>
                      <a:pt x="0" y="107876"/>
                    </a:cubicBezTo>
                    <a:lnTo>
                      <a:pt x="101508" y="59466"/>
                    </a:lnTo>
                    <a:cubicBezTo>
                      <a:pt x="333605" y="25315"/>
                      <a:pt x="575574" y="7484"/>
                      <a:pt x="816997" y="210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2BCCD36F-3398-BB9B-5D0E-B31574993EAB}"/>
                  </a:ext>
                </a:extLst>
              </p:cNvPr>
              <p:cNvSpPr/>
              <p:nvPr/>
            </p:nvSpPr>
            <p:spPr>
              <a:xfrm>
                <a:off x="3645558" y="3705225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solidFill>
                <a:srgbClr val="E95958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1DBC1121-790F-1D91-7A50-D5FCC26D2156}"/>
                  </a:ext>
                </a:extLst>
              </p:cNvPr>
              <p:cNvSpPr/>
              <p:nvPr/>
            </p:nvSpPr>
            <p:spPr>
              <a:xfrm rot="12291759">
                <a:off x="3627446" y="4239160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6091E0E-5EC5-47D2-06E1-1F80603723B6}"/>
                  </a:ext>
                </a:extLst>
              </p:cNvPr>
              <p:cNvSpPr/>
              <p:nvPr/>
            </p:nvSpPr>
            <p:spPr>
              <a:xfrm rot="10529348" flipH="1">
                <a:off x="6331734" y="4262019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52768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90AEA6-A288-75A1-7375-692C8EA98828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D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0E439E9-C63B-225A-7E4B-6ACC32586149}"/>
              </a:ext>
            </a:extLst>
          </p:cNvPr>
          <p:cNvGrpSpPr/>
          <p:nvPr/>
        </p:nvGrpSpPr>
        <p:grpSpPr>
          <a:xfrm>
            <a:off x="1912405" y="2213120"/>
            <a:ext cx="6874713" cy="3868429"/>
            <a:chOff x="3360369" y="3758912"/>
            <a:chExt cx="2864581" cy="1611911"/>
          </a:xfrm>
        </p:grpSpPr>
        <p:sp>
          <p:nvSpPr>
            <p:cNvPr id="8" name="Rectangle 21">
              <a:extLst>
                <a:ext uri="{FF2B5EF4-FFF2-40B4-BE49-F238E27FC236}">
                  <a16:creationId xmlns:a16="http://schemas.microsoft.com/office/drawing/2014/main" id="{99921D23-5AC4-DB27-4E7B-57094B089E88}"/>
                </a:ext>
              </a:extLst>
            </p:cNvPr>
            <p:cNvSpPr/>
            <p:nvPr/>
          </p:nvSpPr>
          <p:spPr>
            <a:xfrm>
              <a:off x="3422522" y="4179129"/>
              <a:ext cx="2743200" cy="787987"/>
            </a:xfrm>
            <a:custGeom>
              <a:avLst/>
              <a:gdLst>
                <a:gd name="connsiteX0" fmla="*/ 0 w 2197290"/>
                <a:gd name="connsiteY0" fmla="*/ 0 h 750627"/>
                <a:gd name="connsiteX1" fmla="*/ 2197290 w 2197290"/>
                <a:gd name="connsiteY1" fmla="*/ 0 h 750627"/>
                <a:gd name="connsiteX2" fmla="*/ 2197290 w 2197290"/>
                <a:gd name="connsiteY2" fmla="*/ 750627 h 750627"/>
                <a:gd name="connsiteX3" fmla="*/ 0 w 2197290"/>
                <a:gd name="connsiteY3" fmla="*/ 750627 h 750627"/>
                <a:gd name="connsiteX4" fmla="*/ 0 w 2197290"/>
                <a:gd name="connsiteY4" fmla="*/ 0 h 750627"/>
                <a:gd name="connsiteX0" fmla="*/ 0 w 2197290"/>
                <a:gd name="connsiteY0" fmla="*/ 177042 h 927669"/>
                <a:gd name="connsiteX1" fmla="*/ 1076278 w 2197290"/>
                <a:gd name="connsiteY1" fmla="*/ 0 h 927669"/>
                <a:gd name="connsiteX2" fmla="*/ 2197290 w 2197290"/>
                <a:gd name="connsiteY2" fmla="*/ 177042 h 927669"/>
                <a:gd name="connsiteX3" fmla="*/ 2197290 w 2197290"/>
                <a:gd name="connsiteY3" fmla="*/ 927669 h 927669"/>
                <a:gd name="connsiteX4" fmla="*/ 0 w 2197290"/>
                <a:gd name="connsiteY4" fmla="*/ 927669 h 927669"/>
                <a:gd name="connsiteX5" fmla="*/ 0 w 2197290"/>
                <a:gd name="connsiteY5" fmla="*/ 177042 h 927669"/>
                <a:gd name="connsiteX0" fmla="*/ 0 w 2540190"/>
                <a:gd name="connsiteY0" fmla="*/ 177042 h 927669"/>
                <a:gd name="connsiteX1" fmla="*/ 1076278 w 2540190"/>
                <a:gd name="connsiteY1" fmla="*/ 0 h 927669"/>
                <a:gd name="connsiteX2" fmla="*/ 2540190 w 2540190"/>
                <a:gd name="connsiteY2" fmla="*/ 481842 h 927669"/>
                <a:gd name="connsiteX3" fmla="*/ 2197290 w 2540190"/>
                <a:gd name="connsiteY3" fmla="*/ 927669 h 927669"/>
                <a:gd name="connsiteX4" fmla="*/ 0 w 2540190"/>
                <a:gd name="connsiteY4" fmla="*/ 927669 h 927669"/>
                <a:gd name="connsiteX5" fmla="*/ 0 w 2540190"/>
                <a:gd name="connsiteY5" fmla="*/ 1770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266700 w 2806890"/>
                <a:gd name="connsiteY4" fmla="*/ 927669 h 927669"/>
                <a:gd name="connsiteX5" fmla="*/ 0 w 2806890"/>
                <a:gd name="connsiteY5" fmla="*/ 4691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0 w 2806890"/>
                <a:gd name="connsiteY4" fmla="*/ 469142 h 927669"/>
                <a:gd name="connsiteX0" fmla="*/ 0 w 2806890"/>
                <a:gd name="connsiteY0" fmla="*/ 469142 h 481842"/>
                <a:gd name="connsiteX1" fmla="*/ 1342978 w 2806890"/>
                <a:gd name="connsiteY1" fmla="*/ 0 h 481842"/>
                <a:gd name="connsiteX2" fmla="*/ 2806890 w 2806890"/>
                <a:gd name="connsiteY2" fmla="*/ 481842 h 481842"/>
                <a:gd name="connsiteX3" fmla="*/ 0 w 2806890"/>
                <a:gd name="connsiteY3" fmla="*/ 469142 h 481842"/>
                <a:gd name="connsiteX0" fmla="*/ 0 w 2806890"/>
                <a:gd name="connsiteY0" fmla="*/ 534591 h 547291"/>
                <a:gd name="connsiteX1" fmla="*/ 1342978 w 2806890"/>
                <a:gd name="connsiteY1" fmla="*/ 65449 h 547291"/>
                <a:gd name="connsiteX2" fmla="*/ 2806890 w 2806890"/>
                <a:gd name="connsiteY2" fmla="*/ 547291 h 547291"/>
                <a:gd name="connsiteX3" fmla="*/ 0 w 2806890"/>
                <a:gd name="connsiteY3" fmla="*/ 534591 h 547291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37691 h 550391"/>
                <a:gd name="connsiteX1" fmla="*/ 1342978 w 2806890"/>
                <a:gd name="connsiteY1" fmla="*/ 68549 h 550391"/>
                <a:gd name="connsiteX2" fmla="*/ 2806890 w 2806890"/>
                <a:gd name="connsiteY2" fmla="*/ 550391 h 550391"/>
                <a:gd name="connsiteX3" fmla="*/ 0 w 2806890"/>
                <a:gd name="connsiteY3" fmla="*/ 537691 h 550391"/>
                <a:gd name="connsiteX0" fmla="*/ 0 w 2806890"/>
                <a:gd name="connsiteY0" fmla="*/ 528404 h 541104"/>
                <a:gd name="connsiteX1" fmla="*/ 1342978 w 2806890"/>
                <a:gd name="connsiteY1" fmla="*/ 59262 h 541104"/>
                <a:gd name="connsiteX2" fmla="*/ 2806890 w 2806890"/>
                <a:gd name="connsiteY2" fmla="*/ 541104 h 541104"/>
                <a:gd name="connsiteX3" fmla="*/ 0 w 2806890"/>
                <a:gd name="connsiteY3" fmla="*/ 528404 h 541104"/>
                <a:gd name="connsiteX0" fmla="*/ 0 w 2806890"/>
                <a:gd name="connsiteY0" fmla="*/ 537470 h 550170"/>
                <a:gd name="connsiteX1" fmla="*/ 1342978 w 2806890"/>
                <a:gd name="connsiteY1" fmla="*/ 68328 h 550170"/>
                <a:gd name="connsiteX2" fmla="*/ 2806890 w 2806890"/>
                <a:gd name="connsiteY2" fmla="*/ 550170 h 550170"/>
                <a:gd name="connsiteX3" fmla="*/ 0 w 2806890"/>
                <a:gd name="connsiteY3" fmla="*/ 537470 h 550170"/>
                <a:gd name="connsiteX0" fmla="*/ 0 w 2844990"/>
                <a:gd name="connsiteY0" fmla="*/ 514854 h 552954"/>
                <a:gd name="connsiteX1" fmla="*/ 1381078 w 2844990"/>
                <a:gd name="connsiteY1" fmla="*/ 71112 h 552954"/>
                <a:gd name="connsiteX2" fmla="*/ 2844990 w 2844990"/>
                <a:gd name="connsiteY2" fmla="*/ 552954 h 552954"/>
                <a:gd name="connsiteX3" fmla="*/ 0 w 2844990"/>
                <a:gd name="connsiteY3" fmla="*/ 514854 h 552954"/>
                <a:gd name="connsiteX0" fmla="*/ 0 w 2844990"/>
                <a:gd name="connsiteY0" fmla="*/ 504929 h 543029"/>
                <a:gd name="connsiteX1" fmla="*/ 1381078 w 2844990"/>
                <a:gd name="connsiteY1" fmla="*/ 61187 h 543029"/>
                <a:gd name="connsiteX2" fmla="*/ 2844990 w 2844990"/>
                <a:gd name="connsiteY2" fmla="*/ 543029 h 543029"/>
                <a:gd name="connsiteX3" fmla="*/ 0 w 2844990"/>
                <a:gd name="connsiteY3" fmla="*/ 504929 h 543029"/>
                <a:gd name="connsiteX0" fmla="*/ 0 w 2844990"/>
                <a:gd name="connsiteY0" fmla="*/ 504929 h 1116030"/>
                <a:gd name="connsiteX1" fmla="*/ 1381078 w 2844990"/>
                <a:gd name="connsiteY1" fmla="*/ 61187 h 1116030"/>
                <a:gd name="connsiteX2" fmla="*/ 2844990 w 2844990"/>
                <a:gd name="connsiteY2" fmla="*/ 543029 h 1116030"/>
                <a:gd name="connsiteX3" fmla="*/ 0 w 2844990"/>
                <a:gd name="connsiteY3" fmla="*/ 504929 h 1116030"/>
                <a:gd name="connsiteX0" fmla="*/ 0 w 2844990"/>
                <a:gd name="connsiteY0" fmla="*/ 504929 h 1611911"/>
                <a:gd name="connsiteX1" fmla="*/ 1381078 w 2844990"/>
                <a:gd name="connsiteY1" fmla="*/ 61187 h 1611911"/>
                <a:gd name="connsiteX2" fmla="*/ 2844990 w 2844990"/>
                <a:gd name="connsiteY2" fmla="*/ 543029 h 1611911"/>
                <a:gd name="connsiteX3" fmla="*/ 0 w 2844990"/>
                <a:gd name="connsiteY3" fmla="*/ 504929 h 1611911"/>
                <a:gd name="connsiteX0" fmla="*/ 0 w 2851340"/>
                <a:gd name="connsiteY0" fmla="*/ 313239 h 1542672"/>
                <a:gd name="connsiteX1" fmla="*/ 1387428 w 2851340"/>
                <a:gd name="connsiteY1" fmla="*/ 88062 h 1542672"/>
                <a:gd name="connsiteX2" fmla="*/ 2851340 w 2851340"/>
                <a:gd name="connsiteY2" fmla="*/ 569904 h 1542672"/>
                <a:gd name="connsiteX3" fmla="*/ 0 w 2851340"/>
                <a:gd name="connsiteY3" fmla="*/ 313239 h 1542672"/>
                <a:gd name="connsiteX0" fmla="*/ 0 w 2692590"/>
                <a:gd name="connsiteY0" fmla="*/ 313239 h 1412968"/>
                <a:gd name="connsiteX1" fmla="*/ 1387428 w 2692590"/>
                <a:gd name="connsiteY1" fmla="*/ 88062 h 1412968"/>
                <a:gd name="connsiteX2" fmla="*/ 2692590 w 2692590"/>
                <a:gd name="connsiteY2" fmla="*/ 337680 h 1412968"/>
                <a:gd name="connsiteX3" fmla="*/ 0 w 2692590"/>
                <a:gd name="connsiteY3" fmla="*/ 313239 h 1412968"/>
                <a:gd name="connsiteX0" fmla="*/ 0 w 2692590"/>
                <a:gd name="connsiteY0" fmla="*/ 0 h 1099729"/>
                <a:gd name="connsiteX1" fmla="*/ 2692590 w 2692590"/>
                <a:gd name="connsiteY1" fmla="*/ 24441 h 1099729"/>
                <a:gd name="connsiteX2" fmla="*/ 0 w 2692590"/>
                <a:gd name="connsiteY2" fmla="*/ 0 h 1099729"/>
                <a:gd name="connsiteX0" fmla="*/ 0 w 2692590"/>
                <a:gd name="connsiteY0" fmla="*/ 192313 h 1292042"/>
                <a:gd name="connsiteX1" fmla="*/ 2692590 w 2692590"/>
                <a:gd name="connsiteY1" fmla="*/ 216754 h 1292042"/>
                <a:gd name="connsiteX2" fmla="*/ 0 w 2692590"/>
                <a:gd name="connsiteY2" fmla="*/ 192313 h 1292042"/>
                <a:gd name="connsiteX0" fmla="*/ 0 w 2692590"/>
                <a:gd name="connsiteY0" fmla="*/ 240044 h 1339773"/>
                <a:gd name="connsiteX1" fmla="*/ 2692590 w 2692590"/>
                <a:gd name="connsiteY1" fmla="*/ 264485 h 1339773"/>
                <a:gd name="connsiteX2" fmla="*/ 0 w 2692590"/>
                <a:gd name="connsiteY2" fmla="*/ 240044 h 1339773"/>
                <a:gd name="connsiteX0" fmla="*/ 0 w 2692590"/>
                <a:gd name="connsiteY0" fmla="*/ 264809 h 1364538"/>
                <a:gd name="connsiteX1" fmla="*/ 2692590 w 2692590"/>
                <a:gd name="connsiteY1" fmla="*/ 289250 h 1364538"/>
                <a:gd name="connsiteX2" fmla="*/ 0 w 2692590"/>
                <a:gd name="connsiteY2" fmla="*/ 264809 h 1364538"/>
                <a:gd name="connsiteX0" fmla="*/ 0 w 2692590"/>
                <a:gd name="connsiteY0" fmla="*/ 264809 h 1220348"/>
                <a:gd name="connsiteX1" fmla="*/ 2692590 w 2692590"/>
                <a:gd name="connsiteY1" fmla="*/ 289250 h 1220348"/>
                <a:gd name="connsiteX2" fmla="*/ 0 w 2692590"/>
                <a:gd name="connsiteY2" fmla="*/ 264809 h 1220348"/>
                <a:gd name="connsiteX0" fmla="*/ 0 w 2692590"/>
                <a:gd name="connsiteY0" fmla="*/ 264809 h 1546770"/>
                <a:gd name="connsiteX1" fmla="*/ 2692590 w 2692590"/>
                <a:gd name="connsiteY1" fmla="*/ 289250 h 1546770"/>
                <a:gd name="connsiteX2" fmla="*/ 0 w 2692590"/>
                <a:gd name="connsiteY2" fmla="*/ 264809 h 1546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2590" h="1546770">
                  <a:moveTo>
                    <a:pt x="0" y="264809"/>
                  </a:moveTo>
                  <a:cubicBezTo>
                    <a:pt x="878480" y="-177833"/>
                    <a:pt x="1998260" y="7897"/>
                    <a:pt x="2692590" y="289250"/>
                  </a:cubicBezTo>
                  <a:cubicBezTo>
                    <a:pt x="2195110" y="1443462"/>
                    <a:pt x="948330" y="2429665"/>
                    <a:pt x="0" y="264809"/>
                  </a:cubicBezTo>
                  <a:close/>
                </a:path>
              </a:pathLst>
            </a:custGeom>
            <a:solidFill>
              <a:srgbClr val="252B2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02DC4A5-36E7-CB46-809C-3C2035BD04EE}"/>
                </a:ext>
              </a:extLst>
            </p:cNvPr>
            <p:cNvGrpSpPr/>
            <p:nvPr/>
          </p:nvGrpSpPr>
          <p:grpSpPr>
            <a:xfrm>
              <a:off x="3360369" y="3758912"/>
              <a:ext cx="2864581" cy="1611911"/>
              <a:chOff x="3622154" y="3734727"/>
              <a:chExt cx="2864581" cy="1611911"/>
            </a:xfrm>
          </p:grpSpPr>
          <p:sp>
            <p:nvSpPr>
              <p:cNvPr id="10" name="Oval 48">
                <a:extLst>
                  <a:ext uri="{FF2B5EF4-FFF2-40B4-BE49-F238E27FC236}">
                    <a16:creationId xmlns:a16="http://schemas.microsoft.com/office/drawing/2014/main" id="{E2E30E2D-83B8-44BA-F9A0-C38A2CB7D7A6}"/>
                  </a:ext>
                </a:extLst>
              </p:cNvPr>
              <p:cNvSpPr/>
              <p:nvPr/>
            </p:nvSpPr>
            <p:spPr>
              <a:xfrm rot="10800000">
                <a:off x="4504338" y="4318254"/>
                <a:ext cx="1091383" cy="748068"/>
              </a:xfrm>
              <a:custGeom>
                <a:avLst/>
                <a:gdLst>
                  <a:gd name="connsiteX0" fmla="*/ 0 w 1605176"/>
                  <a:gd name="connsiteY0" fmla="*/ 523803 h 1047605"/>
                  <a:gd name="connsiteX1" fmla="*/ 802588 w 1605176"/>
                  <a:gd name="connsiteY1" fmla="*/ 0 h 1047605"/>
                  <a:gd name="connsiteX2" fmla="*/ 1605176 w 1605176"/>
                  <a:gd name="connsiteY2" fmla="*/ 523803 h 1047605"/>
                  <a:gd name="connsiteX3" fmla="*/ 802588 w 1605176"/>
                  <a:gd name="connsiteY3" fmla="*/ 1047606 h 1047605"/>
                  <a:gd name="connsiteX4" fmla="*/ 0 w 1605176"/>
                  <a:gd name="connsiteY4" fmla="*/ 523803 h 1047605"/>
                  <a:gd name="connsiteX0" fmla="*/ 0 w 1627486"/>
                  <a:gd name="connsiteY0" fmla="*/ 65475 h 589278"/>
                  <a:gd name="connsiteX1" fmla="*/ 1605176 w 1627486"/>
                  <a:gd name="connsiteY1" fmla="*/ 65475 h 589278"/>
                  <a:gd name="connsiteX2" fmla="*/ 802588 w 1627486"/>
                  <a:gd name="connsiteY2" fmla="*/ 589278 h 589278"/>
                  <a:gd name="connsiteX3" fmla="*/ 0 w 1627486"/>
                  <a:gd name="connsiteY3" fmla="*/ 65475 h 589278"/>
                  <a:gd name="connsiteX0" fmla="*/ 16221 w 1607759"/>
                  <a:gd name="connsiteY0" fmla="*/ 55424 h 579244"/>
                  <a:gd name="connsiteX1" fmla="*/ 1589647 w 1607759"/>
                  <a:gd name="connsiteY1" fmla="*/ 74474 h 579244"/>
                  <a:gd name="connsiteX2" fmla="*/ 818809 w 1607759"/>
                  <a:gd name="connsiteY2" fmla="*/ 579227 h 579244"/>
                  <a:gd name="connsiteX3" fmla="*/ 16221 w 1607759"/>
                  <a:gd name="connsiteY3" fmla="*/ 55424 h 579244"/>
                  <a:gd name="connsiteX0" fmla="*/ 16221 w 1607759"/>
                  <a:gd name="connsiteY0" fmla="*/ 76391 h 600211"/>
                  <a:gd name="connsiteX1" fmla="*/ 1589647 w 1607759"/>
                  <a:gd name="connsiteY1" fmla="*/ 95441 h 600211"/>
                  <a:gd name="connsiteX2" fmla="*/ 818809 w 1607759"/>
                  <a:gd name="connsiteY2" fmla="*/ 600194 h 600211"/>
                  <a:gd name="connsiteX3" fmla="*/ 16221 w 1607759"/>
                  <a:gd name="connsiteY3" fmla="*/ 76391 h 600211"/>
                  <a:gd name="connsiteX0" fmla="*/ 16221 w 1607759"/>
                  <a:gd name="connsiteY0" fmla="*/ 76391 h 600214"/>
                  <a:gd name="connsiteX1" fmla="*/ 1589647 w 1607759"/>
                  <a:gd name="connsiteY1" fmla="*/ 95441 h 600214"/>
                  <a:gd name="connsiteX2" fmla="*/ 818809 w 1607759"/>
                  <a:gd name="connsiteY2" fmla="*/ 600194 h 600214"/>
                  <a:gd name="connsiteX3" fmla="*/ 16221 w 1607759"/>
                  <a:gd name="connsiteY3" fmla="*/ 76391 h 600214"/>
                  <a:gd name="connsiteX0" fmla="*/ 19041 w 1610579"/>
                  <a:gd name="connsiteY0" fmla="*/ 100548 h 624371"/>
                  <a:gd name="connsiteX1" fmla="*/ 1592467 w 1610579"/>
                  <a:gd name="connsiteY1" fmla="*/ 119598 h 624371"/>
                  <a:gd name="connsiteX2" fmla="*/ 821629 w 1610579"/>
                  <a:gd name="connsiteY2" fmla="*/ 624351 h 624371"/>
                  <a:gd name="connsiteX3" fmla="*/ 19041 w 1610579"/>
                  <a:gd name="connsiteY3" fmla="*/ 100548 h 624371"/>
                  <a:gd name="connsiteX0" fmla="*/ 19300 w 1598089"/>
                  <a:gd name="connsiteY0" fmla="*/ 103441 h 620903"/>
                  <a:gd name="connsiteX1" fmla="*/ 1580026 w 1598089"/>
                  <a:gd name="connsiteY1" fmla="*/ 116141 h 620903"/>
                  <a:gd name="connsiteX2" fmla="*/ 809188 w 1598089"/>
                  <a:gd name="connsiteY2" fmla="*/ 620894 h 620903"/>
                  <a:gd name="connsiteX3" fmla="*/ 19300 w 1598089"/>
                  <a:gd name="connsiteY3" fmla="*/ 103441 h 620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8089" h="620903">
                    <a:moveTo>
                      <a:pt x="19300" y="103441"/>
                    </a:moveTo>
                    <a:cubicBezTo>
                      <a:pt x="160473" y="-44185"/>
                      <a:pt x="1433561" y="-28309"/>
                      <a:pt x="1580026" y="116141"/>
                    </a:cubicBezTo>
                    <a:cubicBezTo>
                      <a:pt x="1713791" y="254242"/>
                      <a:pt x="1069309" y="623011"/>
                      <a:pt x="809188" y="620894"/>
                    </a:cubicBezTo>
                    <a:cubicBezTo>
                      <a:pt x="549067" y="618777"/>
                      <a:pt x="-121873" y="251067"/>
                      <a:pt x="19300" y="103441"/>
                    </a:cubicBezTo>
                    <a:close/>
                  </a:path>
                </a:pathLst>
              </a:custGeom>
              <a:solidFill>
                <a:srgbClr val="D7797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8453B6D4-5FB3-56FD-8444-8977BA47D272}"/>
                  </a:ext>
                </a:extLst>
              </p:cNvPr>
              <p:cNvSpPr/>
              <p:nvPr/>
            </p:nvSpPr>
            <p:spPr>
              <a:xfrm>
                <a:off x="4006848" y="4648941"/>
                <a:ext cx="2098115" cy="429042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  <a:gd name="connsiteX0" fmla="*/ 5556 w 1688959"/>
                  <a:gd name="connsiteY0" fmla="*/ 150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17" fmla="*/ 5556 w 1688959"/>
                  <a:gd name="connsiteY17" fmla="*/ 1503 h 262241"/>
                  <a:gd name="connsiteX0" fmla="*/ 979 w 1688959"/>
                  <a:gd name="connsiteY0" fmla="*/ 18462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0" fmla="*/ 0 w 1688959"/>
                  <a:gd name="connsiteY0" fmla="*/ 4238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0" fmla="*/ 0 w 1605227"/>
                  <a:gd name="connsiteY0" fmla="*/ 87037 h 262241"/>
                  <a:gd name="connsiteX1" fmla="*/ 88512 w 1605227"/>
                  <a:gd name="connsiteY1" fmla="*/ 25329 h 262241"/>
                  <a:gd name="connsiteX2" fmla="*/ 295681 w 1605227"/>
                  <a:gd name="connsiteY2" fmla="*/ 51523 h 262241"/>
                  <a:gd name="connsiteX3" fmla="*/ 431412 w 1605227"/>
                  <a:gd name="connsiteY3" fmla="*/ 63429 h 262241"/>
                  <a:gd name="connsiteX4" fmla="*/ 583812 w 1605227"/>
                  <a:gd name="connsiteY4" fmla="*/ 70573 h 262241"/>
                  <a:gd name="connsiteX5" fmla="*/ 757643 w 1605227"/>
                  <a:gd name="connsiteY5" fmla="*/ 68192 h 262241"/>
                  <a:gd name="connsiteX6" fmla="*/ 912424 w 1605227"/>
                  <a:gd name="connsiteY6" fmla="*/ 72954 h 262241"/>
                  <a:gd name="connsiteX7" fmla="*/ 1086256 w 1605227"/>
                  <a:gd name="connsiteY7" fmla="*/ 75335 h 262241"/>
                  <a:gd name="connsiteX8" fmla="*/ 1233893 w 1605227"/>
                  <a:gd name="connsiteY8" fmla="*/ 58667 h 262241"/>
                  <a:gd name="connsiteX9" fmla="*/ 1433918 w 1605227"/>
                  <a:gd name="connsiteY9" fmla="*/ 37235 h 262241"/>
                  <a:gd name="connsiteX10" fmla="*/ 1588698 w 1605227"/>
                  <a:gd name="connsiteY10" fmla="*/ 8646 h 262241"/>
                  <a:gd name="connsiteX11" fmla="*/ 1601786 w 1605227"/>
                  <a:gd name="connsiteY11" fmla="*/ 41120 h 262241"/>
                  <a:gd name="connsiteX12" fmla="*/ 1605227 w 1605227"/>
                  <a:gd name="connsiteY12" fmla="*/ 58475 h 262241"/>
                  <a:gd name="connsiteX13" fmla="*/ 1480650 w 1605227"/>
                  <a:gd name="connsiteY13" fmla="*/ 115486 h 262241"/>
                  <a:gd name="connsiteX14" fmla="*/ 0 w 1605227"/>
                  <a:gd name="connsiteY14" fmla="*/ 87037 h 262241"/>
                  <a:gd name="connsiteX0" fmla="*/ 0 w 1605227"/>
                  <a:gd name="connsiteY0" fmla="*/ 85881 h 261085"/>
                  <a:gd name="connsiteX1" fmla="*/ 295681 w 1605227"/>
                  <a:gd name="connsiteY1" fmla="*/ 50367 h 261085"/>
                  <a:gd name="connsiteX2" fmla="*/ 431412 w 1605227"/>
                  <a:gd name="connsiteY2" fmla="*/ 62273 h 261085"/>
                  <a:gd name="connsiteX3" fmla="*/ 583812 w 1605227"/>
                  <a:gd name="connsiteY3" fmla="*/ 69417 h 261085"/>
                  <a:gd name="connsiteX4" fmla="*/ 757643 w 1605227"/>
                  <a:gd name="connsiteY4" fmla="*/ 67036 h 261085"/>
                  <a:gd name="connsiteX5" fmla="*/ 912424 w 1605227"/>
                  <a:gd name="connsiteY5" fmla="*/ 71798 h 261085"/>
                  <a:gd name="connsiteX6" fmla="*/ 1086256 w 1605227"/>
                  <a:gd name="connsiteY6" fmla="*/ 74179 h 261085"/>
                  <a:gd name="connsiteX7" fmla="*/ 1233893 w 1605227"/>
                  <a:gd name="connsiteY7" fmla="*/ 57511 h 261085"/>
                  <a:gd name="connsiteX8" fmla="*/ 1433918 w 1605227"/>
                  <a:gd name="connsiteY8" fmla="*/ 36079 h 261085"/>
                  <a:gd name="connsiteX9" fmla="*/ 1588698 w 1605227"/>
                  <a:gd name="connsiteY9" fmla="*/ 7490 h 261085"/>
                  <a:gd name="connsiteX10" fmla="*/ 1601786 w 1605227"/>
                  <a:gd name="connsiteY10" fmla="*/ 39964 h 261085"/>
                  <a:gd name="connsiteX11" fmla="*/ 1605227 w 1605227"/>
                  <a:gd name="connsiteY11" fmla="*/ 57319 h 261085"/>
                  <a:gd name="connsiteX12" fmla="*/ 1480650 w 1605227"/>
                  <a:gd name="connsiteY12" fmla="*/ 114330 h 261085"/>
                  <a:gd name="connsiteX13" fmla="*/ 0 w 1605227"/>
                  <a:gd name="connsiteY13" fmla="*/ 85881 h 261085"/>
                  <a:gd name="connsiteX0" fmla="*/ 0 w 1309952"/>
                  <a:gd name="connsiteY0" fmla="*/ 162081 h 305286"/>
                  <a:gd name="connsiteX1" fmla="*/ 406 w 1309952"/>
                  <a:gd name="connsiteY1" fmla="*/ 50367 h 305286"/>
                  <a:gd name="connsiteX2" fmla="*/ 136137 w 1309952"/>
                  <a:gd name="connsiteY2" fmla="*/ 62273 h 305286"/>
                  <a:gd name="connsiteX3" fmla="*/ 288537 w 1309952"/>
                  <a:gd name="connsiteY3" fmla="*/ 69417 h 305286"/>
                  <a:gd name="connsiteX4" fmla="*/ 462368 w 1309952"/>
                  <a:gd name="connsiteY4" fmla="*/ 67036 h 305286"/>
                  <a:gd name="connsiteX5" fmla="*/ 617149 w 1309952"/>
                  <a:gd name="connsiteY5" fmla="*/ 71798 h 305286"/>
                  <a:gd name="connsiteX6" fmla="*/ 790981 w 1309952"/>
                  <a:gd name="connsiteY6" fmla="*/ 74179 h 305286"/>
                  <a:gd name="connsiteX7" fmla="*/ 938618 w 1309952"/>
                  <a:gd name="connsiteY7" fmla="*/ 57511 h 305286"/>
                  <a:gd name="connsiteX8" fmla="*/ 1138643 w 1309952"/>
                  <a:gd name="connsiteY8" fmla="*/ 36079 h 305286"/>
                  <a:gd name="connsiteX9" fmla="*/ 1293423 w 1309952"/>
                  <a:gd name="connsiteY9" fmla="*/ 7490 h 305286"/>
                  <a:gd name="connsiteX10" fmla="*/ 1306511 w 1309952"/>
                  <a:gd name="connsiteY10" fmla="*/ 39964 h 305286"/>
                  <a:gd name="connsiteX11" fmla="*/ 1309952 w 1309952"/>
                  <a:gd name="connsiteY11" fmla="*/ 57319 h 305286"/>
                  <a:gd name="connsiteX12" fmla="*/ 1185375 w 1309952"/>
                  <a:gd name="connsiteY12" fmla="*/ 114330 h 305286"/>
                  <a:gd name="connsiteX13" fmla="*/ 0 w 1309952"/>
                  <a:gd name="connsiteY13" fmla="*/ 162081 h 305286"/>
                  <a:gd name="connsiteX0" fmla="*/ 59294 w 1369246"/>
                  <a:gd name="connsiteY0" fmla="*/ 162081 h 305286"/>
                  <a:gd name="connsiteX1" fmla="*/ 195431 w 1369246"/>
                  <a:gd name="connsiteY1" fmla="*/ 62273 h 305286"/>
                  <a:gd name="connsiteX2" fmla="*/ 347831 w 1369246"/>
                  <a:gd name="connsiteY2" fmla="*/ 69417 h 305286"/>
                  <a:gd name="connsiteX3" fmla="*/ 521662 w 1369246"/>
                  <a:gd name="connsiteY3" fmla="*/ 67036 h 305286"/>
                  <a:gd name="connsiteX4" fmla="*/ 676443 w 1369246"/>
                  <a:gd name="connsiteY4" fmla="*/ 71798 h 305286"/>
                  <a:gd name="connsiteX5" fmla="*/ 850275 w 1369246"/>
                  <a:gd name="connsiteY5" fmla="*/ 74179 h 305286"/>
                  <a:gd name="connsiteX6" fmla="*/ 997912 w 1369246"/>
                  <a:gd name="connsiteY6" fmla="*/ 57511 h 305286"/>
                  <a:gd name="connsiteX7" fmla="*/ 1197937 w 1369246"/>
                  <a:gd name="connsiteY7" fmla="*/ 36079 h 305286"/>
                  <a:gd name="connsiteX8" fmla="*/ 1352717 w 1369246"/>
                  <a:gd name="connsiteY8" fmla="*/ 7490 h 305286"/>
                  <a:gd name="connsiteX9" fmla="*/ 1365805 w 1369246"/>
                  <a:gd name="connsiteY9" fmla="*/ 39964 h 305286"/>
                  <a:gd name="connsiteX10" fmla="*/ 1369246 w 1369246"/>
                  <a:gd name="connsiteY10" fmla="*/ 57319 h 305286"/>
                  <a:gd name="connsiteX11" fmla="*/ 1244669 w 1369246"/>
                  <a:gd name="connsiteY11" fmla="*/ 114330 h 305286"/>
                  <a:gd name="connsiteX12" fmla="*/ 59294 w 1369246"/>
                  <a:gd name="connsiteY12" fmla="*/ 162081 h 305286"/>
                  <a:gd name="connsiteX0" fmla="*/ 76644 w 1296108"/>
                  <a:gd name="connsiteY0" fmla="*/ 181131 h 317709"/>
                  <a:gd name="connsiteX1" fmla="*/ 122293 w 1296108"/>
                  <a:gd name="connsiteY1" fmla="*/ 62273 h 317709"/>
                  <a:gd name="connsiteX2" fmla="*/ 274693 w 1296108"/>
                  <a:gd name="connsiteY2" fmla="*/ 69417 h 317709"/>
                  <a:gd name="connsiteX3" fmla="*/ 448524 w 1296108"/>
                  <a:gd name="connsiteY3" fmla="*/ 67036 h 317709"/>
                  <a:gd name="connsiteX4" fmla="*/ 603305 w 1296108"/>
                  <a:gd name="connsiteY4" fmla="*/ 71798 h 317709"/>
                  <a:gd name="connsiteX5" fmla="*/ 777137 w 1296108"/>
                  <a:gd name="connsiteY5" fmla="*/ 74179 h 317709"/>
                  <a:gd name="connsiteX6" fmla="*/ 924774 w 1296108"/>
                  <a:gd name="connsiteY6" fmla="*/ 57511 h 317709"/>
                  <a:gd name="connsiteX7" fmla="*/ 1124799 w 1296108"/>
                  <a:gd name="connsiteY7" fmla="*/ 36079 h 317709"/>
                  <a:gd name="connsiteX8" fmla="*/ 1279579 w 1296108"/>
                  <a:gd name="connsiteY8" fmla="*/ 7490 h 317709"/>
                  <a:gd name="connsiteX9" fmla="*/ 1292667 w 1296108"/>
                  <a:gd name="connsiteY9" fmla="*/ 39964 h 317709"/>
                  <a:gd name="connsiteX10" fmla="*/ 1296108 w 1296108"/>
                  <a:gd name="connsiteY10" fmla="*/ 57319 h 317709"/>
                  <a:gd name="connsiteX11" fmla="*/ 1171531 w 1296108"/>
                  <a:gd name="connsiteY11" fmla="*/ 114330 h 317709"/>
                  <a:gd name="connsiteX12" fmla="*/ 76644 w 1296108"/>
                  <a:gd name="connsiteY12" fmla="*/ 181131 h 317709"/>
                  <a:gd name="connsiteX0" fmla="*/ 68286 w 1287750"/>
                  <a:gd name="connsiteY0" fmla="*/ 181131 h 317709"/>
                  <a:gd name="connsiteX1" fmla="*/ 152035 w 1287750"/>
                  <a:gd name="connsiteY1" fmla="*/ 76560 h 317709"/>
                  <a:gd name="connsiteX2" fmla="*/ 266335 w 1287750"/>
                  <a:gd name="connsiteY2" fmla="*/ 69417 h 317709"/>
                  <a:gd name="connsiteX3" fmla="*/ 440166 w 1287750"/>
                  <a:gd name="connsiteY3" fmla="*/ 67036 h 317709"/>
                  <a:gd name="connsiteX4" fmla="*/ 594947 w 1287750"/>
                  <a:gd name="connsiteY4" fmla="*/ 71798 h 317709"/>
                  <a:gd name="connsiteX5" fmla="*/ 768779 w 1287750"/>
                  <a:gd name="connsiteY5" fmla="*/ 74179 h 317709"/>
                  <a:gd name="connsiteX6" fmla="*/ 916416 w 1287750"/>
                  <a:gd name="connsiteY6" fmla="*/ 57511 h 317709"/>
                  <a:gd name="connsiteX7" fmla="*/ 1116441 w 1287750"/>
                  <a:gd name="connsiteY7" fmla="*/ 36079 h 317709"/>
                  <a:gd name="connsiteX8" fmla="*/ 1271221 w 1287750"/>
                  <a:gd name="connsiteY8" fmla="*/ 7490 h 317709"/>
                  <a:gd name="connsiteX9" fmla="*/ 1284309 w 1287750"/>
                  <a:gd name="connsiteY9" fmla="*/ 39964 h 317709"/>
                  <a:gd name="connsiteX10" fmla="*/ 1287750 w 1287750"/>
                  <a:gd name="connsiteY10" fmla="*/ 57319 h 317709"/>
                  <a:gd name="connsiteX11" fmla="*/ 1163173 w 1287750"/>
                  <a:gd name="connsiteY11" fmla="*/ 114330 h 317709"/>
                  <a:gd name="connsiteX12" fmla="*/ 68286 w 1287750"/>
                  <a:gd name="connsiteY12" fmla="*/ 181131 h 317709"/>
                  <a:gd name="connsiteX0" fmla="*/ 76394 w 1295858"/>
                  <a:gd name="connsiteY0" fmla="*/ 181131 h 317709"/>
                  <a:gd name="connsiteX1" fmla="*/ 160143 w 1295858"/>
                  <a:gd name="connsiteY1" fmla="*/ 76560 h 317709"/>
                  <a:gd name="connsiteX2" fmla="*/ 274443 w 1295858"/>
                  <a:gd name="connsiteY2" fmla="*/ 69417 h 317709"/>
                  <a:gd name="connsiteX3" fmla="*/ 448274 w 1295858"/>
                  <a:gd name="connsiteY3" fmla="*/ 67036 h 317709"/>
                  <a:gd name="connsiteX4" fmla="*/ 603055 w 1295858"/>
                  <a:gd name="connsiteY4" fmla="*/ 71798 h 317709"/>
                  <a:gd name="connsiteX5" fmla="*/ 776887 w 1295858"/>
                  <a:gd name="connsiteY5" fmla="*/ 74179 h 317709"/>
                  <a:gd name="connsiteX6" fmla="*/ 924524 w 1295858"/>
                  <a:gd name="connsiteY6" fmla="*/ 57511 h 317709"/>
                  <a:gd name="connsiteX7" fmla="*/ 1124549 w 1295858"/>
                  <a:gd name="connsiteY7" fmla="*/ 36079 h 317709"/>
                  <a:gd name="connsiteX8" fmla="*/ 1279329 w 1295858"/>
                  <a:gd name="connsiteY8" fmla="*/ 7490 h 317709"/>
                  <a:gd name="connsiteX9" fmla="*/ 1292417 w 1295858"/>
                  <a:gd name="connsiteY9" fmla="*/ 39964 h 317709"/>
                  <a:gd name="connsiteX10" fmla="*/ 1295858 w 1295858"/>
                  <a:gd name="connsiteY10" fmla="*/ 57319 h 317709"/>
                  <a:gd name="connsiteX11" fmla="*/ 1171281 w 1295858"/>
                  <a:gd name="connsiteY11" fmla="*/ 114330 h 317709"/>
                  <a:gd name="connsiteX12" fmla="*/ 76394 w 1295858"/>
                  <a:gd name="connsiteY12" fmla="*/ 181131 h 317709"/>
                  <a:gd name="connsiteX0" fmla="*/ 76394 w 1292417"/>
                  <a:gd name="connsiteY0" fmla="*/ 181131 h 317709"/>
                  <a:gd name="connsiteX1" fmla="*/ 160143 w 1292417"/>
                  <a:gd name="connsiteY1" fmla="*/ 76560 h 317709"/>
                  <a:gd name="connsiteX2" fmla="*/ 274443 w 1292417"/>
                  <a:gd name="connsiteY2" fmla="*/ 69417 h 317709"/>
                  <a:gd name="connsiteX3" fmla="*/ 448274 w 1292417"/>
                  <a:gd name="connsiteY3" fmla="*/ 67036 h 317709"/>
                  <a:gd name="connsiteX4" fmla="*/ 603055 w 1292417"/>
                  <a:gd name="connsiteY4" fmla="*/ 71798 h 317709"/>
                  <a:gd name="connsiteX5" fmla="*/ 776887 w 1292417"/>
                  <a:gd name="connsiteY5" fmla="*/ 74179 h 317709"/>
                  <a:gd name="connsiteX6" fmla="*/ 924524 w 1292417"/>
                  <a:gd name="connsiteY6" fmla="*/ 57511 h 317709"/>
                  <a:gd name="connsiteX7" fmla="*/ 1124549 w 1292417"/>
                  <a:gd name="connsiteY7" fmla="*/ 36079 h 317709"/>
                  <a:gd name="connsiteX8" fmla="*/ 1279329 w 1292417"/>
                  <a:gd name="connsiteY8" fmla="*/ 7490 h 317709"/>
                  <a:gd name="connsiteX9" fmla="*/ 1292417 w 1292417"/>
                  <a:gd name="connsiteY9" fmla="*/ 39964 h 317709"/>
                  <a:gd name="connsiteX10" fmla="*/ 1171281 w 1292417"/>
                  <a:gd name="connsiteY10" fmla="*/ 114330 h 317709"/>
                  <a:gd name="connsiteX11" fmla="*/ 76394 w 1292417"/>
                  <a:gd name="connsiteY11" fmla="*/ 181131 h 317709"/>
                  <a:gd name="connsiteX0" fmla="*/ 76394 w 1303664"/>
                  <a:gd name="connsiteY0" fmla="*/ 181131 h 317709"/>
                  <a:gd name="connsiteX1" fmla="*/ 160143 w 1303664"/>
                  <a:gd name="connsiteY1" fmla="*/ 76560 h 317709"/>
                  <a:gd name="connsiteX2" fmla="*/ 274443 w 1303664"/>
                  <a:gd name="connsiteY2" fmla="*/ 69417 h 317709"/>
                  <a:gd name="connsiteX3" fmla="*/ 448274 w 1303664"/>
                  <a:gd name="connsiteY3" fmla="*/ 67036 h 317709"/>
                  <a:gd name="connsiteX4" fmla="*/ 603055 w 1303664"/>
                  <a:gd name="connsiteY4" fmla="*/ 71798 h 317709"/>
                  <a:gd name="connsiteX5" fmla="*/ 776887 w 1303664"/>
                  <a:gd name="connsiteY5" fmla="*/ 74179 h 317709"/>
                  <a:gd name="connsiteX6" fmla="*/ 924524 w 1303664"/>
                  <a:gd name="connsiteY6" fmla="*/ 57511 h 317709"/>
                  <a:gd name="connsiteX7" fmla="*/ 1124549 w 1303664"/>
                  <a:gd name="connsiteY7" fmla="*/ 36079 h 317709"/>
                  <a:gd name="connsiteX8" fmla="*/ 1279329 w 1303664"/>
                  <a:gd name="connsiteY8" fmla="*/ 7490 h 317709"/>
                  <a:gd name="connsiteX9" fmla="*/ 1171281 w 1303664"/>
                  <a:gd name="connsiteY9" fmla="*/ 114330 h 317709"/>
                  <a:gd name="connsiteX10" fmla="*/ 76394 w 1303664"/>
                  <a:gd name="connsiteY10" fmla="*/ 181131 h 317709"/>
                  <a:gd name="connsiteX0" fmla="*/ 76394 w 1279714"/>
                  <a:gd name="connsiteY0" fmla="*/ 181131 h 337196"/>
                  <a:gd name="connsiteX1" fmla="*/ 160143 w 1279714"/>
                  <a:gd name="connsiteY1" fmla="*/ 76560 h 337196"/>
                  <a:gd name="connsiteX2" fmla="*/ 274443 w 1279714"/>
                  <a:gd name="connsiteY2" fmla="*/ 69417 h 337196"/>
                  <a:gd name="connsiteX3" fmla="*/ 448274 w 1279714"/>
                  <a:gd name="connsiteY3" fmla="*/ 67036 h 337196"/>
                  <a:gd name="connsiteX4" fmla="*/ 603055 w 1279714"/>
                  <a:gd name="connsiteY4" fmla="*/ 71798 h 337196"/>
                  <a:gd name="connsiteX5" fmla="*/ 776887 w 1279714"/>
                  <a:gd name="connsiteY5" fmla="*/ 74179 h 337196"/>
                  <a:gd name="connsiteX6" fmla="*/ 924524 w 1279714"/>
                  <a:gd name="connsiteY6" fmla="*/ 57511 h 337196"/>
                  <a:gd name="connsiteX7" fmla="*/ 1124549 w 1279714"/>
                  <a:gd name="connsiteY7" fmla="*/ 36079 h 337196"/>
                  <a:gd name="connsiteX8" fmla="*/ 1279329 w 1279714"/>
                  <a:gd name="connsiteY8" fmla="*/ 7490 h 337196"/>
                  <a:gd name="connsiteX9" fmla="*/ 976019 w 1279714"/>
                  <a:gd name="connsiteY9" fmla="*/ 166717 h 337196"/>
                  <a:gd name="connsiteX10" fmla="*/ 76394 w 1279714"/>
                  <a:gd name="connsiteY10" fmla="*/ 181131 h 337196"/>
                  <a:gd name="connsiteX0" fmla="*/ 76394 w 1129532"/>
                  <a:gd name="connsiteY0" fmla="*/ 166486 h 322551"/>
                  <a:gd name="connsiteX1" fmla="*/ 160143 w 1129532"/>
                  <a:gd name="connsiteY1" fmla="*/ 61915 h 322551"/>
                  <a:gd name="connsiteX2" fmla="*/ 274443 w 1129532"/>
                  <a:gd name="connsiteY2" fmla="*/ 54772 h 322551"/>
                  <a:gd name="connsiteX3" fmla="*/ 448274 w 1129532"/>
                  <a:gd name="connsiteY3" fmla="*/ 52391 h 322551"/>
                  <a:gd name="connsiteX4" fmla="*/ 603055 w 1129532"/>
                  <a:gd name="connsiteY4" fmla="*/ 57153 h 322551"/>
                  <a:gd name="connsiteX5" fmla="*/ 776887 w 1129532"/>
                  <a:gd name="connsiteY5" fmla="*/ 59534 h 322551"/>
                  <a:gd name="connsiteX6" fmla="*/ 924524 w 1129532"/>
                  <a:gd name="connsiteY6" fmla="*/ 42866 h 322551"/>
                  <a:gd name="connsiteX7" fmla="*/ 1124549 w 1129532"/>
                  <a:gd name="connsiteY7" fmla="*/ 21434 h 322551"/>
                  <a:gd name="connsiteX8" fmla="*/ 976019 w 1129532"/>
                  <a:gd name="connsiteY8" fmla="*/ 152072 h 322551"/>
                  <a:gd name="connsiteX9" fmla="*/ 76394 w 1129532"/>
                  <a:gd name="connsiteY9" fmla="*/ 166486 h 322551"/>
                  <a:gd name="connsiteX0" fmla="*/ 76394 w 1033508"/>
                  <a:gd name="connsiteY0" fmla="*/ 133475 h 289540"/>
                  <a:gd name="connsiteX1" fmla="*/ 160143 w 1033508"/>
                  <a:gd name="connsiteY1" fmla="*/ 28904 h 289540"/>
                  <a:gd name="connsiteX2" fmla="*/ 274443 w 1033508"/>
                  <a:gd name="connsiteY2" fmla="*/ 21761 h 289540"/>
                  <a:gd name="connsiteX3" fmla="*/ 448274 w 1033508"/>
                  <a:gd name="connsiteY3" fmla="*/ 19380 h 289540"/>
                  <a:gd name="connsiteX4" fmla="*/ 603055 w 1033508"/>
                  <a:gd name="connsiteY4" fmla="*/ 24142 h 289540"/>
                  <a:gd name="connsiteX5" fmla="*/ 776887 w 1033508"/>
                  <a:gd name="connsiteY5" fmla="*/ 26523 h 289540"/>
                  <a:gd name="connsiteX6" fmla="*/ 924524 w 1033508"/>
                  <a:gd name="connsiteY6" fmla="*/ 9855 h 289540"/>
                  <a:gd name="connsiteX7" fmla="*/ 976019 w 1033508"/>
                  <a:gd name="connsiteY7" fmla="*/ 119061 h 289540"/>
                  <a:gd name="connsiteX8" fmla="*/ 76394 w 1033508"/>
                  <a:gd name="connsiteY8" fmla="*/ 133475 h 289540"/>
                  <a:gd name="connsiteX0" fmla="*/ 76394 w 1006338"/>
                  <a:gd name="connsiteY0" fmla="*/ 132461 h 288526"/>
                  <a:gd name="connsiteX1" fmla="*/ 160143 w 1006338"/>
                  <a:gd name="connsiteY1" fmla="*/ 27890 h 288526"/>
                  <a:gd name="connsiteX2" fmla="*/ 274443 w 1006338"/>
                  <a:gd name="connsiteY2" fmla="*/ 20747 h 288526"/>
                  <a:gd name="connsiteX3" fmla="*/ 448274 w 1006338"/>
                  <a:gd name="connsiteY3" fmla="*/ 18366 h 288526"/>
                  <a:gd name="connsiteX4" fmla="*/ 603055 w 1006338"/>
                  <a:gd name="connsiteY4" fmla="*/ 23128 h 288526"/>
                  <a:gd name="connsiteX5" fmla="*/ 776887 w 1006338"/>
                  <a:gd name="connsiteY5" fmla="*/ 25509 h 288526"/>
                  <a:gd name="connsiteX6" fmla="*/ 976019 w 1006338"/>
                  <a:gd name="connsiteY6" fmla="*/ 118047 h 288526"/>
                  <a:gd name="connsiteX7" fmla="*/ 76394 w 1006338"/>
                  <a:gd name="connsiteY7" fmla="*/ 132461 h 288526"/>
                  <a:gd name="connsiteX0" fmla="*/ 76394 w 1012279"/>
                  <a:gd name="connsiteY0" fmla="*/ 138964 h 295029"/>
                  <a:gd name="connsiteX1" fmla="*/ 160143 w 1012279"/>
                  <a:gd name="connsiteY1" fmla="*/ 34393 h 295029"/>
                  <a:gd name="connsiteX2" fmla="*/ 274443 w 1012279"/>
                  <a:gd name="connsiteY2" fmla="*/ 27250 h 295029"/>
                  <a:gd name="connsiteX3" fmla="*/ 448274 w 1012279"/>
                  <a:gd name="connsiteY3" fmla="*/ 24869 h 295029"/>
                  <a:gd name="connsiteX4" fmla="*/ 603055 w 1012279"/>
                  <a:gd name="connsiteY4" fmla="*/ 29631 h 295029"/>
                  <a:gd name="connsiteX5" fmla="*/ 776887 w 1012279"/>
                  <a:gd name="connsiteY5" fmla="*/ 32012 h 295029"/>
                  <a:gd name="connsiteX6" fmla="*/ 976019 w 1012279"/>
                  <a:gd name="connsiteY6" fmla="*/ 124550 h 295029"/>
                  <a:gd name="connsiteX7" fmla="*/ 76394 w 1012279"/>
                  <a:gd name="connsiteY7" fmla="*/ 138964 h 295029"/>
                  <a:gd name="connsiteX0" fmla="*/ 76394 w 944468"/>
                  <a:gd name="connsiteY0" fmla="*/ 136724 h 300918"/>
                  <a:gd name="connsiteX1" fmla="*/ 160143 w 944468"/>
                  <a:gd name="connsiteY1" fmla="*/ 32153 h 300918"/>
                  <a:gd name="connsiteX2" fmla="*/ 274443 w 944468"/>
                  <a:gd name="connsiteY2" fmla="*/ 25010 h 300918"/>
                  <a:gd name="connsiteX3" fmla="*/ 448274 w 944468"/>
                  <a:gd name="connsiteY3" fmla="*/ 22629 h 300918"/>
                  <a:gd name="connsiteX4" fmla="*/ 603055 w 944468"/>
                  <a:gd name="connsiteY4" fmla="*/ 27391 h 300918"/>
                  <a:gd name="connsiteX5" fmla="*/ 776887 w 944468"/>
                  <a:gd name="connsiteY5" fmla="*/ 29772 h 300918"/>
                  <a:gd name="connsiteX6" fmla="*/ 895056 w 944468"/>
                  <a:gd name="connsiteY6" fmla="*/ 141360 h 300918"/>
                  <a:gd name="connsiteX7" fmla="*/ 76394 w 944468"/>
                  <a:gd name="connsiteY7" fmla="*/ 136724 h 300918"/>
                  <a:gd name="connsiteX0" fmla="*/ 76394 w 944468"/>
                  <a:gd name="connsiteY0" fmla="*/ 136724 h 264385"/>
                  <a:gd name="connsiteX1" fmla="*/ 160143 w 944468"/>
                  <a:gd name="connsiteY1" fmla="*/ 32153 h 264385"/>
                  <a:gd name="connsiteX2" fmla="*/ 274443 w 944468"/>
                  <a:gd name="connsiteY2" fmla="*/ 25010 h 264385"/>
                  <a:gd name="connsiteX3" fmla="*/ 448274 w 944468"/>
                  <a:gd name="connsiteY3" fmla="*/ 22629 h 264385"/>
                  <a:gd name="connsiteX4" fmla="*/ 603055 w 944468"/>
                  <a:gd name="connsiteY4" fmla="*/ 27391 h 264385"/>
                  <a:gd name="connsiteX5" fmla="*/ 776887 w 944468"/>
                  <a:gd name="connsiteY5" fmla="*/ 29772 h 264385"/>
                  <a:gd name="connsiteX6" fmla="*/ 895056 w 944468"/>
                  <a:gd name="connsiteY6" fmla="*/ 141360 h 264385"/>
                  <a:gd name="connsiteX7" fmla="*/ 76394 w 944468"/>
                  <a:gd name="connsiteY7" fmla="*/ 136724 h 264385"/>
                  <a:gd name="connsiteX0" fmla="*/ 76394 w 944468"/>
                  <a:gd name="connsiteY0" fmla="*/ 136724 h 196870"/>
                  <a:gd name="connsiteX1" fmla="*/ 160143 w 944468"/>
                  <a:gd name="connsiteY1" fmla="*/ 32153 h 196870"/>
                  <a:gd name="connsiteX2" fmla="*/ 274443 w 944468"/>
                  <a:gd name="connsiteY2" fmla="*/ 25010 h 196870"/>
                  <a:gd name="connsiteX3" fmla="*/ 448274 w 944468"/>
                  <a:gd name="connsiteY3" fmla="*/ 22629 h 196870"/>
                  <a:gd name="connsiteX4" fmla="*/ 603055 w 944468"/>
                  <a:gd name="connsiteY4" fmla="*/ 27391 h 196870"/>
                  <a:gd name="connsiteX5" fmla="*/ 776887 w 944468"/>
                  <a:gd name="connsiteY5" fmla="*/ 29772 h 196870"/>
                  <a:gd name="connsiteX6" fmla="*/ 895056 w 944468"/>
                  <a:gd name="connsiteY6" fmla="*/ 141360 h 196870"/>
                  <a:gd name="connsiteX7" fmla="*/ 76394 w 944468"/>
                  <a:gd name="connsiteY7" fmla="*/ 136724 h 196870"/>
                  <a:gd name="connsiteX0" fmla="*/ 80454 w 948528"/>
                  <a:gd name="connsiteY0" fmla="*/ 139956 h 200102"/>
                  <a:gd name="connsiteX1" fmla="*/ 164203 w 948528"/>
                  <a:gd name="connsiteY1" fmla="*/ 35385 h 200102"/>
                  <a:gd name="connsiteX2" fmla="*/ 278503 w 948528"/>
                  <a:gd name="connsiteY2" fmla="*/ 28242 h 200102"/>
                  <a:gd name="connsiteX3" fmla="*/ 452334 w 948528"/>
                  <a:gd name="connsiteY3" fmla="*/ 25861 h 200102"/>
                  <a:gd name="connsiteX4" fmla="*/ 607115 w 948528"/>
                  <a:gd name="connsiteY4" fmla="*/ 30623 h 200102"/>
                  <a:gd name="connsiteX5" fmla="*/ 780947 w 948528"/>
                  <a:gd name="connsiteY5" fmla="*/ 33004 h 200102"/>
                  <a:gd name="connsiteX6" fmla="*/ 899116 w 948528"/>
                  <a:gd name="connsiteY6" fmla="*/ 144592 h 200102"/>
                  <a:gd name="connsiteX7" fmla="*/ 80454 w 948528"/>
                  <a:gd name="connsiteY7" fmla="*/ 139956 h 200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8528" h="200102">
                    <a:moveTo>
                      <a:pt x="80454" y="139956"/>
                    </a:moveTo>
                    <a:cubicBezTo>
                      <a:pt x="-94419" y="131280"/>
                      <a:pt x="54201" y="-82521"/>
                      <a:pt x="164203" y="35385"/>
                    </a:cubicBezTo>
                    <a:cubicBezTo>
                      <a:pt x="219766" y="21892"/>
                      <a:pt x="227703" y="-1127"/>
                      <a:pt x="278503" y="28242"/>
                    </a:cubicBezTo>
                    <a:cubicBezTo>
                      <a:pt x="332477" y="11573"/>
                      <a:pt x="381691" y="-7477"/>
                      <a:pt x="452334" y="25861"/>
                    </a:cubicBezTo>
                    <a:cubicBezTo>
                      <a:pt x="522978" y="10779"/>
                      <a:pt x="545996" y="2842"/>
                      <a:pt x="607115" y="30623"/>
                    </a:cubicBezTo>
                    <a:cubicBezTo>
                      <a:pt x="703953" y="2048"/>
                      <a:pt x="710303" y="11572"/>
                      <a:pt x="780947" y="33004"/>
                    </a:cubicBezTo>
                    <a:cubicBezTo>
                      <a:pt x="905020" y="-70239"/>
                      <a:pt x="1015865" y="126767"/>
                      <a:pt x="899116" y="144592"/>
                    </a:cubicBezTo>
                    <a:cubicBezTo>
                      <a:pt x="557866" y="201683"/>
                      <a:pt x="368323" y="235692"/>
                      <a:pt x="80454" y="13995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926E9460-A2AE-2C6D-5282-286AB2C2FD5D}"/>
                  </a:ext>
                </a:extLst>
              </p:cNvPr>
              <p:cNvSpPr/>
              <p:nvPr/>
            </p:nvSpPr>
            <p:spPr>
              <a:xfrm>
                <a:off x="3778593" y="4111641"/>
                <a:ext cx="2594675" cy="429042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331098 w 2310413"/>
                  <a:gd name="connsiteY10" fmla="*/ 392562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79525 w 2304604"/>
                  <a:gd name="connsiteY0" fmla="*/ 1784 h 496382"/>
                  <a:gd name="connsiteX1" fmla="*/ 2238173 w 2304604"/>
                  <a:gd name="connsiteY1" fmla="*/ 87980 h 496382"/>
                  <a:gd name="connsiteX2" fmla="*/ 2304604 w 2304604"/>
                  <a:gd name="connsiteY2" fmla="*/ 98377 h 496382"/>
                  <a:gd name="connsiteX3" fmla="*/ 2303102 w 2304604"/>
                  <a:gd name="connsiteY3" fmla="*/ 103213 h 496382"/>
                  <a:gd name="connsiteX4" fmla="*/ 2082428 w 2304604"/>
                  <a:gd name="connsiteY4" fmla="*/ 343202 h 496382"/>
                  <a:gd name="connsiteX5" fmla="*/ 1802234 w 2304604"/>
                  <a:gd name="connsiteY5" fmla="*/ 377333 h 496382"/>
                  <a:gd name="connsiteX6" fmla="*/ 1571252 w 2304604"/>
                  <a:gd name="connsiteY6" fmla="*/ 417814 h 496382"/>
                  <a:gd name="connsiteX7" fmla="*/ 1152152 w 2304604"/>
                  <a:gd name="connsiteY7" fmla="*/ 446389 h 496382"/>
                  <a:gd name="connsiteX8" fmla="*/ 749721 w 2304604"/>
                  <a:gd name="connsiteY8" fmla="*/ 405908 h 496382"/>
                  <a:gd name="connsiteX9" fmla="*/ 546627 w 2304604"/>
                  <a:gd name="connsiteY9" fmla="*/ 390953 h 496382"/>
                  <a:gd name="connsiteX10" fmla="*/ 325289 w 2304604"/>
                  <a:gd name="connsiteY10" fmla="*/ 392562 h 496382"/>
                  <a:gd name="connsiteX11" fmla="*/ -1 w 2304604"/>
                  <a:gd name="connsiteY11" fmla="*/ 107554 h 496382"/>
                  <a:gd name="connsiteX12" fmla="*/ 164036 w 2304604"/>
                  <a:gd name="connsiteY12" fmla="*/ 59144 h 496382"/>
                  <a:gd name="connsiteX13" fmla="*/ 879525 w 2304604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1912708 w 2242076"/>
                  <a:gd name="connsiteY4" fmla="*/ 375031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240574 w 2242076"/>
                  <a:gd name="connsiteY3" fmla="*/ 103535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151247 w 2242076"/>
                  <a:gd name="connsiteY3" fmla="*/ 95579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51247" h="496704">
                    <a:moveTo>
                      <a:pt x="816997" y="2106"/>
                    </a:moveTo>
                    <a:cubicBezTo>
                      <a:pt x="1299844" y="-8651"/>
                      <a:pt x="1686714" y="22443"/>
                      <a:pt x="2081851" y="80345"/>
                    </a:cubicBezTo>
                    <a:lnTo>
                      <a:pt x="2151247" y="95579"/>
                    </a:lnTo>
                    <a:cubicBezTo>
                      <a:pt x="2122561" y="210402"/>
                      <a:pt x="2098446" y="382421"/>
                      <a:pt x="1912708" y="375353"/>
                    </a:cubicBezTo>
                    <a:cubicBezTo>
                      <a:pt x="1824337" y="445782"/>
                      <a:pt x="1756119" y="480393"/>
                      <a:pt x="1663779" y="409484"/>
                    </a:cubicBezTo>
                    <a:cubicBezTo>
                      <a:pt x="1621446" y="460019"/>
                      <a:pt x="1530710" y="452209"/>
                      <a:pt x="1472993" y="418137"/>
                    </a:cubicBezTo>
                    <a:cubicBezTo>
                      <a:pt x="1402746" y="543550"/>
                      <a:pt x="1132883" y="491955"/>
                      <a:pt x="1089624" y="446711"/>
                    </a:cubicBezTo>
                    <a:cubicBezTo>
                      <a:pt x="1055890" y="472905"/>
                      <a:pt x="728336" y="546327"/>
                      <a:pt x="687193" y="406230"/>
                    </a:cubicBezTo>
                    <a:cubicBezTo>
                      <a:pt x="648893" y="435114"/>
                      <a:pt x="557477" y="468269"/>
                      <a:pt x="484099" y="391275"/>
                    </a:cubicBezTo>
                    <a:cubicBezTo>
                      <a:pt x="390966" y="486789"/>
                      <a:pt x="324938" y="430719"/>
                      <a:pt x="262761" y="392884"/>
                    </a:cubicBezTo>
                    <a:cubicBezTo>
                      <a:pt x="31769" y="385864"/>
                      <a:pt x="31626" y="211561"/>
                      <a:pt x="0" y="107876"/>
                    </a:cubicBezTo>
                    <a:lnTo>
                      <a:pt x="101508" y="59466"/>
                    </a:lnTo>
                    <a:cubicBezTo>
                      <a:pt x="333605" y="25315"/>
                      <a:pt x="575574" y="7484"/>
                      <a:pt x="816997" y="210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2BCCD36F-3398-BB9B-5D0E-B31574993EAB}"/>
                  </a:ext>
                </a:extLst>
              </p:cNvPr>
              <p:cNvSpPr/>
              <p:nvPr/>
            </p:nvSpPr>
            <p:spPr>
              <a:xfrm>
                <a:off x="3640266" y="3734727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solidFill>
                <a:srgbClr val="E95958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1DBC1121-790F-1D91-7A50-D5FCC26D2156}"/>
                  </a:ext>
                </a:extLst>
              </p:cNvPr>
              <p:cNvSpPr/>
              <p:nvPr/>
            </p:nvSpPr>
            <p:spPr>
              <a:xfrm rot="12291759">
                <a:off x="3622154" y="4268662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6091E0E-5EC5-47D2-06E1-1F80603723B6}"/>
                  </a:ext>
                </a:extLst>
              </p:cNvPr>
              <p:cNvSpPr/>
              <p:nvPr/>
            </p:nvSpPr>
            <p:spPr>
              <a:xfrm rot="10529348" flipH="1">
                <a:off x="6326442" y="4291521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47967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4202988-9E89-4F5E-BCF6-47A3DEE7B1C4}"/>
              </a:ext>
            </a:extLst>
          </p:cNvPr>
          <p:cNvGrpSpPr/>
          <p:nvPr/>
        </p:nvGrpSpPr>
        <p:grpSpPr>
          <a:xfrm>
            <a:off x="1742839" y="1326187"/>
            <a:ext cx="6572722" cy="5120025"/>
            <a:chOff x="6827043" y="1537240"/>
            <a:chExt cx="1309688" cy="1020222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881DC41-B3A1-4B31-9813-AF1F42EEB646}"/>
                </a:ext>
              </a:extLst>
            </p:cNvPr>
            <p:cNvSpPr/>
            <p:nvPr/>
          </p:nvSpPr>
          <p:spPr>
            <a:xfrm>
              <a:off x="6991350" y="1800426"/>
              <a:ext cx="938213" cy="536096"/>
            </a:xfrm>
            <a:prstGeom prst="ellipse">
              <a:avLst/>
            </a:prstGeom>
            <a:solidFill>
              <a:srgbClr val="252B2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B798435-BBB6-452A-B541-FA374F7FE8F0}"/>
                </a:ext>
              </a:extLst>
            </p:cNvPr>
            <p:cNvSpPr/>
            <p:nvPr/>
          </p:nvSpPr>
          <p:spPr>
            <a:xfrm rot="673380">
              <a:off x="7481293" y="2102935"/>
              <a:ext cx="45719" cy="126938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0F1F07A-ECBC-4E2D-AD95-3EB43AFD13BE}"/>
                </a:ext>
              </a:extLst>
            </p:cNvPr>
            <p:cNvSpPr/>
            <p:nvPr/>
          </p:nvSpPr>
          <p:spPr>
            <a:xfrm>
              <a:off x="7293063" y="2099699"/>
              <a:ext cx="16182" cy="129150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84E44CA-6A36-4D08-A9E9-DF5907D8DC9E}"/>
                </a:ext>
              </a:extLst>
            </p:cNvPr>
            <p:cNvSpPr/>
            <p:nvPr/>
          </p:nvSpPr>
          <p:spPr>
            <a:xfrm>
              <a:off x="7690731" y="2095440"/>
              <a:ext cx="16182" cy="133409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3D32654-FB32-4CF1-8759-ECE5F63CA074}"/>
                </a:ext>
              </a:extLst>
            </p:cNvPr>
            <p:cNvSpPr/>
            <p:nvPr/>
          </p:nvSpPr>
          <p:spPr>
            <a:xfrm rot="673380">
              <a:off x="7379368" y="2098675"/>
              <a:ext cx="45719" cy="126938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14B7391-7172-4C3D-A45D-46022E2DFBA1}"/>
                </a:ext>
              </a:extLst>
            </p:cNvPr>
            <p:cNvSpPr/>
            <p:nvPr/>
          </p:nvSpPr>
          <p:spPr>
            <a:xfrm rot="20278374" flipH="1">
              <a:off x="7576112" y="2104803"/>
              <a:ext cx="45589" cy="107714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Rectangle 49">
              <a:extLst>
                <a:ext uri="{FF2B5EF4-FFF2-40B4-BE49-F238E27FC236}">
                  <a16:creationId xmlns:a16="http://schemas.microsoft.com/office/drawing/2014/main" id="{9F411EF9-568F-4D61-BAEA-1CAE1A02E88B}"/>
                </a:ext>
              </a:extLst>
            </p:cNvPr>
            <p:cNvSpPr/>
            <p:nvPr/>
          </p:nvSpPr>
          <p:spPr>
            <a:xfrm>
              <a:off x="7069931" y="1771649"/>
              <a:ext cx="864394" cy="386587"/>
            </a:xfrm>
            <a:custGeom>
              <a:avLst/>
              <a:gdLst>
                <a:gd name="connsiteX0" fmla="*/ 0 w 864394"/>
                <a:gd name="connsiteY0" fmla="*/ 0 h 350334"/>
                <a:gd name="connsiteX1" fmla="*/ 864394 w 864394"/>
                <a:gd name="connsiteY1" fmla="*/ 0 h 350334"/>
                <a:gd name="connsiteX2" fmla="*/ 864394 w 864394"/>
                <a:gd name="connsiteY2" fmla="*/ 350334 h 350334"/>
                <a:gd name="connsiteX3" fmla="*/ 0 w 864394"/>
                <a:gd name="connsiteY3" fmla="*/ 350334 h 350334"/>
                <a:gd name="connsiteX4" fmla="*/ 0 w 864394"/>
                <a:gd name="connsiteY4" fmla="*/ 0 h 350334"/>
                <a:gd name="connsiteX0" fmla="*/ 0 w 864394"/>
                <a:gd name="connsiteY0" fmla="*/ 0 h 350334"/>
                <a:gd name="connsiteX1" fmla="*/ 864394 w 864394"/>
                <a:gd name="connsiteY1" fmla="*/ 0 h 350334"/>
                <a:gd name="connsiteX2" fmla="*/ 864394 w 864394"/>
                <a:gd name="connsiteY2" fmla="*/ 350334 h 350334"/>
                <a:gd name="connsiteX3" fmla="*/ 194469 w 864394"/>
                <a:gd name="connsiteY3" fmla="*/ 333375 h 350334"/>
                <a:gd name="connsiteX4" fmla="*/ 0 w 864394"/>
                <a:gd name="connsiteY4" fmla="*/ 350334 h 350334"/>
                <a:gd name="connsiteX5" fmla="*/ 0 w 864394"/>
                <a:gd name="connsiteY5" fmla="*/ 0 h 350334"/>
                <a:gd name="connsiteX0" fmla="*/ 0 w 864394"/>
                <a:gd name="connsiteY0" fmla="*/ 0 h 370592"/>
                <a:gd name="connsiteX1" fmla="*/ 864394 w 864394"/>
                <a:gd name="connsiteY1" fmla="*/ 0 h 370592"/>
                <a:gd name="connsiteX2" fmla="*/ 864394 w 864394"/>
                <a:gd name="connsiteY2" fmla="*/ 350334 h 370592"/>
                <a:gd name="connsiteX3" fmla="*/ 435769 w 864394"/>
                <a:gd name="connsiteY3" fmla="*/ 327025 h 370592"/>
                <a:gd name="connsiteX4" fmla="*/ 194469 w 864394"/>
                <a:gd name="connsiteY4" fmla="*/ 333375 h 370592"/>
                <a:gd name="connsiteX5" fmla="*/ 0 w 864394"/>
                <a:gd name="connsiteY5" fmla="*/ 350334 h 370592"/>
                <a:gd name="connsiteX6" fmla="*/ 0 w 864394"/>
                <a:gd name="connsiteY6" fmla="*/ 0 h 370592"/>
                <a:gd name="connsiteX0" fmla="*/ 0 w 864394"/>
                <a:gd name="connsiteY0" fmla="*/ 0 h 374689"/>
                <a:gd name="connsiteX1" fmla="*/ 864394 w 864394"/>
                <a:gd name="connsiteY1" fmla="*/ 0 h 374689"/>
                <a:gd name="connsiteX2" fmla="*/ 864394 w 864394"/>
                <a:gd name="connsiteY2" fmla="*/ 350334 h 374689"/>
                <a:gd name="connsiteX3" fmla="*/ 654844 w 864394"/>
                <a:gd name="connsiteY3" fmla="*/ 339725 h 374689"/>
                <a:gd name="connsiteX4" fmla="*/ 435769 w 864394"/>
                <a:gd name="connsiteY4" fmla="*/ 327025 h 374689"/>
                <a:gd name="connsiteX5" fmla="*/ 194469 w 864394"/>
                <a:gd name="connsiteY5" fmla="*/ 333375 h 374689"/>
                <a:gd name="connsiteX6" fmla="*/ 0 w 864394"/>
                <a:gd name="connsiteY6" fmla="*/ 350334 h 374689"/>
                <a:gd name="connsiteX7" fmla="*/ 0 w 864394"/>
                <a:gd name="connsiteY7" fmla="*/ 0 h 374689"/>
                <a:gd name="connsiteX0" fmla="*/ 0 w 864394"/>
                <a:gd name="connsiteY0" fmla="*/ 0 h 350334"/>
                <a:gd name="connsiteX1" fmla="*/ 864394 w 864394"/>
                <a:gd name="connsiteY1" fmla="*/ 0 h 350334"/>
                <a:gd name="connsiteX2" fmla="*/ 654844 w 864394"/>
                <a:gd name="connsiteY2" fmla="*/ 339725 h 350334"/>
                <a:gd name="connsiteX3" fmla="*/ 435769 w 864394"/>
                <a:gd name="connsiteY3" fmla="*/ 327025 h 350334"/>
                <a:gd name="connsiteX4" fmla="*/ 194469 w 864394"/>
                <a:gd name="connsiteY4" fmla="*/ 333375 h 350334"/>
                <a:gd name="connsiteX5" fmla="*/ 0 w 864394"/>
                <a:gd name="connsiteY5" fmla="*/ 350334 h 350334"/>
                <a:gd name="connsiteX6" fmla="*/ 0 w 864394"/>
                <a:gd name="connsiteY6" fmla="*/ 0 h 350334"/>
                <a:gd name="connsiteX0" fmla="*/ 0 w 864394"/>
                <a:gd name="connsiteY0" fmla="*/ 0 h 339725"/>
                <a:gd name="connsiteX1" fmla="*/ 864394 w 864394"/>
                <a:gd name="connsiteY1" fmla="*/ 0 h 339725"/>
                <a:gd name="connsiteX2" fmla="*/ 654844 w 864394"/>
                <a:gd name="connsiteY2" fmla="*/ 339725 h 339725"/>
                <a:gd name="connsiteX3" fmla="*/ 435769 w 864394"/>
                <a:gd name="connsiteY3" fmla="*/ 327025 h 339725"/>
                <a:gd name="connsiteX4" fmla="*/ 194469 w 864394"/>
                <a:gd name="connsiteY4" fmla="*/ 333375 h 339725"/>
                <a:gd name="connsiteX5" fmla="*/ 0 w 864394"/>
                <a:gd name="connsiteY5" fmla="*/ 0 h 339725"/>
                <a:gd name="connsiteX0" fmla="*/ 0 w 864394"/>
                <a:gd name="connsiteY0" fmla="*/ 0 h 347373"/>
                <a:gd name="connsiteX1" fmla="*/ 864394 w 864394"/>
                <a:gd name="connsiteY1" fmla="*/ 0 h 347373"/>
                <a:gd name="connsiteX2" fmla="*/ 654844 w 864394"/>
                <a:gd name="connsiteY2" fmla="*/ 339725 h 347373"/>
                <a:gd name="connsiteX3" fmla="*/ 435769 w 864394"/>
                <a:gd name="connsiteY3" fmla="*/ 327025 h 347373"/>
                <a:gd name="connsiteX4" fmla="*/ 194469 w 864394"/>
                <a:gd name="connsiteY4" fmla="*/ 333375 h 347373"/>
                <a:gd name="connsiteX5" fmla="*/ 0 w 864394"/>
                <a:gd name="connsiteY5" fmla="*/ 0 h 347373"/>
                <a:gd name="connsiteX0" fmla="*/ 0 w 864394"/>
                <a:gd name="connsiteY0" fmla="*/ 0 h 347373"/>
                <a:gd name="connsiteX1" fmla="*/ 864394 w 864394"/>
                <a:gd name="connsiteY1" fmla="*/ 0 h 347373"/>
                <a:gd name="connsiteX2" fmla="*/ 654844 w 864394"/>
                <a:gd name="connsiteY2" fmla="*/ 339725 h 347373"/>
                <a:gd name="connsiteX3" fmla="*/ 435769 w 864394"/>
                <a:gd name="connsiteY3" fmla="*/ 327025 h 347373"/>
                <a:gd name="connsiteX4" fmla="*/ 194469 w 864394"/>
                <a:gd name="connsiteY4" fmla="*/ 333375 h 347373"/>
                <a:gd name="connsiteX5" fmla="*/ 0 w 864394"/>
                <a:gd name="connsiteY5" fmla="*/ 0 h 347373"/>
                <a:gd name="connsiteX0" fmla="*/ 0 w 864394"/>
                <a:gd name="connsiteY0" fmla="*/ 0 h 347373"/>
                <a:gd name="connsiteX1" fmla="*/ 864394 w 864394"/>
                <a:gd name="connsiteY1" fmla="*/ 0 h 347373"/>
                <a:gd name="connsiteX2" fmla="*/ 654844 w 864394"/>
                <a:gd name="connsiteY2" fmla="*/ 339725 h 347373"/>
                <a:gd name="connsiteX3" fmla="*/ 435769 w 864394"/>
                <a:gd name="connsiteY3" fmla="*/ 327025 h 347373"/>
                <a:gd name="connsiteX4" fmla="*/ 194469 w 864394"/>
                <a:gd name="connsiteY4" fmla="*/ 333375 h 347373"/>
                <a:gd name="connsiteX5" fmla="*/ 0 w 864394"/>
                <a:gd name="connsiteY5" fmla="*/ 0 h 347373"/>
                <a:gd name="connsiteX0" fmla="*/ 0 w 864394"/>
                <a:gd name="connsiteY0" fmla="*/ 0 h 347373"/>
                <a:gd name="connsiteX1" fmla="*/ 864394 w 864394"/>
                <a:gd name="connsiteY1" fmla="*/ 0 h 347373"/>
                <a:gd name="connsiteX2" fmla="*/ 654844 w 864394"/>
                <a:gd name="connsiteY2" fmla="*/ 339725 h 347373"/>
                <a:gd name="connsiteX3" fmla="*/ 435769 w 864394"/>
                <a:gd name="connsiteY3" fmla="*/ 327025 h 347373"/>
                <a:gd name="connsiteX4" fmla="*/ 194469 w 864394"/>
                <a:gd name="connsiteY4" fmla="*/ 333375 h 347373"/>
                <a:gd name="connsiteX5" fmla="*/ 0 w 864394"/>
                <a:gd name="connsiteY5" fmla="*/ 0 h 347373"/>
                <a:gd name="connsiteX0" fmla="*/ 0 w 864394"/>
                <a:gd name="connsiteY0" fmla="*/ 0 h 347373"/>
                <a:gd name="connsiteX1" fmla="*/ 864394 w 864394"/>
                <a:gd name="connsiteY1" fmla="*/ 0 h 347373"/>
                <a:gd name="connsiteX2" fmla="*/ 654844 w 864394"/>
                <a:gd name="connsiteY2" fmla="*/ 339725 h 347373"/>
                <a:gd name="connsiteX3" fmla="*/ 435769 w 864394"/>
                <a:gd name="connsiteY3" fmla="*/ 327025 h 347373"/>
                <a:gd name="connsiteX4" fmla="*/ 194469 w 864394"/>
                <a:gd name="connsiteY4" fmla="*/ 333375 h 347373"/>
                <a:gd name="connsiteX5" fmla="*/ 0 w 864394"/>
                <a:gd name="connsiteY5" fmla="*/ 0 h 347373"/>
                <a:gd name="connsiteX0" fmla="*/ 0 w 864394"/>
                <a:gd name="connsiteY0" fmla="*/ 0 h 347373"/>
                <a:gd name="connsiteX1" fmla="*/ 864394 w 864394"/>
                <a:gd name="connsiteY1" fmla="*/ 0 h 347373"/>
                <a:gd name="connsiteX2" fmla="*/ 654844 w 864394"/>
                <a:gd name="connsiteY2" fmla="*/ 339725 h 347373"/>
                <a:gd name="connsiteX3" fmla="*/ 435769 w 864394"/>
                <a:gd name="connsiteY3" fmla="*/ 327025 h 347373"/>
                <a:gd name="connsiteX4" fmla="*/ 194469 w 864394"/>
                <a:gd name="connsiteY4" fmla="*/ 333375 h 347373"/>
                <a:gd name="connsiteX5" fmla="*/ 0 w 864394"/>
                <a:gd name="connsiteY5" fmla="*/ 0 h 347373"/>
                <a:gd name="connsiteX0" fmla="*/ 0 w 864394"/>
                <a:gd name="connsiteY0" fmla="*/ 0 h 347373"/>
                <a:gd name="connsiteX1" fmla="*/ 864394 w 864394"/>
                <a:gd name="connsiteY1" fmla="*/ 0 h 347373"/>
                <a:gd name="connsiteX2" fmla="*/ 654844 w 864394"/>
                <a:gd name="connsiteY2" fmla="*/ 330200 h 347373"/>
                <a:gd name="connsiteX3" fmla="*/ 435769 w 864394"/>
                <a:gd name="connsiteY3" fmla="*/ 327025 h 347373"/>
                <a:gd name="connsiteX4" fmla="*/ 194469 w 864394"/>
                <a:gd name="connsiteY4" fmla="*/ 333375 h 347373"/>
                <a:gd name="connsiteX5" fmla="*/ 0 w 864394"/>
                <a:gd name="connsiteY5" fmla="*/ 0 h 347373"/>
                <a:gd name="connsiteX0" fmla="*/ 0 w 864394"/>
                <a:gd name="connsiteY0" fmla="*/ 0 h 347373"/>
                <a:gd name="connsiteX1" fmla="*/ 864394 w 864394"/>
                <a:gd name="connsiteY1" fmla="*/ 0 h 347373"/>
                <a:gd name="connsiteX2" fmla="*/ 654844 w 864394"/>
                <a:gd name="connsiteY2" fmla="*/ 330200 h 347373"/>
                <a:gd name="connsiteX3" fmla="*/ 435769 w 864394"/>
                <a:gd name="connsiteY3" fmla="*/ 327025 h 347373"/>
                <a:gd name="connsiteX4" fmla="*/ 194469 w 864394"/>
                <a:gd name="connsiteY4" fmla="*/ 333375 h 347373"/>
                <a:gd name="connsiteX5" fmla="*/ 0 w 864394"/>
                <a:gd name="connsiteY5" fmla="*/ 0 h 347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4394" h="347373">
                  <a:moveTo>
                    <a:pt x="0" y="0"/>
                  </a:moveTo>
                  <a:lnTo>
                    <a:pt x="864394" y="0"/>
                  </a:lnTo>
                  <a:cubicBezTo>
                    <a:pt x="794544" y="113242"/>
                    <a:pt x="940594" y="385233"/>
                    <a:pt x="654844" y="330200"/>
                  </a:cubicBezTo>
                  <a:cubicBezTo>
                    <a:pt x="578644" y="338667"/>
                    <a:pt x="518319" y="340783"/>
                    <a:pt x="435769" y="327025"/>
                  </a:cubicBezTo>
                  <a:cubicBezTo>
                    <a:pt x="348986" y="338667"/>
                    <a:pt x="274902" y="340783"/>
                    <a:pt x="194469" y="333375"/>
                  </a:cubicBezTo>
                  <a:cubicBezTo>
                    <a:pt x="-73554" y="415925"/>
                    <a:pt x="64823" y="111125"/>
                    <a:pt x="0" y="0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CB039F9-CDD8-429C-AE8C-73674C47EDEC}"/>
                </a:ext>
              </a:extLst>
            </p:cNvPr>
            <p:cNvSpPr/>
            <p:nvPr/>
          </p:nvSpPr>
          <p:spPr>
            <a:xfrm>
              <a:off x="7460922" y="1801158"/>
              <a:ext cx="61352" cy="403593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D5B3A32-4A35-47EE-B472-2FEA4A33D007}"/>
                </a:ext>
              </a:extLst>
            </p:cNvPr>
            <p:cNvSpPr/>
            <p:nvPr/>
          </p:nvSpPr>
          <p:spPr>
            <a:xfrm>
              <a:off x="7223325" y="1864518"/>
              <a:ext cx="108825" cy="364330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A1CC95D-D7D7-4D3A-A60C-732B935B29A5}"/>
                </a:ext>
              </a:extLst>
            </p:cNvPr>
            <p:cNvSpPr/>
            <p:nvPr/>
          </p:nvSpPr>
          <p:spPr>
            <a:xfrm flipH="1">
              <a:off x="7679891" y="1835944"/>
              <a:ext cx="91073" cy="368807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DC65C89-74FD-47D6-B6D6-23E0C5A23654}"/>
                </a:ext>
              </a:extLst>
            </p:cNvPr>
            <p:cNvSpPr/>
            <p:nvPr/>
          </p:nvSpPr>
          <p:spPr>
            <a:xfrm>
              <a:off x="6827043" y="1537240"/>
              <a:ext cx="1309688" cy="1020222"/>
            </a:xfrm>
            <a:custGeom>
              <a:avLst/>
              <a:gdLst>
                <a:gd name="connsiteX0" fmla="*/ 871448 w 1309688"/>
                <a:gd name="connsiteY0" fmla="*/ 428 h 1020222"/>
                <a:gd name="connsiteX1" fmla="*/ 1309688 w 1309688"/>
                <a:gd name="connsiteY1" fmla="*/ 517343 h 1020222"/>
                <a:gd name="connsiteX2" fmla="*/ 0 w 1309688"/>
                <a:gd name="connsiteY2" fmla="*/ 507818 h 1020222"/>
                <a:gd name="connsiteX3" fmla="*/ 676275 w 1309688"/>
                <a:gd name="connsiteY3" fmla="*/ 69668 h 1020222"/>
                <a:gd name="connsiteX4" fmla="*/ 871448 w 1309688"/>
                <a:gd name="connsiteY4" fmla="*/ 428 h 1020222"/>
                <a:gd name="connsiteX5" fmla="*/ 645758 w 1309688"/>
                <a:gd name="connsiteY5" fmla="*/ 291727 h 1020222"/>
                <a:gd name="connsiteX6" fmla="*/ 307323 w 1309688"/>
                <a:gd name="connsiteY6" fmla="*/ 540865 h 1020222"/>
                <a:gd name="connsiteX7" fmla="*/ 1007410 w 1309688"/>
                <a:gd name="connsiteY7" fmla="*/ 540865 h 1020222"/>
                <a:gd name="connsiteX8" fmla="*/ 645758 w 1309688"/>
                <a:gd name="connsiteY8" fmla="*/ 291727 h 1020222"/>
                <a:gd name="connsiteX0" fmla="*/ 871448 w 1309688"/>
                <a:gd name="connsiteY0" fmla="*/ 428 h 1020222"/>
                <a:gd name="connsiteX1" fmla="*/ 1309688 w 1309688"/>
                <a:gd name="connsiteY1" fmla="*/ 517343 h 1020222"/>
                <a:gd name="connsiteX2" fmla="*/ 0 w 1309688"/>
                <a:gd name="connsiteY2" fmla="*/ 507818 h 1020222"/>
                <a:gd name="connsiteX3" fmla="*/ 676275 w 1309688"/>
                <a:gd name="connsiteY3" fmla="*/ 69668 h 1020222"/>
                <a:gd name="connsiteX4" fmla="*/ 871448 w 1309688"/>
                <a:gd name="connsiteY4" fmla="*/ 428 h 1020222"/>
                <a:gd name="connsiteX5" fmla="*/ 645758 w 1309688"/>
                <a:gd name="connsiteY5" fmla="*/ 291727 h 1020222"/>
                <a:gd name="connsiteX6" fmla="*/ 307323 w 1309688"/>
                <a:gd name="connsiteY6" fmla="*/ 540865 h 1020222"/>
                <a:gd name="connsiteX7" fmla="*/ 1007410 w 1309688"/>
                <a:gd name="connsiteY7" fmla="*/ 540865 h 1020222"/>
                <a:gd name="connsiteX8" fmla="*/ 645758 w 1309688"/>
                <a:gd name="connsiteY8" fmla="*/ 291727 h 1020222"/>
                <a:gd name="connsiteX0" fmla="*/ 871448 w 1309688"/>
                <a:gd name="connsiteY0" fmla="*/ 428 h 1020222"/>
                <a:gd name="connsiteX1" fmla="*/ 1309688 w 1309688"/>
                <a:gd name="connsiteY1" fmla="*/ 517343 h 1020222"/>
                <a:gd name="connsiteX2" fmla="*/ 0 w 1309688"/>
                <a:gd name="connsiteY2" fmla="*/ 507818 h 1020222"/>
                <a:gd name="connsiteX3" fmla="*/ 676275 w 1309688"/>
                <a:gd name="connsiteY3" fmla="*/ 69668 h 1020222"/>
                <a:gd name="connsiteX4" fmla="*/ 871448 w 1309688"/>
                <a:gd name="connsiteY4" fmla="*/ 428 h 1020222"/>
                <a:gd name="connsiteX5" fmla="*/ 645758 w 1309688"/>
                <a:gd name="connsiteY5" fmla="*/ 291727 h 1020222"/>
                <a:gd name="connsiteX6" fmla="*/ 307323 w 1309688"/>
                <a:gd name="connsiteY6" fmla="*/ 540865 h 1020222"/>
                <a:gd name="connsiteX7" fmla="*/ 1007410 w 1309688"/>
                <a:gd name="connsiteY7" fmla="*/ 540865 h 1020222"/>
                <a:gd name="connsiteX8" fmla="*/ 645758 w 1309688"/>
                <a:gd name="connsiteY8" fmla="*/ 291727 h 1020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09688" h="1020222">
                  <a:moveTo>
                    <a:pt x="871448" y="428"/>
                  </a:moveTo>
                  <a:cubicBezTo>
                    <a:pt x="1122982" y="16319"/>
                    <a:pt x="1247775" y="469618"/>
                    <a:pt x="1309688" y="517343"/>
                  </a:cubicBezTo>
                  <a:cubicBezTo>
                    <a:pt x="1050926" y="1223780"/>
                    <a:pt x="173038" y="1153930"/>
                    <a:pt x="0" y="507818"/>
                  </a:cubicBezTo>
                  <a:cubicBezTo>
                    <a:pt x="41275" y="463367"/>
                    <a:pt x="239713" y="-209731"/>
                    <a:pt x="676275" y="69668"/>
                  </a:cubicBezTo>
                  <a:cubicBezTo>
                    <a:pt x="748606" y="16387"/>
                    <a:pt x="813402" y="-3239"/>
                    <a:pt x="871448" y="428"/>
                  </a:cubicBezTo>
                  <a:close/>
                  <a:moveTo>
                    <a:pt x="645758" y="291727"/>
                  </a:moveTo>
                  <a:cubicBezTo>
                    <a:pt x="457937" y="299764"/>
                    <a:pt x="273985" y="390847"/>
                    <a:pt x="307323" y="540865"/>
                  </a:cubicBezTo>
                  <a:cubicBezTo>
                    <a:pt x="334266" y="648434"/>
                    <a:pt x="917589" y="642255"/>
                    <a:pt x="1007410" y="540865"/>
                  </a:cubicBezTo>
                  <a:cubicBezTo>
                    <a:pt x="1025269" y="358699"/>
                    <a:pt x="833579" y="283690"/>
                    <a:pt x="645758" y="291727"/>
                  </a:cubicBezTo>
                  <a:close/>
                </a:path>
              </a:pathLst>
            </a:custGeom>
            <a:solidFill>
              <a:srgbClr val="E9595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04DCA38-EC6C-44F6-BE05-BC5A85B24F1C}"/>
                </a:ext>
              </a:extLst>
            </p:cNvPr>
            <p:cNvSpPr/>
            <p:nvPr/>
          </p:nvSpPr>
          <p:spPr>
            <a:xfrm rot="21155171" flipH="1" flipV="1">
              <a:off x="6828966" y="2032137"/>
              <a:ext cx="309212" cy="76645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2380 h 135210"/>
                <a:gd name="connsiteX1" fmla="*/ 791570 w 791570"/>
                <a:gd name="connsiteY1" fmla="*/ 135210 h 135210"/>
                <a:gd name="connsiteX2" fmla="*/ 791570 w 791570"/>
                <a:gd name="connsiteY2" fmla="*/ 135210 h 13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5210">
                  <a:moveTo>
                    <a:pt x="0" y="12380"/>
                  </a:moveTo>
                  <a:cubicBezTo>
                    <a:pt x="272941" y="-34286"/>
                    <a:pt x="527713" y="60734"/>
                    <a:pt x="791570" y="135210"/>
                  </a:cubicBezTo>
                  <a:lnTo>
                    <a:pt x="791570" y="135210"/>
                  </a:lnTo>
                </a:path>
              </a:pathLst>
            </a:cu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C6BB4BE-C375-4670-B447-F921EF5518DE}"/>
                </a:ext>
              </a:extLst>
            </p:cNvPr>
            <p:cNvSpPr/>
            <p:nvPr/>
          </p:nvSpPr>
          <p:spPr>
            <a:xfrm rot="516648" flipV="1">
              <a:off x="7833401" y="2037531"/>
              <a:ext cx="301634" cy="61886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53557">
                  <a:moveTo>
                    <a:pt x="0" y="30727"/>
                  </a:moveTo>
                  <a:cubicBezTo>
                    <a:pt x="324326" y="-62463"/>
                    <a:pt x="527713" y="79081"/>
                    <a:pt x="791570" y="153557"/>
                  </a:cubicBezTo>
                  <a:lnTo>
                    <a:pt x="791570" y="153557"/>
                  </a:lnTo>
                </a:path>
              </a:pathLst>
            </a:cu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67EFC1D4-CEA3-8A34-243B-24B2796A92C3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835011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EFC1D4-CEA3-8A34-243B-24B2796A92C3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G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3E704CB-C50E-C4D1-37B4-618C2D04A1D0}"/>
              </a:ext>
            </a:extLst>
          </p:cNvPr>
          <p:cNvGrpSpPr/>
          <p:nvPr/>
        </p:nvGrpSpPr>
        <p:grpSpPr>
          <a:xfrm>
            <a:off x="1947708" y="2123268"/>
            <a:ext cx="6874711" cy="3868429"/>
            <a:chOff x="3381537" y="3721472"/>
            <a:chExt cx="2864580" cy="1611911"/>
          </a:xfrm>
        </p:grpSpPr>
        <p:sp>
          <p:nvSpPr>
            <p:cNvPr id="5" name="Rectangle 21">
              <a:extLst>
                <a:ext uri="{FF2B5EF4-FFF2-40B4-BE49-F238E27FC236}">
                  <a16:creationId xmlns:a16="http://schemas.microsoft.com/office/drawing/2014/main" id="{7E8CF6BD-E07C-4A61-6BBD-2F162063CF3B}"/>
                </a:ext>
              </a:extLst>
            </p:cNvPr>
            <p:cNvSpPr/>
            <p:nvPr/>
          </p:nvSpPr>
          <p:spPr>
            <a:xfrm>
              <a:off x="3422522" y="4179129"/>
              <a:ext cx="2743200" cy="787987"/>
            </a:xfrm>
            <a:custGeom>
              <a:avLst/>
              <a:gdLst>
                <a:gd name="connsiteX0" fmla="*/ 0 w 2197290"/>
                <a:gd name="connsiteY0" fmla="*/ 0 h 750627"/>
                <a:gd name="connsiteX1" fmla="*/ 2197290 w 2197290"/>
                <a:gd name="connsiteY1" fmla="*/ 0 h 750627"/>
                <a:gd name="connsiteX2" fmla="*/ 2197290 w 2197290"/>
                <a:gd name="connsiteY2" fmla="*/ 750627 h 750627"/>
                <a:gd name="connsiteX3" fmla="*/ 0 w 2197290"/>
                <a:gd name="connsiteY3" fmla="*/ 750627 h 750627"/>
                <a:gd name="connsiteX4" fmla="*/ 0 w 2197290"/>
                <a:gd name="connsiteY4" fmla="*/ 0 h 750627"/>
                <a:gd name="connsiteX0" fmla="*/ 0 w 2197290"/>
                <a:gd name="connsiteY0" fmla="*/ 177042 h 927669"/>
                <a:gd name="connsiteX1" fmla="*/ 1076278 w 2197290"/>
                <a:gd name="connsiteY1" fmla="*/ 0 h 927669"/>
                <a:gd name="connsiteX2" fmla="*/ 2197290 w 2197290"/>
                <a:gd name="connsiteY2" fmla="*/ 177042 h 927669"/>
                <a:gd name="connsiteX3" fmla="*/ 2197290 w 2197290"/>
                <a:gd name="connsiteY3" fmla="*/ 927669 h 927669"/>
                <a:gd name="connsiteX4" fmla="*/ 0 w 2197290"/>
                <a:gd name="connsiteY4" fmla="*/ 927669 h 927669"/>
                <a:gd name="connsiteX5" fmla="*/ 0 w 2197290"/>
                <a:gd name="connsiteY5" fmla="*/ 177042 h 927669"/>
                <a:gd name="connsiteX0" fmla="*/ 0 w 2540190"/>
                <a:gd name="connsiteY0" fmla="*/ 177042 h 927669"/>
                <a:gd name="connsiteX1" fmla="*/ 1076278 w 2540190"/>
                <a:gd name="connsiteY1" fmla="*/ 0 h 927669"/>
                <a:gd name="connsiteX2" fmla="*/ 2540190 w 2540190"/>
                <a:gd name="connsiteY2" fmla="*/ 481842 h 927669"/>
                <a:gd name="connsiteX3" fmla="*/ 2197290 w 2540190"/>
                <a:gd name="connsiteY3" fmla="*/ 927669 h 927669"/>
                <a:gd name="connsiteX4" fmla="*/ 0 w 2540190"/>
                <a:gd name="connsiteY4" fmla="*/ 927669 h 927669"/>
                <a:gd name="connsiteX5" fmla="*/ 0 w 2540190"/>
                <a:gd name="connsiteY5" fmla="*/ 1770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266700 w 2806890"/>
                <a:gd name="connsiteY4" fmla="*/ 927669 h 927669"/>
                <a:gd name="connsiteX5" fmla="*/ 0 w 2806890"/>
                <a:gd name="connsiteY5" fmla="*/ 4691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0 w 2806890"/>
                <a:gd name="connsiteY4" fmla="*/ 469142 h 927669"/>
                <a:gd name="connsiteX0" fmla="*/ 0 w 2806890"/>
                <a:gd name="connsiteY0" fmla="*/ 469142 h 481842"/>
                <a:gd name="connsiteX1" fmla="*/ 1342978 w 2806890"/>
                <a:gd name="connsiteY1" fmla="*/ 0 h 481842"/>
                <a:gd name="connsiteX2" fmla="*/ 2806890 w 2806890"/>
                <a:gd name="connsiteY2" fmla="*/ 481842 h 481842"/>
                <a:gd name="connsiteX3" fmla="*/ 0 w 2806890"/>
                <a:gd name="connsiteY3" fmla="*/ 469142 h 481842"/>
                <a:gd name="connsiteX0" fmla="*/ 0 w 2806890"/>
                <a:gd name="connsiteY0" fmla="*/ 534591 h 547291"/>
                <a:gd name="connsiteX1" fmla="*/ 1342978 w 2806890"/>
                <a:gd name="connsiteY1" fmla="*/ 65449 h 547291"/>
                <a:gd name="connsiteX2" fmla="*/ 2806890 w 2806890"/>
                <a:gd name="connsiteY2" fmla="*/ 547291 h 547291"/>
                <a:gd name="connsiteX3" fmla="*/ 0 w 2806890"/>
                <a:gd name="connsiteY3" fmla="*/ 534591 h 547291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37691 h 550391"/>
                <a:gd name="connsiteX1" fmla="*/ 1342978 w 2806890"/>
                <a:gd name="connsiteY1" fmla="*/ 68549 h 550391"/>
                <a:gd name="connsiteX2" fmla="*/ 2806890 w 2806890"/>
                <a:gd name="connsiteY2" fmla="*/ 550391 h 550391"/>
                <a:gd name="connsiteX3" fmla="*/ 0 w 2806890"/>
                <a:gd name="connsiteY3" fmla="*/ 537691 h 550391"/>
                <a:gd name="connsiteX0" fmla="*/ 0 w 2806890"/>
                <a:gd name="connsiteY0" fmla="*/ 528404 h 541104"/>
                <a:gd name="connsiteX1" fmla="*/ 1342978 w 2806890"/>
                <a:gd name="connsiteY1" fmla="*/ 59262 h 541104"/>
                <a:gd name="connsiteX2" fmla="*/ 2806890 w 2806890"/>
                <a:gd name="connsiteY2" fmla="*/ 541104 h 541104"/>
                <a:gd name="connsiteX3" fmla="*/ 0 w 2806890"/>
                <a:gd name="connsiteY3" fmla="*/ 528404 h 541104"/>
                <a:gd name="connsiteX0" fmla="*/ 0 w 2806890"/>
                <a:gd name="connsiteY0" fmla="*/ 537470 h 550170"/>
                <a:gd name="connsiteX1" fmla="*/ 1342978 w 2806890"/>
                <a:gd name="connsiteY1" fmla="*/ 68328 h 550170"/>
                <a:gd name="connsiteX2" fmla="*/ 2806890 w 2806890"/>
                <a:gd name="connsiteY2" fmla="*/ 550170 h 550170"/>
                <a:gd name="connsiteX3" fmla="*/ 0 w 2806890"/>
                <a:gd name="connsiteY3" fmla="*/ 537470 h 550170"/>
                <a:gd name="connsiteX0" fmla="*/ 0 w 2844990"/>
                <a:gd name="connsiteY0" fmla="*/ 514854 h 552954"/>
                <a:gd name="connsiteX1" fmla="*/ 1381078 w 2844990"/>
                <a:gd name="connsiteY1" fmla="*/ 71112 h 552954"/>
                <a:gd name="connsiteX2" fmla="*/ 2844990 w 2844990"/>
                <a:gd name="connsiteY2" fmla="*/ 552954 h 552954"/>
                <a:gd name="connsiteX3" fmla="*/ 0 w 2844990"/>
                <a:gd name="connsiteY3" fmla="*/ 514854 h 552954"/>
                <a:gd name="connsiteX0" fmla="*/ 0 w 2844990"/>
                <a:gd name="connsiteY0" fmla="*/ 504929 h 543029"/>
                <a:gd name="connsiteX1" fmla="*/ 1381078 w 2844990"/>
                <a:gd name="connsiteY1" fmla="*/ 61187 h 543029"/>
                <a:gd name="connsiteX2" fmla="*/ 2844990 w 2844990"/>
                <a:gd name="connsiteY2" fmla="*/ 543029 h 543029"/>
                <a:gd name="connsiteX3" fmla="*/ 0 w 2844990"/>
                <a:gd name="connsiteY3" fmla="*/ 504929 h 543029"/>
                <a:gd name="connsiteX0" fmla="*/ 0 w 2844990"/>
                <a:gd name="connsiteY0" fmla="*/ 504929 h 1116030"/>
                <a:gd name="connsiteX1" fmla="*/ 1381078 w 2844990"/>
                <a:gd name="connsiteY1" fmla="*/ 61187 h 1116030"/>
                <a:gd name="connsiteX2" fmla="*/ 2844990 w 2844990"/>
                <a:gd name="connsiteY2" fmla="*/ 543029 h 1116030"/>
                <a:gd name="connsiteX3" fmla="*/ 0 w 2844990"/>
                <a:gd name="connsiteY3" fmla="*/ 504929 h 1116030"/>
                <a:gd name="connsiteX0" fmla="*/ 0 w 2844990"/>
                <a:gd name="connsiteY0" fmla="*/ 504929 h 1611911"/>
                <a:gd name="connsiteX1" fmla="*/ 1381078 w 2844990"/>
                <a:gd name="connsiteY1" fmla="*/ 61187 h 1611911"/>
                <a:gd name="connsiteX2" fmla="*/ 2844990 w 2844990"/>
                <a:gd name="connsiteY2" fmla="*/ 543029 h 1611911"/>
                <a:gd name="connsiteX3" fmla="*/ 0 w 2844990"/>
                <a:gd name="connsiteY3" fmla="*/ 504929 h 1611911"/>
                <a:gd name="connsiteX0" fmla="*/ 0 w 2851340"/>
                <a:gd name="connsiteY0" fmla="*/ 313239 h 1542672"/>
                <a:gd name="connsiteX1" fmla="*/ 1387428 w 2851340"/>
                <a:gd name="connsiteY1" fmla="*/ 88062 h 1542672"/>
                <a:gd name="connsiteX2" fmla="*/ 2851340 w 2851340"/>
                <a:gd name="connsiteY2" fmla="*/ 569904 h 1542672"/>
                <a:gd name="connsiteX3" fmla="*/ 0 w 2851340"/>
                <a:gd name="connsiteY3" fmla="*/ 313239 h 1542672"/>
                <a:gd name="connsiteX0" fmla="*/ 0 w 2692590"/>
                <a:gd name="connsiteY0" fmla="*/ 313239 h 1412968"/>
                <a:gd name="connsiteX1" fmla="*/ 1387428 w 2692590"/>
                <a:gd name="connsiteY1" fmla="*/ 88062 h 1412968"/>
                <a:gd name="connsiteX2" fmla="*/ 2692590 w 2692590"/>
                <a:gd name="connsiteY2" fmla="*/ 337680 h 1412968"/>
                <a:gd name="connsiteX3" fmla="*/ 0 w 2692590"/>
                <a:gd name="connsiteY3" fmla="*/ 313239 h 1412968"/>
                <a:gd name="connsiteX0" fmla="*/ 0 w 2692590"/>
                <a:gd name="connsiteY0" fmla="*/ 0 h 1099729"/>
                <a:gd name="connsiteX1" fmla="*/ 2692590 w 2692590"/>
                <a:gd name="connsiteY1" fmla="*/ 24441 h 1099729"/>
                <a:gd name="connsiteX2" fmla="*/ 0 w 2692590"/>
                <a:gd name="connsiteY2" fmla="*/ 0 h 1099729"/>
                <a:gd name="connsiteX0" fmla="*/ 0 w 2692590"/>
                <a:gd name="connsiteY0" fmla="*/ 192313 h 1292042"/>
                <a:gd name="connsiteX1" fmla="*/ 2692590 w 2692590"/>
                <a:gd name="connsiteY1" fmla="*/ 216754 h 1292042"/>
                <a:gd name="connsiteX2" fmla="*/ 0 w 2692590"/>
                <a:gd name="connsiteY2" fmla="*/ 192313 h 1292042"/>
                <a:gd name="connsiteX0" fmla="*/ 0 w 2692590"/>
                <a:gd name="connsiteY0" fmla="*/ 240044 h 1339773"/>
                <a:gd name="connsiteX1" fmla="*/ 2692590 w 2692590"/>
                <a:gd name="connsiteY1" fmla="*/ 264485 h 1339773"/>
                <a:gd name="connsiteX2" fmla="*/ 0 w 2692590"/>
                <a:gd name="connsiteY2" fmla="*/ 240044 h 1339773"/>
                <a:gd name="connsiteX0" fmla="*/ 0 w 2692590"/>
                <a:gd name="connsiteY0" fmla="*/ 264809 h 1364538"/>
                <a:gd name="connsiteX1" fmla="*/ 2692590 w 2692590"/>
                <a:gd name="connsiteY1" fmla="*/ 289250 h 1364538"/>
                <a:gd name="connsiteX2" fmla="*/ 0 w 2692590"/>
                <a:gd name="connsiteY2" fmla="*/ 264809 h 1364538"/>
                <a:gd name="connsiteX0" fmla="*/ 0 w 2692590"/>
                <a:gd name="connsiteY0" fmla="*/ 264809 h 1220348"/>
                <a:gd name="connsiteX1" fmla="*/ 2692590 w 2692590"/>
                <a:gd name="connsiteY1" fmla="*/ 289250 h 1220348"/>
                <a:gd name="connsiteX2" fmla="*/ 0 w 2692590"/>
                <a:gd name="connsiteY2" fmla="*/ 264809 h 1220348"/>
                <a:gd name="connsiteX0" fmla="*/ 0 w 2692590"/>
                <a:gd name="connsiteY0" fmla="*/ 264809 h 1546770"/>
                <a:gd name="connsiteX1" fmla="*/ 2692590 w 2692590"/>
                <a:gd name="connsiteY1" fmla="*/ 289250 h 1546770"/>
                <a:gd name="connsiteX2" fmla="*/ 0 w 2692590"/>
                <a:gd name="connsiteY2" fmla="*/ 264809 h 1546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2590" h="1546770">
                  <a:moveTo>
                    <a:pt x="0" y="264809"/>
                  </a:moveTo>
                  <a:cubicBezTo>
                    <a:pt x="878480" y="-177833"/>
                    <a:pt x="1998260" y="7897"/>
                    <a:pt x="2692590" y="289250"/>
                  </a:cubicBezTo>
                  <a:cubicBezTo>
                    <a:pt x="2195110" y="1443462"/>
                    <a:pt x="948330" y="2429665"/>
                    <a:pt x="0" y="264809"/>
                  </a:cubicBezTo>
                  <a:close/>
                </a:path>
              </a:pathLst>
            </a:custGeom>
            <a:solidFill>
              <a:srgbClr val="252B2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29804E0-2D73-6658-2553-326F623CCEFE}"/>
                </a:ext>
              </a:extLst>
            </p:cNvPr>
            <p:cNvGrpSpPr/>
            <p:nvPr/>
          </p:nvGrpSpPr>
          <p:grpSpPr>
            <a:xfrm>
              <a:off x="3381537" y="3721472"/>
              <a:ext cx="2864580" cy="1611911"/>
              <a:chOff x="3643322" y="3697287"/>
              <a:chExt cx="2864580" cy="1611911"/>
            </a:xfrm>
          </p:grpSpPr>
          <p:sp>
            <p:nvSpPr>
              <p:cNvPr id="7" name="Oval 48">
                <a:extLst>
                  <a:ext uri="{FF2B5EF4-FFF2-40B4-BE49-F238E27FC236}">
                    <a16:creationId xmlns:a16="http://schemas.microsoft.com/office/drawing/2014/main" id="{071AB615-D4FC-84C4-5714-19FB6D9CD22D}"/>
                  </a:ext>
                </a:extLst>
              </p:cNvPr>
              <p:cNvSpPr/>
              <p:nvPr/>
            </p:nvSpPr>
            <p:spPr>
              <a:xfrm>
                <a:off x="3691129" y="4129208"/>
                <a:ext cx="2748126" cy="748068"/>
              </a:xfrm>
              <a:custGeom>
                <a:avLst/>
                <a:gdLst>
                  <a:gd name="connsiteX0" fmla="*/ 0 w 1605176"/>
                  <a:gd name="connsiteY0" fmla="*/ 523803 h 1047605"/>
                  <a:gd name="connsiteX1" fmla="*/ 802588 w 1605176"/>
                  <a:gd name="connsiteY1" fmla="*/ 0 h 1047605"/>
                  <a:gd name="connsiteX2" fmla="*/ 1605176 w 1605176"/>
                  <a:gd name="connsiteY2" fmla="*/ 523803 h 1047605"/>
                  <a:gd name="connsiteX3" fmla="*/ 802588 w 1605176"/>
                  <a:gd name="connsiteY3" fmla="*/ 1047606 h 1047605"/>
                  <a:gd name="connsiteX4" fmla="*/ 0 w 1605176"/>
                  <a:gd name="connsiteY4" fmla="*/ 523803 h 1047605"/>
                  <a:gd name="connsiteX0" fmla="*/ 0 w 1627486"/>
                  <a:gd name="connsiteY0" fmla="*/ 65475 h 589278"/>
                  <a:gd name="connsiteX1" fmla="*/ 1605176 w 1627486"/>
                  <a:gd name="connsiteY1" fmla="*/ 65475 h 589278"/>
                  <a:gd name="connsiteX2" fmla="*/ 802588 w 1627486"/>
                  <a:gd name="connsiteY2" fmla="*/ 589278 h 589278"/>
                  <a:gd name="connsiteX3" fmla="*/ 0 w 1627486"/>
                  <a:gd name="connsiteY3" fmla="*/ 65475 h 589278"/>
                  <a:gd name="connsiteX0" fmla="*/ 16221 w 1607759"/>
                  <a:gd name="connsiteY0" fmla="*/ 55424 h 579244"/>
                  <a:gd name="connsiteX1" fmla="*/ 1589647 w 1607759"/>
                  <a:gd name="connsiteY1" fmla="*/ 74474 h 579244"/>
                  <a:gd name="connsiteX2" fmla="*/ 818809 w 1607759"/>
                  <a:gd name="connsiteY2" fmla="*/ 579227 h 579244"/>
                  <a:gd name="connsiteX3" fmla="*/ 16221 w 1607759"/>
                  <a:gd name="connsiteY3" fmla="*/ 55424 h 579244"/>
                  <a:gd name="connsiteX0" fmla="*/ 16221 w 1607759"/>
                  <a:gd name="connsiteY0" fmla="*/ 76391 h 600211"/>
                  <a:gd name="connsiteX1" fmla="*/ 1589647 w 1607759"/>
                  <a:gd name="connsiteY1" fmla="*/ 95441 h 600211"/>
                  <a:gd name="connsiteX2" fmla="*/ 818809 w 1607759"/>
                  <a:gd name="connsiteY2" fmla="*/ 600194 h 600211"/>
                  <a:gd name="connsiteX3" fmla="*/ 16221 w 1607759"/>
                  <a:gd name="connsiteY3" fmla="*/ 76391 h 600211"/>
                  <a:gd name="connsiteX0" fmla="*/ 16221 w 1607759"/>
                  <a:gd name="connsiteY0" fmla="*/ 76391 h 600214"/>
                  <a:gd name="connsiteX1" fmla="*/ 1589647 w 1607759"/>
                  <a:gd name="connsiteY1" fmla="*/ 95441 h 600214"/>
                  <a:gd name="connsiteX2" fmla="*/ 818809 w 1607759"/>
                  <a:gd name="connsiteY2" fmla="*/ 600194 h 600214"/>
                  <a:gd name="connsiteX3" fmla="*/ 16221 w 1607759"/>
                  <a:gd name="connsiteY3" fmla="*/ 76391 h 600214"/>
                  <a:gd name="connsiteX0" fmla="*/ 19041 w 1610579"/>
                  <a:gd name="connsiteY0" fmla="*/ 100548 h 624371"/>
                  <a:gd name="connsiteX1" fmla="*/ 1592467 w 1610579"/>
                  <a:gd name="connsiteY1" fmla="*/ 119598 h 624371"/>
                  <a:gd name="connsiteX2" fmla="*/ 821629 w 1610579"/>
                  <a:gd name="connsiteY2" fmla="*/ 624351 h 624371"/>
                  <a:gd name="connsiteX3" fmla="*/ 19041 w 1610579"/>
                  <a:gd name="connsiteY3" fmla="*/ 100548 h 624371"/>
                  <a:gd name="connsiteX0" fmla="*/ 19300 w 1598089"/>
                  <a:gd name="connsiteY0" fmla="*/ 103441 h 620903"/>
                  <a:gd name="connsiteX1" fmla="*/ 1580026 w 1598089"/>
                  <a:gd name="connsiteY1" fmla="*/ 116141 h 620903"/>
                  <a:gd name="connsiteX2" fmla="*/ 809188 w 1598089"/>
                  <a:gd name="connsiteY2" fmla="*/ 620894 h 620903"/>
                  <a:gd name="connsiteX3" fmla="*/ 19300 w 1598089"/>
                  <a:gd name="connsiteY3" fmla="*/ 103441 h 620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8089" h="620903">
                    <a:moveTo>
                      <a:pt x="19300" y="103441"/>
                    </a:moveTo>
                    <a:cubicBezTo>
                      <a:pt x="160473" y="-44185"/>
                      <a:pt x="1433561" y="-28309"/>
                      <a:pt x="1580026" y="116141"/>
                    </a:cubicBezTo>
                    <a:cubicBezTo>
                      <a:pt x="1713791" y="254242"/>
                      <a:pt x="1069309" y="623011"/>
                      <a:pt x="809188" y="620894"/>
                    </a:cubicBezTo>
                    <a:cubicBezTo>
                      <a:pt x="549067" y="618777"/>
                      <a:pt x="-121873" y="251067"/>
                      <a:pt x="19300" y="103441"/>
                    </a:cubicBezTo>
                    <a:close/>
                  </a:path>
                </a:pathLst>
              </a:custGeom>
              <a:solidFill>
                <a:srgbClr val="D7797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06707458-08A6-C3EF-2CD7-9DDF70A391F1}"/>
                  </a:ext>
                </a:extLst>
              </p:cNvPr>
              <p:cNvSpPr/>
              <p:nvPr/>
            </p:nvSpPr>
            <p:spPr>
              <a:xfrm>
                <a:off x="4006848" y="4648941"/>
                <a:ext cx="2098115" cy="429042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  <a:gd name="connsiteX0" fmla="*/ 5556 w 1688959"/>
                  <a:gd name="connsiteY0" fmla="*/ 150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17" fmla="*/ 5556 w 1688959"/>
                  <a:gd name="connsiteY17" fmla="*/ 1503 h 262241"/>
                  <a:gd name="connsiteX0" fmla="*/ 979 w 1688959"/>
                  <a:gd name="connsiteY0" fmla="*/ 18462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0" fmla="*/ 0 w 1688959"/>
                  <a:gd name="connsiteY0" fmla="*/ 4238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0" fmla="*/ 0 w 1605227"/>
                  <a:gd name="connsiteY0" fmla="*/ 87037 h 262241"/>
                  <a:gd name="connsiteX1" fmla="*/ 88512 w 1605227"/>
                  <a:gd name="connsiteY1" fmla="*/ 25329 h 262241"/>
                  <a:gd name="connsiteX2" fmla="*/ 295681 w 1605227"/>
                  <a:gd name="connsiteY2" fmla="*/ 51523 h 262241"/>
                  <a:gd name="connsiteX3" fmla="*/ 431412 w 1605227"/>
                  <a:gd name="connsiteY3" fmla="*/ 63429 h 262241"/>
                  <a:gd name="connsiteX4" fmla="*/ 583812 w 1605227"/>
                  <a:gd name="connsiteY4" fmla="*/ 70573 h 262241"/>
                  <a:gd name="connsiteX5" fmla="*/ 757643 w 1605227"/>
                  <a:gd name="connsiteY5" fmla="*/ 68192 h 262241"/>
                  <a:gd name="connsiteX6" fmla="*/ 912424 w 1605227"/>
                  <a:gd name="connsiteY6" fmla="*/ 72954 h 262241"/>
                  <a:gd name="connsiteX7" fmla="*/ 1086256 w 1605227"/>
                  <a:gd name="connsiteY7" fmla="*/ 75335 h 262241"/>
                  <a:gd name="connsiteX8" fmla="*/ 1233893 w 1605227"/>
                  <a:gd name="connsiteY8" fmla="*/ 58667 h 262241"/>
                  <a:gd name="connsiteX9" fmla="*/ 1433918 w 1605227"/>
                  <a:gd name="connsiteY9" fmla="*/ 37235 h 262241"/>
                  <a:gd name="connsiteX10" fmla="*/ 1588698 w 1605227"/>
                  <a:gd name="connsiteY10" fmla="*/ 8646 h 262241"/>
                  <a:gd name="connsiteX11" fmla="*/ 1601786 w 1605227"/>
                  <a:gd name="connsiteY11" fmla="*/ 41120 h 262241"/>
                  <a:gd name="connsiteX12" fmla="*/ 1605227 w 1605227"/>
                  <a:gd name="connsiteY12" fmla="*/ 58475 h 262241"/>
                  <a:gd name="connsiteX13" fmla="*/ 1480650 w 1605227"/>
                  <a:gd name="connsiteY13" fmla="*/ 115486 h 262241"/>
                  <a:gd name="connsiteX14" fmla="*/ 0 w 1605227"/>
                  <a:gd name="connsiteY14" fmla="*/ 87037 h 262241"/>
                  <a:gd name="connsiteX0" fmla="*/ 0 w 1605227"/>
                  <a:gd name="connsiteY0" fmla="*/ 85881 h 261085"/>
                  <a:gd name="connsiteX1" fmla="*/ 295681 w 1605227"/>
                  <a:gd name="connsiteY1" fmla="*/ 50367 h 261085"/>
                  <a:gd name="connsiteX2" fmla="*/ 431412 w 1605227"/>
                  <a:gd name="connsiteY2" fmla="*/ 62273 h 261085"/>
                  <a:gd name="connsiteX3" fmla="*/ 583812 w 1605227"/>
                  <a:gd name="connsiteY3" fmla="*/ 69417 h 261085"/>
                  <a:gd name="connsiteX4" fmla="*/ 757643 w 1605227"/>
                  <a:gd name="connsiteY4" fmla="*/ 67036 h 261085"/>
                  <a:gd name="connsiteX5" fmla="*/ 912424 w 1605227"/>
                  <a:gd name="connsiteY5" fmla="*/ 71798 h 261085"/>
                  <a:gd name="connsiteX6" fmla="*/ 1086256 w 1605227"/>
                  <a:gd name="connsiteY6" fmla="*/ 74179 h 261085"/>
                  <a:gd name="connsiteX7" fmla="*/ 1233893 w 1605227"/>
                  <a:gd name="connsiteY7" fmla="*/ 57511 h 261085"/>
                  <a:gd name="connsiteX8" fmla="*/ 1433918 w 1605227"/>
                  <a:gd name="connsiteY8" fmla="*/ 36079 h 261085"/>
                  <a:gd name="connsiteX9" fmla="*/ 1588698 w 1605227"/>
                  <a:gd name="connsiteY9" fmla="*/ 7490 h 261085"/>
                  <a:gd name="connsiteX10" fmla="*/ 1601786 w 1605227"/>
                  <a:gd name="connsiteY10" fmla="*/ 39964 h 261085"/>
                  <a:gd name="connsiteX11" fmla="*/ 1605227 w 1605227"/>
                  <a:gd name="connsiteY11" fmla="*/ 57319 h 261085"/>
                  <a:gd name="connsiteX12" fmla="*/ 1480650 w 1605227"/>
                  <a:gd name="connsiteY12" fmla="*/ 114330 h 261085"/>
                  <a:gd name="connsiteX13" fmla="*/ 0 w 1605227"/>
                  <a:gd name="connsiteY13" fmla="*/ 85881 h 261085"/>
                  <a:gd name="connsiteX0" fmla="*/ 0 w 1309952"/>
                  <a:gd name="connsiteY0" fmla="*/ 162081 h 305286"/>
                  <a:gd name="connsiteX1" fmla="*/ 406 w 1309952"/>
                  <a:gd name="connsiteY1" fmla="*/ 50367 h 305286"/>
                  <a:gd name="connsiteX2" fmla="*/ 136137 w 1309952"/>
                  <a:gd name="connsiteY2" fmla="*/ 62273 h 305286"/>
                  <a:gd name="connsiteX3" fmla="*/ 288537 w 1309952"/>
                  <a:gd name="connsiteY3" fmla="*/ 69417 h 305286"/>
                  <a:gd name="connsiteX4" fmla="*/ 462368 w 1309952"/>
                  <a:gd name="connsiteY4" fmla="*/ 67036 h 305286"/>
                  <a:gd name="connsiteX5" fmla="*/ 617149 w 1309952"/>
                  <a:gd name="connsiteY5" fmla="*/ 71798 h 305286"/>
                  <a:gd name="connsiteX6" fmla="*/ 790981 w 1309952"/>
                  <a:gd name="connsiteY6" fmla="*/ 74179 h 305286"/>
                  <a:gd name="connsiteX7" fmla="*/ 938618 w 1309952"/>
                  <a:gd name="connsiteY7" fmla="*/ 57511 h 305286"/>
                  <a:gd name="connsiteX8" fmla="*/ 1138643 w 1309952"/>
                  <a:gd name="connsiteY8" fmla="*/ 36079 h 305286"/>
                  <a:gd name="connsiteX9" fmla="*/ 1293423 w 1309952"/>
                  <a:gd name="connsiteY9" fmla="*/ 7490 h 305286"/>
                  <a:gd name="connsiteX10" fmla="*/ 1306511 w 1309952"/>
                  <a:gd name="connsiteY10" fmla="*/ 39964 h 305286"/>
                  <a:gd name="connsiteX11" fmla="*/ 1309952 w 1309952"/>
                  <a:gd name="connsiteY11" fmla="*/ 57319 h 305286"/>
                  <a:gd name="connsiteX12" fmla="*/ 1185375 w 1309952"/>
                  <a:gd name="connsiteY12" fmla="*/ 114330 h 305286"/>
                  <a:gd name="connsiteX13" fmla="*/ 0 w 1309952"/>
                  <a:gd name="connsiteY13" fmla="*/ 162081 h 305286"/>
                  <a:gd name="connsiteX0" fmla="*/ 59294 w 1369246"/>
                  <a:gd name="connsiteY0" fmla="*/ 162081 h 305286"/>
                  <a:gd name="connsiteX1" fmla="*/ 195431 w 1369246"/>
                  <a:gd name="connsiteY1" fmla="*/ 62273 h 305286"/>
                  <a:gd name="connsiteX2" fmla="*/ 347831 w 1369246"/>
                  <a:gd name="connsiteY2" fmla="*/ 69417 h 305286"/>
                  <a:gd name="connsiteX3" fmla="*/ 521662 w 1369246"/>
                  <a:gd name="connsiteY3" fmla="*/ 67036 h 305286"/>
                  <a:gd name="connsiteX4" fmla="*/ 676443 w 1369246"/>
                  <a:gd name="connsiteY4" fmla="*/ 71798 h 305286"/>
                  <a:gd name="connsiteX5" fmla="*/ 850275 w 1369246"/>
                  <a:gd name="connsiteY5" fmla="*/ 74179 h 305286"/>
                  <a:gd name="connsiteX6" fmla="*/ 997912 w 1369246"/>
                  <a:gd name="connsiteY6" fmla="*/ 57511 h 305286"/>
                  <a:gd name="connsiteX7" fmla="*/ 1197937 w 1369246"/>
                  <a:gd name="connsiteY7" fmla="*/ 36079 h 305286"/>
                  <a:gd name="connsiteX8" fmla="*/ 1352717 w 1369246"/>
                  <a:gd name="connsiteY8" fmla="*/ 7490 h 305286"/>
                  <a:gd name="connsiteX9" fmla="*/ 1365805 w 1369246"/>
                  <a:gd name="connsiteY9" fmla="*/ 39964 h 305286"/>
                  <a:gd name="connsiteX10" fmla="*/ 1369246 w 1369246"/>
                  <a:gd name="connsiteY10" fmla="*/ 57319 h 305286"/>
                  <a:gd name="connsiteX11" fmla="*/ 1244669 w 1369246"/>
                  <a:gd name="connsiteY11" fmla="*/ 114330 h 305286"/>
                  <a:gd name="connsiteX12" fmla="*/ 59294 w 1369246"/>
                  <a:gd name="connsiteY12" fmla="*/ 162081 h 305286"/>
                  <a:gd name="connsiteX0" fmla="*/ 76644 w 1296108"/>
                  <a:gd name="connsiteY0" fmla="*/ 181131 h 317709"/>
                  <a:gd name="connsiteX1" fmla="*/ 122293 w 1296108"/>
                  <a:gd name="connsiteY1" fmla="*/ 62273 h 317709"/>
                  <a:gd name="connsiteX2" fmla="*/ 274693 w 1296108"/>
                  <a:gd name="connsiteY2" fmla="*/ 69417 h 317709"/>
                  <a:gd name="connsiteX3" fmla="*/ 448524 w 1296108"/>
                  <a:gd name="connsiteY3" fmla="*/ 67036 h 317709"/>
                  <a:gd name="connsiteX4" fmla="*/ 603305 w 1296108"/>
                  <a:gd name="connsiteY4" fmla="*/ 71798 h 317709"/>
                  <a:gd name="connsiteX5" fmla="*/ 777137 w 1296108"/>
                  <a:gd name="connsiteY5" fmla="*/ 74179 h 317709"/>
                  <a:gd name="connsiteX6" fmla="*/ 924774 w 1296108"/>
                  <a:gd name="connsiteY6" fmla="*/ 57511 h 317709"/>
                  <a:gd name="connsiteX7" fmla="*/ 1124799 w 1296108"/>
                  <a:gd name="connsiteY7" fmla="*/ 36079 h 317709"/>
                  <a:gd name="connsiteX8" fmla="*/ 1279579 w 1296108"/>
                  <a:gd name="connsiteY8" fmla="*/ 7490 h 317709"/>
                  <a:gd name="connsiteX9" fmla="*/ 1292667 w 1296108"/>
                  <a:gd name="connsiteY9" fmla="*/ 39964 h 317709"/>
                  <a:gd name="connsiteX10" fmla="*/ 1296108 w 1296108"/>
                  <a:gd name="connsiteY10" fmla="*/ 57319 h 317709"/>
                  <a:gd name="connsiteX11" fmla="*/ 1171531 w 1296108"/>
                  <a:gd name="connsiteY11" fmla="*/ 114330 h 317709"/>
                  <a:gd name="connsiteX12" fmla="*/ 76644 w 1296108"/>
                  <a:gd name="connsiteY12" fmla="*/ 181131 h 317709"/>
                  <a:gd name="connsiteX0" fmla="*/ 68286 w 1287750"/>
                  <a:gd name="connsiteY0" fmla="*/ 181131 h 317709"/>
                  <a:gd name="connsiteX1" fmla="*/ 152035 w 1287750"/>
                  <a:gd name="connsiteY1" fmla="*/ 76560 h 317709"/>
                  <a:gd name="connsiteX2" fmla="*/ 266335 w 1287750"/>
                  <a:gd name="connsiteY2" fmla="*/ 69417 h 317709"/>
                  <a:gd name="connsiteX3" fmla="*/ 440166 w 1287750"/>
                  <a:gd name="connsiteY3" fmla="*/ 67036 h 317709"/>
                  <a:gd name="connsiteX4" fmla="*/ 594947 w 1287750"/>
                  <a:gd name="connsiteY4" fmla="*/ 71798 h 317709"/>
                  <a:gd name="connsiteX5" fmla="*/ 768779 w 1287750"/>
                  <a:gd name="connsiteY5" fmla="*/ 74179 h 317709"/>
                  <a:gd name="connsiteX6" fmla="*/ 916416 w 1287750"/>
                  <a:gd name="connsiteY6" fmla="*/ 57511 h 317709"/>
                  <a:gd name="connsiteX7" fmla="*/ 1116441 w 1287750"/>
                  <a:gd name="connsiteY7" fmla="*/ 36079 h 317709"/>
                  <a:gd name="connsiteX8" fmla="*/ 1271221 w 1287750"/>
                  <a:gd name="connsiteY8" fmla="*/ 7490 h 317709"/>
                  <a:gd name="connsiteX9" fmla="*/ 1284309 w 1287750"/>
                  <a:gd name="connsiteY9" fmla="*/ 39964 h 317709"/>
                  <a:gd name="connsiteX10" fmla="*/ 1287750 w 1287750"/>
                  <a:gd name="connsiteY10" fmla="*/ 57319 h 317709"/>
                  <a:gd name="connsiteX11" fmla="*/ 1163173 w 1287750"/>
                  <a:gd name="connsiteY11" fmla="*/ 114330 h 317709"/>
                  <a:gd name="connsiteX12" fmla="*/ 68286 w 1287750"/>
                  <a:gd name="connsiteY12" fmla="*/ 181131 h 317709"/>
                  <a:gd name="connsiteX0" fmla="*/ 76394 w 1295858"/>
                  <a:gd name="connsiteY0" fmla="*/ 181131 h 317709"/>
                  <a:gd name="connsiteX1" fmla="*/ 160143 w 1295858"/>
                  <a:gd name="connsiteY1" fmla="*/ 76560 h 317709"/>
                  <a:gd name="connsiteX2" fmla="*/ 274443 w 1295858"/>
                  <a:gd name="connsiteY2" fmla="*/ 69417 h 317709"/>
                  <a:gd name="connsiteX3" fmla="*/ 448274 w 1295858"/>
                  <a:gd name="connsiteY3" fmla="*/ 67036 h 317709"/>
                  <a:gd name="connsiteX4" fmla="*/ 603055 w 1295858"/>
                  <a:gd name="connsiteY4" fmla="*/ 71798 h 317709"/>
                  <a:gd name="connsiteX5" fmla="*/ 776887 w 1295858"/>
                  <a:gd name="connsiteY5" fmla="*/ 74179 h 317709"/>
                  <a:gd name="connsiteX6" fmla="*/ 924524 w 1295858"/>
                  <a:gd name="connsiteY6" fmla="*/ 57511 h 317709"/>
                  <a:gd name="connsiteX7" fmla="*/ 1124549 w 1295858"/>
                  <a:gd name="connsiteY7" fmla="*/ 36079 h 317709"/>
                  <a:gd name="connsiteX8" fmla="*/ 1279329 w 1295858"/>
                  <a:gd name="connsiteY8" fmla="*/ 7490 h 317709"/>
                  <a:gd name="connsiteX9" fmla="*/ 1292417 w 1295858"/>
                  <a:gd name="connsiteY9" fmla="*/ 39964 h 317709"/>
                  <a:gd name="connsiteX10" fmla="*/ 1295858 w 1295858"/>
                  <a:gd name="connsiteY10" fmla="*/ 57319 h 317709"/>
                  <a:gd name="connsiteX11" fmla="*/ 1171281 w 1295858"/>
                  <a:gd name="connsiteY11" fmla="*/ 114330 h 317709"/>
                  <a:gd name="connsiteX12" fmla="*/ 76394 w 1295858"/>
                  <a:gd name="connsiteY12" fmla="*/ 181131 h 317709"/>
                  <a:gd name="connsiteX0" fmla="*/ 76394 w 1292417"/>
                  <a:gd name="connsiteY0" fmla="*/ 181131 h 317709"/>
                  <a:gd name="connsiteX1" fmla="*/ 160143 w 1292417"/>
                  <a:gd name="connsiteY1" fmla="*/ 76560 h 317709"/>
                  <a:gd name="connsiteX2" fmla="*/ 274443 w 1292417"/>
                  <a:gd name="connsiteY2" fmla="*/ 69417 h 317709"/>
                  <a:gd name="connsiteX3" fmla="*/ 448274 w 1292417"/>
                  <a:gd name="connsiteY3" fmla="*/ 67036 h 317709"/>
                  <a:gd name="connsiteX4" fmla="*/ 603055 w 1292417"/>
                  <a:gd name="connsiteY4" fmla="*/ 71798 h 317709"/>
                  <a:gd name="connsiteX5" fmla="*/ 776887 w 1292417"/>
                  <a:gd name="connsiteY5" fmla="*/ 74179 h 317709"/>
                  <a:gd name="connsiteX6" fmla="*/ 924524 w 1292417"/>
                  <a:gd name="connsiteY6" fmla="*/ 57511 h 317709"/>
                  <a:gd name="connsiteX7" fmla="*/ 1124549 w 1292417"/>
                  <a:gd name="connsiteY7" fmla="*/ 36079 h 317709"/>
                  <a:gd name="connsiteX8" fmla="*/ 1279329 w 1292417"/>
                  <a:gd name="connsiteY8" fmla="*/ 7490 h 317709"/>
                  <a:gd name="connsiteX9" fmla="*/ 1292417 w 1292417"/>
                  <a:gd name="connsiteY9" fmla="*/ 39964 h 317709"/>
                  <a:gd name="connsiteX10" fmla="*/ 1171281 w 1292417"/>
                  <a:gd name="connsiteY10" fmla="*/ 114330 h 317709"/>
                  <a:gd name="connsiteX11" fmla="*/ 76394 w 1292417"/>
                  <a:gd name="connsiteY11" fmla="*/ 181131 h 317709"/>
                  <a:gd name="connsiteX0" fmla="*/ 76394 w 1303664"/>
                  <a:gd name="connsiteY0" fmla="*/ 181131 h 317709"/>
                  <a:gd name="connsiteX1" fmla="*/ 160143 w 1303664"/>
                  <a:gd name="connsiteY1" fmla="*/ 76560 h 317709"/>
                  <a:gd name="connsiteX2" fmla="*/ 274443 w 1303664"/>
                  <a:gd name="connsiteY2" fmla="*/ 69417 h 317709"/>
                  <a:gd name="connsiteX3" fmla="*/ 448274 w 1303664"/>
                  <a:gd name="connsiteY3" fmla="*/ 67036 h 317709"/>
                  <a:gd name="connsiteX4" fmla="*/ 603055 w 1303664"/>
                  <a:gd name="connsiteY4" fmla="*/ 71798 h 317709"/>
                  <a:gd name="connsiteX5" fmla="*/ 776887 w 1303664"/>
                  <a:gd name="connsiteY5" fmla="*/ 74179 h 317709"/>
                  <a:gd name="connsiteX6" fmla="*/ 924524 w 1303664"/>
                  <a:gd name="connsiteY6" fmla="*/ 57511 h 317709"/>
                  <a:gd name="connsiteX7" fmla="*/ 1124549 w 1303664"/>
                  <a:gd name="connsiteY7" fmla="*/ 36079 h 317709"/>
                  <a:gd name="connsiteX8" fmla="*/ 1279329 w 1303664"/>
                  <a:gd name="connsiteY8" fmla="*/ 7490 h 317709"/>
                  <a:gd name="connsiteX9" fmla="*/ 1171281 w 1303664"/>
                  <a:gd name="connsiteY9" fmla="*/ 114330 h 317709"/>
                  <a:gd name="connsiteX10" fmla="*/ 76394 w 1303664"/>
                  <a:gd name="connsiteY10" fmla="*/ 181131 h 317709"/>
                  <a:gd name="connsiteX0" fmla="*/ 76394 w 1279714"/>
                  <a:gd name="connsiteY0" fmla="*/ 181131 h 337196"/>
                  <a:gd name="connsiteX1" fmla="*/ 160143 w 1279714"/>
                  <a:gd name="connsiteY1" fmla="*/ 76560 h 337196"/>
                  <a:gd name="connsiteX2" fmla="*/ 274443 w 1279714"/>
                  <a:gd name="connsiteY2" fmla="*/ 69417 h 337196"/>
                  <a:gd name="connsiteX3" fmla="*/ 448274 w 1279714"/>
                  <a:gd name="connsiteY3" fmla="*/ 67036 h 337196"/>
                  <a:gd name="connsiteX4" fmla="*/ 603055 w 1279714"/>
                  <a:gd name="connsiteY4" fmla="*/ 71798 h 337196"/>
                  <a:gd name="connsiteX5" fmla="*/ 776887 w 1279714"/>
                  <a:gd name="connsiteY5" fmla="*/ 74179 h 337196"/>
                  <a:gd name="connsiteX6" fmla="*/ 924524 w 1279714"/>
                  <a:gd name="connsiteY6" fmla="*/ 57511 h 337196"/>
                  <a:gd name="connsiteX7" fmla="*/ 1124549 w 1279714"/>
                  <a:gd name="connsiteY7" fmla="*/ 36079 h 337196"/>
                  <a:gd name="connsiteX8" fmla="*/ 1279329 w 1279714"/>
                  <a:gd name="connsiteY8" fmla="*/ 7490 h 337196"/>
                  <a:gd name="connsiteX9" fmla="*/ 976019 w 1279714"/>
                  <a:gd name="connsiteY9" fmla="*/ 166717 h 337196"/>
                  <a:gd name="connsiteX10" fmla="*/ 76394 w 1279714"/>
                  <a:gd name="connsiteY10" fmla="*/ 181131 h 337196"/>
                  <a:gd name="connsiteX0" fmla="*/ 76394 w 1129532"/>
                  <a:gd name="connsiteY0" fmla="*/ 166486 h 322551"/>
                  <a:gd name="connsiteX1" fmla="*/ 160143 w 1129532"/>
                  <a:gd name="connsiteY1" fmla="*/ 61915 h 322551"/>
                  <a:gd name="connsiteX2" fmla="*/ 274443 w 1129532"/>
                  <a:gd name="connsiteY2" fmla="*/ 54772 h 322551"/>
                  <a:gd name="connsiteX3" fmla="*/ 448274 w 1129532"/>
                  <a:gd name="connsiteY3" fmla="*/ 52391 h 322551"/>
                  <a:gd name="connsiteX4" fmla="*/ 603055 w 1129532"/>
                  <a:gd name="connsiteY4" fmla="*/ 57153 h 322551"/>
                  <a:gd name="connsiteX5" fmla="*/ 776887 w 1129532"/>
                  <a:gd name="connsiteY5" fmla="*/ 59534 h 322551"/>
                  <a:gd name="connsiteX6" fmla="*/ 924524 w 1129532"/>
                  <a:gd name="connsiteY6" fmla="*/ 42866 h 322551"/>
                  <a:gd name="connsiteX7" fmla="*/ 1124549 w 1129532"/>
                  <a:gd name="connsiteY7" fmla="*/ 21434 h 322551"/>
                  <a:gd name="connsiteX8" fmla="*/ 976019 w 1129532"/>
                  <a:gd name="connsiteY8" fmla="*/ 152072 h 322551"/>
                  <a:gd name="connsiteX9" fmla="*/ 76394 w 1129532"/>
                  <a:gd name="connsiteY9" fmla="*/ 166486 h 322551"/>
                  <a:gd name="connsiteX0" fmla="*/ 76394 w 1033508"/>
                  <a:gd name="connsiteY0" fmla="*/ 133475 h 289540"/>
                  <a:gd name="connsiteX1" fmla="*/ 160143 w 1033508"/>
                  <a:gd name="connsiteY1" fmla="*/ 28904 h 289540"/>
                  <a:gd name="connsiteX2" fmla="*/ 274443 w 1033508"/>
                  <a:gd name="connsiteY2" fmla="*/ 21761 h 289540"/>
                  <a:gd name="connsiteX3" fmla="*/ 448274 w 1033508"/>
                  <a:gd name="connsiteY3" fmla="*/ 19380 h 289540"/>
                  <a:gd name="connsiteX4" fmla="*/ 603055 w 1033508"/>
                  <a:gd name="connsiteY4" fmla="*/ 24142 h 289540"/>
                  <a:gd name="connsiteX5" fmla="*/ 776887 w 1033508"/>
                  <a:gd name="connsiteY5" fmla="*/ 26523 h 289540"/>
                  <a:gd name="connsiteX6" fmla="*/ 924524 w 1033508"/>
                  <a:gd name="connsiteY6" fmla="*/ 9855 h 289540"/>
                  <a:gd name="connsiteX7" fmla="*/ 976019 w 1033508"/>
                  <a:gd name="connsiteY7" fmla="*/ 119061 h 289540"/>
                  <a:gd name="connsiteX8" fmla="*/ 76394 w 1033508"/>
                  <a:gd name="connsiteY8" fmla="*/ 133475 h 289540"/>
                  <a:gd name="connsiteX0" fmla="*/ 76394 w 1006338"/>
                  <a:gd name="connsiteY0" fmla="*/ 132461 h 288526"/>
                  <a:gd name="connsiteX1" fmla="*/ 160143 w 1006338"/>
                  <a:gd name="connsiteY1" fmla="*/ 27890 h 288526"/>
                  <a:gd name="connsiteX2" fmla="*/ 274443 w 1006338"/>
                  <a:gd name="connsiteY2" fmla="*/ 20747 h 288526"/>
                  <a:gd name="connsiteX3" fmla="*/ 448274 w 1006338"/>
                  <a:gd name="connsiteY3" fmla="*/ 18366 h 288526"/>
                  <a:gd name="connsiteX4" fmla="*/ 603055 w 1006338"/>
                  <a:gd name="connsiteY4" fmla="*/ 23128 h 288526"/>
                  <a:gd name="connsiteX5" fmla="*/ 776887 w 1006338"/>
                  <a:gd name="connsiteY5" fmla="*/ 25509 h 288526"/>
                  <a:gd name="connsiteX6" fmla="*/ 976019 w 1006338"/>
                  <a:gd name="connsiteY6" fmla="*/ 118047 h 288526"/>
                  <a:gd name="connsiteX7" fmla="*/ 76394 w 1006338"/>
                  <a:gd name="connsiteY7" fmla="*/ 132461 h 288526"/>
                  <a:gd name="connsiteX0" fmla="*/ 76394 w 1012279"/>
                  <a:gd name="connsiteY0" fmla="*/ 138964 h 295029"/>
                  <a:gd name="connsiteX1" fmla="*/ 160143 w 1012279"/>
                  <a:gd name="connsiteY1" fmla="*/ 34393 h 295029"/>
                  <a:gd name="connsiteX2" fmla="*/ 274443 w 1012279"/>
                  <a:gd name="connsiteY2" fmla="*/ 27250 h 295029"/>
                  <a:gd name="connsiteX3" fmla="*/ 448274 w 1012279"/>
                  <a:gd name="connsiteY3" fmla="*/ 24869 h 295029"/>
                  <a:gd name="connsiteX4" fmla="*/ 603055 w 1012279"/>
                  <a:gd name="connsiteY4" fmla="*/ 29631 h 295029"/>
                  <a:gd name="connsiteX5" fmla="*/ 776887 w 1012279"/>
                  <a:gd name="connsiteY5" fmla="*/ 32012 h 295029"/>
                  <a:gd name="connsiteX6" fmla="*/ 976019 w 1012279"/>
                  <a:gd name="connsiteY6" fmla="*/ 124550 h 295029"/>
                  <a:gd name="connsiteX7" fmla="*/ 76394 w 1012279"/>
                  <a:gd name="connsiteY7" fmla="*/ 138964 h 295029"/>
                  <a:gd name="connsiteX0" fmla="*/ 76394 w 944468"/>
                  <a:gd name="connsiteY0" fmla="*/ 136724 h 300918"/>
                  <a:gd name="connsiteX1" fmla="*/ 160143 w 944468"/>
                  <a:gd name="connsiteY1" fmla="*/ 32153 h 300918"/>
                  <a:gd name="connsiteX2" fmla="*/ 274443 w 944468"/>
                  <a:gd name="connsiteY2" fmla="*/ 25010 h 300918"/>
                  <a:gd name="connsiteX3" fmla="*/ 448274 w 944468"/>
                  <a:gd name="connsiteY3" fmla="*/ 22629 h 300918"/>
                  <a:gd name="connsiteX4" fmla="*/ 603055 w 944468"/>
                  <a:gd name="connsiteY4" fmla="*/ 27391 h 300918"/>
                  <a:gd name="connsiteX5" fmla="*/ 776887 w 944468"/>
                  <a:gd name="connsiteY5" fmla="*/ 29772 h 300918"/>
                  <a:gd name="connsiteX6" fmla="*/ 895056 w 944468"/>
                  <a:gd name="connsiteY6" fmla="*/ 141360 h 300918"/>
                  <a:gd name="connsiteX7" fmla="*/ 76394 w 944468"/>
                  <a:gd name="connsiteY7" fmla="*/ 136724 h 300918"/>
                  <a:gd name="connsiteX0" fmla="*/ 76394 w 944468"/>
                  <a:gd name="connsiteY0" fmla="*/ 136724 h 264385"/>
                  <a:gd name="connsiteX1" fmla="*/ 160143 w 944468"/>
                  <a:gd name="connsiteY1" fmla="*/ 32153 h 264385"/>
                  <a:gd name="connsiteX2" fmla="*/ 274443 w 944468"/>
                  <a:gd name="connsiteY2" fmla="*/ 25010 h 264385"/>
                  <a:gd name="connsiteX3" fmla="*/ 448274 w 944468"/>
                  <a:gd name="connsiteY3" fmla="*/ 22629 h 264385"/>
                  <a:gd name="connsiteX4" fmla="*/ 603055 w 944468"/>
                  <a:gd name="connsiteY4" fmla="*/ 27391 h 264385"/>
                  <a:gd name="connsiteX5" fmla="*/ 776887 w 944468"/>
                  <a:gd name="connsiteY5" fmla="*/ 29772 h 264385"/>
                  <a:gd name="connsiteX6" fmla="*/ 895056 w 944468"/>
                  <a:gd name="connsiteY6" fmla="*/ 141360 h 264385"/>
                  <a:gd name="connsiteX7" fmla="*/ 76394 w 944468"/>
                  <a:gd name="connsiteY7" fmla="*/ 136724 h 264385"/>
                  <a:gd name="connsiteX0" fmla="*/ 76394 w 944468"/>
                  <a:gd name="connsiteY0" fmla="*/ 136724 h 196870"/>
                  <a:gd name="connsiteX1" fmla="*/ 160143 w 944468"/>
                  <a:gd name="connsiteY1" fmla="*/ 32153 h 196870"/>
                  <a:gd name="connsiteX2" fmla="*/ 274443 w 944468"/>
                  <a:gd name="connsiteY2" fmla="*/ 25010 h 196870"/>
                  <a:gd name="connsiteX3" fmla="*/ 448274 w 944468"/>
                  <a:gd name="connsiteY3" fmla="*/ 22629 h 196870"/>
                  <a:gd name="connsiteX4" fmla="*/ 603055 w 944468"/>
                  <a:gd name="connsiteY4" fmla="*/ 27391 h 196870"/>
                  <a:gd name="connsiteX5" fmla="*/ 776887 w 944468"/>
                  <a:gd name="connsiteY5" fmla="*/ 29772 h 196870"/>
                  <a:gd name="connsiteX6" fmla="*/ 895056 w 944468"/>
                  <a:gd name="connsiteY6" fmla="*/ 141360 h 196870"/>
                  <a:gd name="connsiteX7" fmla="*/ 76394 w 944468"/>
                  <a:gd name="connsiteY7" fmla="*/ 136724 h 196870"/>
                  <a:gd name="connsiteX0" fmla="*/ 80454 w 948528"/>
                  <a:gd name="connsiteY0" fmla="*/ 139956 h 200102"/>
                  <a:gd name="connsiteX1" fmla="*/ 164203 w 948528"/>
                  <a:gd name="connsiteY1" fmla="*/ 35385 h 200102"/>
                  <a:gd name="connsiteX2" fmla="*/ 278503 w 948528"/>
                  <a:gd name="connsiteY2" fmla="*/ 28242 h 200102"/>
                  <a:gd name="connsiteX3" fmla="*/ 452334 w 948528"/>
                  <a:gd name="connsiteY3" fmla="*/ 25861 h 200102"/>
                  <a:gd name="connsiteX4" fmla="*/ 607115 w 948528"/>
                  <a:gd name="connsiteY4" fmla="*/ 30623 h 200102"/>
                  <a:gd name="connsiteX5" fmla="*/ 780947 w 948528"/>
                  <a:gd name="connsiteY5" fmla="*/ 33004 h 200102"/>
                  <a:gd name="connsiteX6" fmla="*/ 899116 w 948528"/>
                  <a:gd name="connsiteY6" fmla="*/ 144592 h 200102"/>
                  <a:gd name="connsiteX7" fmla="*/ 80454 w 948528"/>
                  <a:gd name="connsiteY7" fmla="*/ 139956 h 200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8528" h="200102">
                    <a:moveTo>
                      <a:pt x="80454" y="139956"/>
                    </a:moveTo>
                    <a:cubicBezTo>
                      <a:pt x="-94419" y="131280"/>
                      <a:pt x="54201" y="-82521"/>
                      <a:pt x="164203" y="35385"/>
                    </a:cubicBezTo>
                    <a:cubicBezTo>
                      <a:pt x="219766" y="21892"/>
                      <a:pt x="227703" y="-1127"/>
                      <a:pt x="278503" y="28242"/>
                    </a:cubicBezTo>
                    <a:cubicBezTo>
                      <a:pt x="332477" y="11573"/>
                      <a:pt x="381691" y="-7477"/>
                      <a:pt x="452334" y="25861"/>
                    </a:cubicBezTo>
                    <a:cubicBezTo>
                      <a:pt x="522978" y="10779"/>
                      <a:pt x="545996" y="2842"/>
                      <a:pt x="607115" y="30623"/>
                    </a:cubicBezTo>
                    <a:cubicBezTo>
                      <a:pt x="703953" y="2048"/>
                      <a:pt x="710303" y="11572"/>
                      <a:pt x="780947" y="33004"/>
                    </a:cubicBezTo>
                    <a:cubicBezTo>
                      <a:pt x="905020" y="-70239"/>
                      <a:pt x="1015865" y="126767"/>
                      <a:pt x="899116" y="144592"/>
                    </a:cubicBezTo>
                    <a:cubicBezTo>
                      <a:pt x="557866" y="201683"/>
                      <a:pt x="368323" y="235692"/>
                      <a:pt x="80454" y="13995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7440DE13-A958-6B6D-6D5E-B6A18DB38D48}"/>
                  </a:ext>
                </a:extLst>
              </p:cNvPr>
              <p:cNvSpPr/>
              <p:nvPr/>
            </p:nvSpPr>
            <p:spPr>
              <a:xfrm>
                <a:off x="3778593" y="4111641"/>
                <a:ext cx="2594675" cy="429042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331098 w 2310413"/>
                  <a:gd name="connsiteY10" fmla="*/ 392562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79525 w 2304604"/>
                  <a:gd name="connsiteY0" fmla="*/ 1784 h 496382"/>
                  <a:gd name="connsiteX1" fmla="*/ 2238173 w 2304604"/>
                  <a:gd name="connsiteY1" fmla="*/ 87980 h 496382"/>
                  <a:gd name="connsiteX2" fmla="*/ 2304604 w 2304604"/>
                  <a:gd name="connsiteY2" fmla="*/ 98377 h 496382"/>
                  <a:gd name="connsiteX3" fmla="*/ 2303102 w 2304604"/>
                  <a:gd name="connsiteY3" fmla="*/ 103213 h 496382"/>
                  <a:gd name="connsiteX4" fmla="*/ 2082428 w 2304604"/>
                  <a:gd name="connsiteY4" fmla="*/ 343202 h 496382"/>
                  <a:gd name="connsiteX5" fmla="*/ 1802234 w 2304604"/>
                  <a:gd name="connsiteY5" fmla="*/ 377333 h 496382"/>
                  <a:gd name="connsiteX6" fmla="*/ 1571252 w 2304604"/>
                  <a:gd name="connsiteY6" fmla="*/ 417814 h 496382"/>
                  <a:gd name="connsiteX7" fmla="*/ 1152152 w 2304604"/>
                  <a:gd name="connsiteY7" fmla="*/ 446389 h 496382"/>
                  <a:gd name="connsiteX8" fmla="*/ 749721 w 2304604"/>
                  <a:gd name="connsiteY8" fmla="*/ 405908 h 496382"/>
                  <a:gd name="connsiteX9" fmla="*/ 546627 w 2304604"/>
                  <a:gd name="connsiteY9" fmla="*/ 390953 h 496382"/>
                  <a:gd name="connsiteX10" fmla="*/ 325289 w 2304604"/>
                  <a:gd name="connsiteY10" fmla="*/ 392562 h 496382"/>
                  <a:gd name="connsiteX11" fmla="*/ -1 w 2304604"/>
                  <a:gd name="connsiteY11" fmla="*/ 107554 h 496382"/>
                  <a:gd name="connsiteX12" fmla="*/ 164036 w 2304604"/>
                  <a:gd name="connsiteY12" fmla="*/ 59144 h 496382"/>
                  <a:gd name="connsiteX13" fmla="*/ 879525 w 2304604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1912708 w 2242076"/>
                  <a:gd name="connsiteY4" fmla="*/ 375031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240574 w 2242076"/>
                  <a:gd name="connsiteY3" fmla="*/ 103535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151247 w 2242076"/>
                  <a:gd name="connsiteY3" fmla="*/ 95579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51247" h="496704">
                    <a:moveTo>
                      <a:pt x="816997" y="2106"/>
                    </a:moveTo>
                    <a:cubicBezTo>
                      <a:pt x="1299844" y="-8651"/>
                      <a:pt x="1686714" y="22443"/>
                      <a:pt x="2081851" y="80345"/>
                    </a:cubicBezTo>
                    <a:lnTo>
                      <a:pt x="2151247" y="95579"/>
                    </a:lnTo>
                    <a:cubicBezTo>
                      <a:pt x="2122561" y="210402"/>
                      <a:pt x="2098446" y="382421"/>
                      <a:pt x="1912708" y="375353"/>
                    </a:cubicBezTo>
                    <a:cubicBezTo>
                      <a:pt x="1824337" y="445782"/>
                      <a:pt x="1756119" y="480393"/>
                      <a:pt x="1663779" y="409484"/>
                    </a:cubicBezTo>
                    <a:cubicBezTo>
                      <a:pt x="1621446" y="460019"/>
                      <a:pt x="1530710" y="452209"/>
                      <a:pt x="1472993" y="418137"/>
                    </a:cubicBezTo>
                    <a:cubicBezTo>
                      <a:pt x="1402746" y="543550"/>
                      <a:pt x="1132883" y="491955"/>
                      <a:pt x="1089624" y="446711"/>
                    </a:cubicBezTo>
                    <a:cubicBezTo>
                      <a:pt x="1055890" y="472905"/>
                      <a:pt x="728336" y="546327"/>
                      <a:pt x="687193" y="406230"/>
                    </a:cubicBezTo>
                    <a:cubicBezTo>
                      <a:pt x="648893" y="435114"/>
                      <a:pt x="557477" y="468269"/>
                      <a:pt x="484099" y="391275"/>
                    </a:cubicBezTo>
                    <a:cubicBezTo>
                      <a:pt x="390966" y="486789"/>
                      <a:pt x="324938" y="430719"/>
                      <a:pt x="262761" y="392884"/>
                    </a:cubicBezTo>
                    <a:cubicBezTo>
                      <a:pt x="31769" y="385864"/>
                      <a:pt x="31626" y="211561"/>
                      <a:pt x="0" y="107876"/>
                    </a:cubicBezTo>
                    <a:lnTo>
                      <a:pt x="101508" y="59466"/>
                    </a:lnTo>
                    <a:cubicBezTo>
                      <a:pt x="333605" y="25315"/>
                      <a:pt x="575574" y="7484"/>
                      <a:pt x="816997" y="210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2B27DA86-D5A2-B0D0-C6A3-037AD60B6171}"/>
                  </a:ext>
                </a:extLst>
              </p:cNvPr>
              <p:cNvSpPr/>
              <p:nvPr/>
            </p:nvSpPr>
            <p:spPr>
              <a:xfrm>
                <a:off x="3661434" y="3697287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solidFill>
                <a:srgbClr val="E95958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378EC24A-3A19-2DB8-7B85-052B5A968DF0}"/>
                  </a:ext>
                </a:extLst>
              </p:cNvPr>
              <p:cNvSpPr/>
              <p:nvPr/>
            </p:nvSpPr>
            <p:spPr>
              <a:xfrm rot="12291759">
                <a:off x="3643322" y="4231222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1F089C89-9FF5-E008-916C-D153D4C809BC}"/>
                  </a:ext>
                </a:extLst>
              </p:cNvPr>
              <p:cNvSpPr/>
              <p:nvPr/>
            </p:nvSpPr>
            <p:spPr>
              <a:xfrm rot="10529348" flipH="1">
                <a:off x="6347609" y="4254081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81240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EFC1D4-CEA3-8A34-243B-24B2796A92C3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H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F6A4FD4-1DE4-FC66-284E-E341DB1D64D9}"/>
              </a:ext>
            </a:extLst>
          </p:cNvPr>
          <p:cNvGrpSpPr/>
          <p:nvPr/>
        </p:nvGrpSpPr>
        <p:grpSpPr>
          <a:xfrm>
            <a:off x="2346588" y="1673430"/>
            <a:ext cx="5365223" cy="4425540"/>
            <a:chOff x="1291608" y="395292"/>
            <a:chExt cx="1353537" cy="1116474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68A9F3E-0C88-A8B6-B7E0-7CDBD07B2793}"/>
                </a:ext>
              </a:extLst>
            </p:cNvPr>
            <p:cNvSpPr/>
            <p:nvPr/>
          </p:nvSpPr>
          <p:spPr>
            <a:xfrm>
              <a:off x="1339381" y="657353"/>
              <a:ext cx="1275208" cy="563027"/>
            </a:xfrm>
            <a:custGeom>
              <a:avLst/>
              <a:gdLst>
                <a:gd name="connsiteX0" fmla="*/ 422352 w 1143001"/>
                <a:gd name="connsiteY0" fmla="*/ 125 h 504655"/>
                <a:gd name="connsiteX1" fmla="*/ 566739 w 1143001"/>
                <a:gd name="connsiteY1" fmla="*/ 28702 h 504655"/>
                <a:gd name="connsiteX2" fmla="*/ 1143001 w 1143001"/>
                <a:gd name="connsiteY2" fmla="*/ 347736 h 504655"/>
                <a:gd name="connsiteX3" fmla="*/ 783432 w 1143001"/>
                <a:gd name="connsiteY3" fmla="*/ 476378 h 504655"/>
                <a:gd name="connsiteX4" fmla="*/ 316706 w 1143001"/>
                <a:gd name="connsiteY4" fmla="*/ 481140 h 504655"/>
                <a:gd name="connsiteX5" fmla="*/ 0 w 1143001"/>
                <a:gd name="connsiteY5" fmla="*/ 352499 h 504655"/>
                <a:gd name="connsiteX6" fmla="*/ 422352 w 1143001"/>
                <a:gd name="connsiteY6" fmla="*/ 125 h 504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3001" h="504655">
                  <a:moveTo>
                    <a:pt x="422352" y="125"/>
                  </a:moveTo>
                  <a:cubicBezTo>
                    <a:pt x="465102" y="1251"/>
                    <a:pt x="512962" y="10047"/>
                    <a:pt x="566739" y="28702"/>
                  </a:cubicBezTo>
                  <a:cubicBezTo>
                    <a:pt x="1008064" y="-88790"/>
                    <a:pt x="1006476" y="248535"/>
                    <a:pt x="1143001" y="347736"/>
                  </a:cubicBezTo>
                  <a:cubicBezTo>
                    <a:pt x="1054101" y="328705"/>
                    <a:pt x="903288" y="433497"/>
                    <a:pt x="783432" y="476378"/>
                  </a:cubicBezTo>
                  <a:cubicBezTo>
                    <a:pt x="580232" y="516065"/>
                    <a:pt x="479425" y="510509"/>
                    <a:pt x="316706" y="481140"/>
                  </a:cubicBezTo>
                  <a:cubicBezTo>
                    <a:pt x="210343" y="446197"/>
                    <a:pt x="94457" y="313623"/>
                    <a:pt x="0" y="352499"/>
                  </a:cubicBezTo>
                  <a:cubicBezTo>
                    <a:pt x="74316" y="360154"/>
                    <a:pt x="123107" y="-7759"/>
                    <a:pt x="422352" y="125"/>
                  </a:cubicBezTo>
                  <a:close/>
                </a:path>
              </a:pathLst>
            </a:custGeom>
            <a:solidFill>
              <a:srgbClr val="252B2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05D8DF2-CDC6-0F9B-2F64-E33D514BDCDE}"/>
                </a:ext>
              </a:extLst>
            </p:cNvPr>
            <p:cNvSpPr/>
            <p:nvPr/>
          </p:nvSpPr>
          <p:spPr>
            <a:xfrm>
              <a:off x="1294182" y="395292"/>
              <a:ext cx="1350963" cy="1116474"/>
            </a:xfrm>
            <a:custGeom>
              <a:avLst/>
              <a:gdLst>
                <a:gd name="connsiteX0" fmla="*/ 542299 w 1350963"/>
                <a:gd name="connsiteY0" fmla="*/ 80 h 1116474"/>
                <a:gd name="connsiteX1" fmla="*/ 665163 w 1350963"/>
                <a:gd name="connsiteY1" fmla="*/ 33575 h 1116474"/>
                <a:gd name="connsiteX2" fmla="*/ 1350963 w 1350963"/>
                <a:gd name="connsiteY2" fmla="*/ 677166 h 1116474"/>
                <a:gd name="connsiteX3" fmla="*/ 0 w 1350963"/>
                <a:gd name="connsiteY3" fmla="*/ 678754 h 1116474"/>
                <a:gd name="connsiteX4" fmla="*/ 542299 w 1350963"/>
                <a:gd name="connsiteY4" fmla="*/ 80 h 1116474"/>
                <a:gd name="connsiteX5" fmla="*/ 535064 w 1350963"/>
                <a:gd name="connsiteY5" fmla="*/ 290749 h 1116474"/>
                <a:gd name="connsiteX6" fmla="*/ 112712 w 1350963"/>
                <a:gd name="connsiteY6" fmla="*/ 643123 h 1116474"/>
                <a:gd name="connsiteX7" fmla="*/ 429418 w 1350963"/>
                <a:gd name="connsiteY7" fmla="*/ 771764 h 1116474"/>
                <a:gd name="connsiteX8" fmla="*/ 896144 w 1350963"/>
                <a:gd name="connsiteY8" fmla="*/ 767002 h 1116474"/>
                <a:gd name="connsiteX9" fmla="*/ 1255713 w 1350963"/>
                <a:gd name="connsiteY9" fmla="*/ 638360 h 1116474"/>
                <a:gd name="connsiteX10" fmla="*/ 679451 w 1350963"/>
                <a:gd name="connsiteY10" fmla="*/ 319326 h 1116474"/>
                <a:gd name="connsiteX11" fmla="*/ 535064 w 1350963"/>
                <a:gd name="connsiteY11" fmla="*/ 290749 h 1116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50963" h="1116474">
                  <a:moveTo>
                    <a:pt x="542299" y="80"/>
                  </a:moveTo>
                  <a:cubicBezTo>
                    <a:pt x="582679" y="1086"/>
                    <a:pt x="623822" y="11576"/>
                    <a:pt x="665163" y="33575"/>
                  </a:cubicBezTo>
                  <a:cubicBezTo>
                    <a:pt x="965200" y="-118608"/>
                    <a:pt x="1279525" y="281661"/>
                    <a:pt x="1350963" y="677166"/>
                  </a:cubicBezTo>
                  <a:cubicBezTo>
                    <a:pt x="1001184" y="1316929"/>
                    <a:pt x="254529" y="1205803"/>
                    <a:pt x="0" y="678754"/>
                  </a:cubicBezTo>
                  <a:cubicBezTo>
                    <a:pt x="14354" y="450757"/>
                    <a:pt x="259639" y="-6957"/>
                    <a:pt x="542299" y="80"/>
                  </a:cubicBezTo>
                  <a:close/>
                  <a:moveTo>
                    <a:pt x="535064" y="290749"/>
                  </a:moveTo>
                  <a:cubicBezTo>
                    <a:pt x="235819" y="282865"/>
                    <a:pt x="187028" y="650778"/>
                    <a:pt x="112712" y="643123"/>
                  </a:cubicBezTo>
                  <a:cubicBezTo>
                    <a:pt x="207169" y="604247"/>
                    <a:pt x="323055" y="736821"/>
                    <a:pt x="429418" y="771764"/>
                  </a:cubicBezTo>
                  <a:cubicBezTo>
                    <a:pt x="592137" y="801133"/>
                    <a:pt x="692944" y="806689"/>
                    <a:pt x="896144" y="767002"/>
                  </a:cubicBezTo>
                  <a:cubicBezTo>
                    <a:pt x="1016000" y="724121"/>
                    <a:pt x="1166813" y="619329"/>
                    <a:pt x="1255713" y="638360"/>
                  </a:cubicBezTo>
                  <a:cubicBezTo>
                    <a:pt x="1119188" y="539159"/>
                    <a:pt x="1120776" y="201834"/>
                    <a:pt x="679451" y="319326"/>
                  </a:cubicBezTo>
                  <a:cubicBezTo>
                    <a:pt x="625674" y="300671"/>
                    <a:pt x="577814" y="291875"/>
                    <a:pt x="535064" y="290749"/>
                  </a:cubicBezTo>
                  <a:close/>
                </a:path>
              </a:pathLst>
            </a:custGeom>
            <a:solidFill>
              <a:srgbClr val="E9595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65D1AD7-9199-6BBF-47E3-AA11558CC768}"/>
                </a:ext>
              </a:extLst>
            </p:cNvPr>
            <p:cNvSpPr/>
            <p:nvPr/>
          </p:nvSpPr>
          <p:spPr>
            <a:xfrm rot="985865" flipH="1">
              <a:off x="2525912" y="1040616"/>
              <a:ext cx="119063" cy="21432"/>
            </a:xfrm>
            <a:custGeom>
              <a:avLst/>
              <a:gdLst>
                <a:gd name="connsiteX0" fmla="*/ 104775 w 104775"/>
                <a:gd name="connsiteY0" fmla="*/ 0 h 19050"/>
                <a:gd name="connsiteX1" fmla="*/ 0 w 104775"/>
                <a:gd name="connsiteY1" fmla="*/ 19050 h 19050"/>
                <a:gd name="connsiteX2" fmla="*/ 0 w 104775"/>
                <a:gd name="connsiteY2" fmla="*/ 19050 h 19050"/>
                <a:gd name="connsiteX0" fmla="*/ 119063 w 119063"/>
                <a:gd name="connsiteY0" fmla="*/ 0 h 21432"/>
                <a:gd name="connsiteX1" fmla="*/ 0 w 119063"/>
                <a:gd name="connsiteY1" fmla="*/ 21432 h 21432"/>
                <a:gd name="connsiteX2" fmla="*/ 0 w 119063"/>
                <a:gd name="connsiteY2" fmla="*/ 21432 h 21432"/>
                <a:gd name="connsiteX0" fmla="*/ 119063 w 119063"/>
                <a:gd name="connsiteY0" fmla="*/ 0 h 21432"/>
                <a:gd name="connsiteX1" fmla="*/ 0 w 119063"/>
                <a:gd name="connsiteY1" fmla="*/ 21432 h 21432"/>
                <a:gd name="connsiteX2" fmla="*/ 0 w 119063"/>
                <a:gd name="connsiteY2" fmla="*/ 21432 h 2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63" h="21432">
                  <a:moveTo>
                    <a:pt x="119063" y="0"/>
                  </a:moveTo>
                  <a:cubicBezTo>
                    <a:pt x="79375" y="7144"/>
                    <a:pt x="51594" y="1"/>
                    <a:pt x="0" y="21432"/>
                  </a:cubicBezTo>
                  <a:lnTo>
                    <a:pt x="0" y="21432"/>
                  </a:lnTo>
                </a:path>
              </a:pathLst>
            </a:custGeom>
            <a:solidFill>
              <a:srgbClr val="E9595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B679456-BF37-A807-F2AA-DEE72E158E86}"/>
                </a:ext>
              </a:extLst>
            </p:cNvPr>
            <p:cNvSpPr/>
            <p:nvPr/>
          </p:nvSpPr>
          <p:spPr>
            <a:xfrm rot="21043572">
              <a:off x="1291608" y="1046765"/>
              <a:ext cx="119063" cy="21432"/>
            </a:xfrm>
            <a:custGeom>
              <a:avLst/>
              <a:gdLst>
                <a:gd name="connsiteX0" fmla="*/ 104775 w 104775"/>
                <a:gd name="connsiteY0" fmla="*/ 0 h 19050"/>
                <a:gd name="connsiteX1" fmla="*/ 0 w 104775"/>
                <a:gd name="connsiteY1" fmla="*/ 19050 h 19050"/>
                <a:gd name="connsiteX2" fmla="*/ 0 w 104775"/>
                <a:gd name="connsiteY2" fmla="*/ 19050 h 19050"/>
                <a:gd name="connsiteX0" fmla="*/ 119063 w 119063"/>
                <a:gd name="connsiteY0" fmla="*/ 0 h 21432"/>
                <a:gd name="connsiteX1" fmla="*/ 0 w 119063"/>
                <a:gd name="connsiteY1" fmla="*/ 21432 h 21432"/>
                <a:gd name="connsiteX2" fmla="*/ 0 w 119063"/>
                <a:gd name="connsiteY2" fmla="*/ 21432 h 21432"/>
                <a:gd name="connsiteX0" fmla="*/ 119063 w 119063"/>
                <a:gd name="connsiteY0" fmla="*/ 0 h 21432"/>
                <a:gd name="connsiteX1" fmla="*/ 0 w 119063"/>
                <a:gd name="connsiteY1" fmla="*/ 21432 h 21432"/>
                <a:gd name="connsiteX2" fmla="*/ 0 w 119063"/>
                <a:gd name="connsiteY2" fmla="*/ 21432 h 2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63" h="21432">
                  <a:moveTo>
                    <a:pt x="119063" y="0"/>
                  </a:moveTo>
                  <a:cubicBezTo>
                    <a:pt x="79375" y="7144"/>
                    <a:pt x="51594" y="1"/>
                    <a:pt x="0" y="21432"/>
                  </a:cubicBezTo>
                  <a:lnTo>
                    <a:pt x="0" y="21432"/>
                  </a:lnTo>
                </a:path>
              </a:pathLst>
            </a:custGeom>
            <a:solidFill>
              <a:srgbClr val="E9595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118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EFC1D4-CEA3-8A34-243B-24B2796A92C3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J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3E704CB-C50E-C4D1-37B4-618C2D04A1D0}"/>
              </a:ext>
            </a:extLst>
          </p:cNvPr>
          <p:cNvGrpSpPr/>
          <p:nvPr/>
        </p:nvGrpSpPr>
        <p:grpSpPr>
          <a:xfrm>
            <a:off x="1947708" y="2123268"/>
            <a:ext cx="6874711" cy="3868429"/>
            <a:chOff x="3381537" y="3721472"/>
            <a:chExt cx="2864580" cy="1611911"/>
          </a:xfrm>
        </p:grpSpPr>
        <p:sp>
          <p:nvSpPr>
            <p:cNvPr id="5" name="Rectangle 21">
              <a:extLst>
                <a:ext uri="{FF2B5EF4-FFF2-40B4-BE49-F238E27FC236}">
                  <a16:creationId xmlns:a16="http://schemas.microsoft.com/office/drawing/2014/main" id="{7E8CF6BD-E07C-4A61-6BBD-2F162063CF3B}"/>
                </a:ext>
              </a:extLst>
            </p:cNvPr>
            <p:cNvSpPr/>
            <p:nvPr/>
          </p:nvSpPr>
          <p:spPr>
            <a:xfrm>
              <a:off x="3422522" y="4152435"/>
              <a:ext cx="2767085" cy="814681"/>
            </a:xfrm>
            <a:custGeom>
              <a:avLst/>
              <a:gdLst>
                <a:gd name="connsiteX0" fmla="*/ 0 w 2197290"/>
                <a:gd name="connsiteY0" fmla="*/ 0 h 750627"/>
                <a:gd name="connsiteX1" fmla="*/ 2197290 w 2197290"/>
                <a:gd name="connsiteY1" fmla="*/ 0 h 750627"/>
                <a:gd name="connsiteX2" fmla="*/ 2197290 w 2197290"/>
                <a:gd name="connsiteY2" fmla="*/ 750627 h 750627"/>
                <a:gd name="connsiteX3" fmla="*/ 0 w 2197290"/>
                <a:gd name="connsiteY3" fmla="*/ 750627 h 750627"/>
                <a:gd name="connsiteX4" fmla="*/ 0 w 2197290"/>
                <a:gd name="connsiteY4" fmla="*/ 0 h 750627"/>
                <a:gd name="connsiteX0" fmla="*/ 0 w 2197290"/>
                <a:gd name="connsiteY0" fmla="*/ 177042 h 927669"/>
                <a:gd name="connsiteX1" fmla="*/ 1076278 w 2197290"/>
                <a:gd name="connsiteY1" fmla="*/ 0 h 927669"/>
                <a:gd name="connsiteX2" fmla="*/ 2197290 w 2197290"/>
                <a:gd name="connsiteY2" fmla="*/ 177042 h 927669"/>
                <a:gd name="connsiteX3" fmla="*/ 2197290 w 2197290"/>
                <a:gd name="connsiteY3" fmla="*/ 927669 h 927669"/>
                <a:gd name="connsiteX4" fmla="*/ 0 w 2197290"/>
                <a:gd name="connsiteY4" fmla="*/ 927669 h 927669"/>
                <a:gd name="connsiteX5" fmla="*/ 0 w 2197290"/>
                <a:gd name="connsiteY5" fmla="*/ 177042 h 927669"/>
                <a:gd name="connsiteX0" fmla="*/ 0 w 2540190"/>
                <a:gd name="connsiteY0" fmla="*/ 177042 h 927669"/>
                <a:gd name="connsiteX1" fmla="*/ 1076278 w 2540190"/>
                <a:gd name="connsiteY1" fmla="*/ 0 h 927669"/>
                <a:gd name="connsiteX2" fmla="*/ 2540190 w 2540190"/>
                <a:gd name="connsiteY2" fmla="*/ 481842 h 927669"/>
                <a:gd name="connsiteX3" fmla="*/ 2197290 w 2540190"/>
                <a:gd name="connsiteY3" fmla="*/ 927669 h 927669"/>
                <a:gd name="connsiteX4" fmla="*/ 0 w 2540190"/>
                <a:gd name="connsiteY4" fmla="*/ 927669 h 927669"/>
                <a:gd name="connsiteX5" fmla="*/ 0 w 2540190"/>
                <a:gd name="connsiteY5" fmla="*/ 1770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266700 w 2806890"/>
                <a:gd name="connsiteY4" fmla="*/ 927669 h 927669"/>
                <a:gd name="connsiteX5" fmla="*/ 0 w 2806890"/>
                <a:gd name="connsiteY5" fmla="*/ 4691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0 w 2806890"/>
                <a:gd name="connsiteY4" fmla="*/ 469142 h 927669"/>
                <a:gd name="connsiteX0" fmla="*/ 0 w 2806890"/>
                <a:gd name="connsiteY0" fmla="*/ 469142 h 481842"/>
                <a:gd name="connsiteX1" fmla="*/ 1342978 w 2806890"/>
                <a:gd name="connsiteY1" fmla="*/ 0 h 481842"/>
                <a:gd name="connsiteX2" fmla="*/ 2806890 w 2806890"/>
                <a:gd name="connsiteY2" fmla="*/ 481842 h 481842"/>
                <a:gd name="connsiteX3" fmla="*/ 0 w 2806890"/>
                <a:gd name="connsiteY3" fmla="*/ 469142 h 481842"/>
                <a:gd name="connsiteX0" fmla="*/ 0 w 2806890"/>
                <a:gd name="connsiteY0" fmla="*/ 534591 h 547291"/>
                <a:gd name="connsiteX1" fmla="*/ 1342978 w 2806890"/>
                <a:gd name="connsiteY1" fmla="*/ 65449 h 547291"/>
                <a:gd name="connsiteX2" fmla="*/ 2806890 w 2806890"/>
                <a:gd name="connsiteY2" fmla="*/ 547291 h 547291"/>
                <a:gd name="connsiteX3" fmla="*/ 0 w 2806890"/>
                <a:gd name="connsiteY3" fmla="*/ 534591 h 547291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37691 h 550391"/>
                <a:gd name="connsiteX1" fmla="*/ 1342978 w 2806890"/>
                <a:gd name="connsiteY1" fmla="*/ 68549 h 550391"/>
                <a:gd name="connsiteX2" fmla="*/ 2806890 w 2806890"/>
                <a:gd name="connsiteY2" fmla="*/ 550391 h 550391"/>
                <a:gd name="connsiteX3" fmla="*/ 0 w 2806890"/>
                <a:gd name="connsiteY3" fmla="*/ 537691 h 550391"/>
                <a:gd name="connsiteX0" fmla="*/ 0 w 2806890"/>
                <a:gd name="connsiteY0" fmla="*/ 528404 h 541104"/>
                <a:gd name="connsiteX1" fmla="*/ 1342978 w 2806890"/>
                <a:gd name="connsiteY1" fmla="*/ 59262 h 541104"/>
                <a:gd name="connsiteX2" fmla="*/ 2806890 w 2806890"/>
                <a:gd name="connsiteY2" fmla="*/ 541104 h 541104"/>
                <a:gd name="connsiteX3" fmla="*/ 0 w 2806890"/>
                <a:gd name="connsiteY3" fmla="*/ 528404 h 541104"/>
                <a:gd name="connsiteX0" fmla="*/ 0 w 2806890"/>
                <a:gd name="connsiteY0" fmla="*/ 537470 h 550170"/>
                <a:gd name="connsiteX1" fmla="*/ 1342978 w 2806890"/>
                <a:gd name="connsiteY1" fmla="*/ 68328 h 550170"/>
                <a:gd name="connsiteX2" fmla="*/ 2806890 w 2806890"/>
                <a:gd name="connsiteY2" fmla="*/ 550170 h 550170"/>
                <a:gd name="connsiteX3" fmla="*/ 0 w 2806890"/>
                <a:gd name="connsiteY3" fmla="*/ 537470 h 550170"/>
                <a:gd name="connsiteX0" fmla="*/ 0 w 2844990"/>
                <a:gd name="connsiteY0" fmla="*/ 514854 h 552954"/>
                <a:gd name="connsiteX1" fmla="*/ 1381078 w 2844990"/>
                <a:gd name="connsiteY1" fmla="*/ 71112 h 552954"/>
                <a:gd name="connsiteX2" fmla="*/ 2844990 w 2844990"/>
                <a:gd name="connsiteY2" fmla="*/ 552954 h 552954"/>
                <a:gd name="connsiteX3" fmla="*/ 0 w 2844990"/>
                <a:gd name="connsiteY3" fmla="*/ 514854 h 552954"/>
                <a:gd name="connsiteX0" fmla="*/ 0 w 2844990"/>
                <a:gd name="connsiteY0" fmla="*/ 504929 h 543029"/>
                <a:gd name="connsiteX1" fmla="*/ 1381078 w 2844990"/>
                <a:gd name="connsiteY1" fmla="*/ 61187 h 543029"/>
                <a:gd name="connsiteX2" fmla="*/ 2844990 w 2844990"/>
                <a:gd name="connsiteY2" fmla="*/ 543029 h 543029"/>
                <a:gd name="connsiteX3" fmla="*/ 0 w 2844990"/>
                <a:gd name="connsiteY3" fmla="*/ 504929 h 543029"/>
                <a:gd name="connsiteX0" fmla="*/ 0 w 2844990"/>
                <a:gd name="connsiteY0" fmla="*/ 504929 h 1116030"/>
                <a:gd name="connsiteX1" fmla="*/ 1381078 w 2844990"/>
                <a:gd name="connsiteY1" fmla="*/ 61187 h 1116030"/>
                <a:gd name="connsiteX2" fmla="*/ 2844990 w 2844990"/>
                <a:gd name="connsiteY2" fmla="*/ 543029 h 1116030"/>
                <a:gd name="connsiteX3" fmla="*/ 0 w 2844990"/>
                <a:gd name="connsiteY3" fmla="*/ 504929 h 1116030"/>
                <a:gd name="connsiteX0" fmla="*/ 0 w 2844990"/>
                <a:gd name="connsiteY0" fmla="*/ 504929 h 1611911"/>
                <a:gd name="connsiteX1" fmla="*/ 1381078 w 2844990"/>
                <a:gd name="connsiteY1" fmla="*/ 61187 h 1611911"/>
                <a:gd name="connsiteX2" fmla="*/ 2844990 w 2844990"/>
                <a:gd name="connsiteY2" fmla="*/ 543029 h 1611911"/>
                <a:gd name="connsiteX3" fmla="*/ 0 w 2844990"/>
                <a:gd name="connsiteY3" fmla="*/ 504929 h 1611911"/>
                <a:gd name="connsiteX0" fmla="*/ 0 w 2851340"/>
                <a:gd name="connsiteY0" fmla="*/ 313239 h 1542672"/>
                <a:gd name="connsiteX1" fmla="*/ 1387428 w 2851340"/>
                <a:gd name="connsiteY1" fmla="*/ 88062 h 1542672"/>
                <a:gd name="connsiteX2" fmla="*/ 2851340 w 2851340"/>
                <a:gd name="connsiteY2" fmla="*/ 569904 h 1542672"/>
                <a:gd name="connsiteX3" fmla="*/ 0 w 2851340"/>
                <a:gd name="connsiteY3" fmla="*/ 313239 h 1542672"/>
                <a:gd name="connsiteX0" fmla="*/ 0 w 2692590"/>
                <a:gd name="connsiteY0" fmla="*/ 313239 h 1412968"/>
                <a:gd name="connsiteX1" fmla="*/ 1387428 w 2692590"/>
                <a:gd name="connsiteY1" fmla="*/ 88062 h 1412968"/>
                <a:gd name="connsiteX2" fmla="*/ 2692590 w 2692590"/>
                <a:gd name="connsiteY2" fmla="*/ 337680 h 1412968"/>
                <a:gd name="connsiteX3" fmla="*/ 0 w 2692590"/>
                <a:gd name="connsiteY3" fmla="*/ 313239 h 1412968"/>
                <a:gd name="connsiteX0" fmla="*/ 0 w 2692590"/>
                <a:gd name="connsiteY0" fmla="*/ 0 h 1099729"/>
                <a:gd name="connsiteX1" fmla="*/ 2692590 w 2692590"/>
                <a:gd name="connsiteY1" fmla="*/ 24441 h 1099729"/>
                <a:gd name="connsiteX2" fmla="*/ 0 w 2692590"/>
                <a:gd name="connsiteY2" fmla="*/ 0 h 1099729"/>
                <a:gd name="connsiteX0" fmla="*/ 0 w 2692590"/>
                <a:gd name="connsiteY0" fmla="*/ 192313 h 1292042"/>
                <a:gd name="connsiteX1" fmla="*/ 2692590 w 2692590"/>
                <a:gd name="connsiteY1" fmla="*/ 216754 h 1292042"/>
                <a:gd name="connsiteX2" fmla="*/ 0 w 2692590"/>
                <a:gd name="connsiteY2" fmla="*/ 192313 h 1292042"/>
                <a:gd name="connsiteX0" fmla="*/ 0 w 2692590"/>
                <a:gd name="connsiteY0" fmla="*/ 240044 h 1339773"/>
                <a:gd name="connsiteX1" fmla="*/ 2692590 w 2692590"/>
                <a:gd name="connsiteY1" fmla="*/ 264485 h 1339773"/>
                <a:gd name="connsiteX2" fmla="*/ 0 w 2692590"/>
                <a:gd name="connsiteY2" fmla="*/ 240044 h 1339773"/>
                <a:gd name="connsiteX0" fmla="*/ 0 w 2692590"/>
                <a:gd name="connsiteY0" fmla="*/ 264809 h 1364538"/>
                <a:gd name="connsiteX1" fmla="*/ 2692590 w 2692590"/>
                <a:gd name="connsiteY1" fmla="*/ 289250 h 1364538"/>
                <a:gd name="connsiteX2" fmla="*/ 0 w 2692590"/>
                <a:gd name="connsiteY2" fmla="*/ 264809 h 1364538"/>
                <a:gd name="connsiteX0" fmla="*/ 0 w 2692590"/>
                <a:gd name="connsiteY0" fmla="*/ 264809 h 1220348"/>
                <a:gd name="connsiteX1" fmla="*/ 2692590 w 2692590"/>
                <a:gd name="connsiteY1" fmla="*/ 289250 h 1220348"/>
                <a:gd name="connsiteX2" fmla="*/ 0 w 2692590"/>
                <a:gd name="connsiteY2" fmla="*/ 264809 h 1220348"/>
                <a:gd name="connsiteX0" fmla="*/ 0 w 2692590"/>
                <a:gd name="connsiteY0" fmla="*/ 264809 h 1546770"/>
                <a:gd name="connsiteX1" fmla="*/ 2692590 w 2692590"/>
                <a:gd name="connsiteY1" fmla="*/ 289250 h 1546770"/>
                <a:gd name="connsiteX2" fmla="*/ 0 w 2692590"/>
                <a:gd name="connsiteY2" fmla="*/ 264809 h 1546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2590" h="1546770">
                  <a:moveTo>
                    <a:pt x="0" y="264809"/>
                  </a:moveTo>
                  <a:cubicBezTo>
                    <a:pt x="878480" y="-177833"/>
                    <a:pt x="1998260" y="7897"/>
                    <a:pt x="2692590" y="289250"/>
                  </a:cubicBezTo>
                  <a:cubicBezTo>
                    <a:pt x="2195110" y="1443462"/>
                    <a:pt x="948330" y="2429665"/>
                    <a:pt x="0" y="264809"/>
                  </a:cubicBezTo>
                  <a:close/>
                </a:path>
              </a:pathLst>
            </a:custGeom>
            <a:solidFill>
              <a:srgbClr val="252B2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29804E0-2D73-6658-2553-326F623CCEFE}"/>
                </a:ext>
              </a:extLst>
            </p:cNvPr>
            <p:cNvGrpSpPr/>
            <p:nvPr/>
          </p:nvGrpSpPr>
          <p:grpSpPr>
            <a:xfrm>
              <a:off x="3381537" y="3721472"/>
              <a:ext cx="2864580" cy="1611911"/>
              <a:chOff x="3643322" y="3697287"/>
              <a:chExt cx="2864580" cy="1611911"/>
            </a:xfrm>
          </p:grpSpPr>
          <p:sp>
            <p:nvSpPr>
              <p:cNvPr id="7" name="Oval 48">
                <a:extLst>
                  <a:ext uri="{FF2B5EF4-FFF2-40B4-BE49-F238E27FC236}">
                    <a16:creationId xmlns:a16="http://schemas.microsoft.com/office/drawing/2014/main" id="{071AB615-D4FC-84C4-5714-19FB6D9CD22D}"/>
                  </a:ext>
                </a:extLst>
              </p:cNvPr>
              <p:cNvSpPr/>
              <p:nvPr/>
            </p:nvSpPr>
            <p:spPr>
              <a:xfrm>
                <a:off x="3864258" y="4302704"/>
                <a:ext cx="2348645" cy="748068"/>
              </a:xfrm>
              <a:custGeom>
                <a:avLst/>
                <a:gdLst>
                  <a:gd name="connsiteX0" fmla="*/ 0 w 1605176"/>
                  <a:gd name="connsiteY0" fmla="*/ 523803 h 1047605"/>
                  <a:gd name="connsiteX1" fmla="*/ 802588 w 1605176"/>
                  <a:gd name="connsiteY1" fmla="*/ 0 h 1047605"/>
                  <a:gd name="connsiteX2" fmla="*/ 1605176 w 1605176"/>
                  <a:gd name="connsiteY2" fmla="*/ 523803 h 1047605"/>
                  <a:gd name="connsiteX3" fmla="*/ 802588 w 1605176"/>
                  <a:gd name="connsiteY3" fmla="*/ 1047606 h 1047605"/>
                  <a:gd name="connsiteX4" fmla="*/ 0 w 1605176"/>
                  <a:gd name="connsiteY4" fmla="*/ 523803 h 1047605"/>
                  <a:gd name="connsiteX0" fmla="*/ 0 w 1627486"/>
                  <a:gd name="connsiteY0" fmla="*/ 65475 h 589278"/>
                  <a:gd name="connsiteX1" fmla="*/ 1605176 w 1627486"/>
                  <a:gd name="connsiteY1" fmla="*/ 65475 h 589278"/>
                  <a:gd name="connsiteX2" fmla="*/ 802588 w 1627486"/>
                  <a:gd name="connsiteY2" fmla="*/ 589278 h 589278"/>
                  <a:gd name="connsiteX3" fmla="*/ 0 w 1627486"/>
                  <a:gd name="connsiteY3" fmla="*/ 65475 h 589278"/>
                  <a:gd name="connsiteX0" fmla="*/ 16221 w 1607759"/>
                  <a:gd name="connsiteY0" fmla="*/ 55424 h 579244"/>
                  <a:gd name="connsiteX1" fmla="*/ 1589647 w 1607759"/>
                  <a:gd name="connsiteY1" fmla="*/ 74474 h 579244"/>
                  <a:gd name="connsiteX2" fmla="*/ 818809 w 1607759"/>
                  <a:gd name="connsiteY2" fmla="*/ 579227 h 579244"/>
                  <a:gd name="connsiteX3" fmla="*/ 16221 w 1607759"/>
                  <a:gd name="connsiteY3" fmla="*/ 55424 h 579244"/>
                  <a:gd name="connsiteX0" fmla="*/ 16221 w 1607759"/>
                  <a:gd name="connsiteY0" fmla="*/ 76391 h 600211"/>
                  <a:gd name="connsiteX1" fmla="*/ 1589647 w 1607759"/>
                  <a:gd name="connsiteY1" fmla="*/ 95441 h 600211"/>
                  <a:gd name="connsiteX2" fmla="*/ 818809 w 1607759"/>
                  <a:gd name="connsiteY2" fmla="*/ 600194 h 600211"/>
                  <a:gd name="connsiteX3" fmla="*/ 16221 w 1607759"/>
                  <a:gd name="connsiteY3" fmla="*/ 76391 h 600211"/>
                  <a:gd name="connsiteX0" fmla="*/ 16221 w 1607759"/>
                  <a:gd name="connsiteY0" fmla="*/ 76391 h 600214"/>
                  <a:gd name="connsiteX1" fmla="*/ 1589647 w 1607759"/>
                  <a:gd name="connsiteY1" fmla="*/ 95441 h 600214"/>
                  <a:gd name="connsiteX2" fmla="*/ 818809 w 1607759"/>
                  <a:gd name="connsiteY2" fmla="*/ 600194 h 600214"/>
                  <a:gd name="connsiteX3" fmla="*/ 16221 w 1607759"/>
                  <a:gd name="connsiteY3" fmla="*/ 76391 h 600214"/>
                  <a:gd name="connsiteX0" fmla="*/ 19041 w 1610579"/>
                  <a:gd name="connsiteY0" fmla="*/ 100548 h 624371"/>
                  <a:gd name="connsiteX1" fmla="*/ 1592467 w 1610579"/>
                  <a:gd name="connsiteY1" fmla="*/ 119598 h 624371"/>
                  <a:gd name="connsiteX2" fmla="*/ 821629 w 1610579"/>
                  <a:gd name="connsiteY2" fmla="*/ 624351 h 624371"/>
                  <a:gd name="connsiteX3" fmla="*/ 19041 w 1610579"/>
                  <a:gd name="connsiteY3" fmla="*/ 100548 h 624371"/>
                  <a:gd name="connsiteX0" fmla="*/ 19300 w 1598089"/>
                  <a:gd name="connsiteY0" fmla="*/ 103441 h 620903"/>
                  <a:gd name="connsiteX1" fmla="*/ 1580026 w 1598089"/>
                  <a:gd name="connsiteY1" fmla="*/ 116141 h 620903"/>
                  <a:gd name="connsiteX2" fmla="*/ 809188 w 1598089"/>
                  <a:gd name="connsiteY2" fmla="*/ 620894 h 620903"/>
                  <a:gd name="connsiteX3" fmla="*/ 19300 w 1598089"/>
                  <a:gd name="connsiteY3" fmla="*/ 103441 h 620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8089" h="620903">
                    <a:moveTo>
                      <a:pt x="19300" y="103441"/>
                    </a:moveTo>
                    <a:cubicBezTo>
                      <a:pt x="160473" y="-44185"/>
                      <a:pt x="1433561" y="-28309"/>
                      <a:pt x="1580026" y="116141"/>
                    </a:cubicBezTo>
                    <a:cubicBezTo>
                      <a:pt x="1713791" y="254242"/>
                      <a:pt x="1069309" y="623011"/>
                      <a:pt x="809188" y="620894"/>
                    </a:cubicBezTo>
                    <a:cubicBezTo>
                      <a:pt x="549067" y="618777"/>
                      <a:pt x="-121873" y="251067"/>
                      <a:pt x="19300" y="103441"/>
                    </a:cubicBezTo>
                    <a:close/>
                  </a:path>
                </a:pathLst>
              </a:custGeom>
              <a:solidFill>
                <a:srgbClr val="D7797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06707458-08A6-C3EF-2CD7-9DDF70A391F1}"/>
                  </a:ext>
                </a:extLst>
              </p:cNvPr>
              <p:cNvSpPr/>
              <p:nvPr/>
            </p:nvSpPr>
            <p:spPr>
              <a:xfrm>
                <a:off x="4006848" y="4648941"/>
                <a:ext cx="2098115" cy="429042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  <a:gd name="connsiteX0" fmla="*/ 5556 w 1688959"/>
                  <a:gd name="connsiteY0" fmla="*/ 150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17" fmla="*/ 5556 w 1688959"/>
                  <a:gd name="connsiteY17" fmla="*/ 1503 h 262241"/>
                  <a:gd name="connsiteX0" fmla="*/ 979 w 1688959"/>
                  <a:gd name="connsiteY0" fmla="*/ 18462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0" fmla="*/ 0 w 1688959"/>
                  <a:gd name="connsiteY0" fmla="*/ 4238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0" fmla="*/ 0 w 1605227"/>
                  <a:gd name="connsiteY0" fmla="*/ 87037 h 262241"/>
                  <a:gd name="connsiteX1" fmla="*/ 88512 w 1605227"/>
                  <a:gd name="connsiteY1" fmla="*/ 25329 h 262241"/>
                  <a:gd name="connsiteX2" fmla="*/ 295681 w 1605227"/>
                  <a:gd name="connsiteY2" fmla="*/ 51523 h 262241"/>
                  <a:gd name="connsiteX3" fmla="*/ 431412 w 1605227"/>
                  <a:gd name="connsiteY3" fmla="*/ 63429 h 262241"/>
                  <a:gd name="connsiteX4" fmla="*/ 583812 w 1605227"/>
                  <a:gd name="connsiteY4" fmla="*/ 70573 h 262241"/>
                  <a:gd name="connsiteX5" fmla="*/ 757643 w 1605227"/>
                  <a:gd name="connsiteY5" fmla="*/ 68192 h 262241"/>
                  <a:gd name="connsiteX6" fmla="*/ 912424 w 1605227"/>
                  <a:gd name="connsiteY6" fmla="*/ 72954 h 262241"/>
                  <a:gd name="connsiteX7" fmla="*/ 1086256 w 1605227"/>
                  <a:gd name="connsiteY7" fmla="*/ 75335 h 262241"/>
                  <a:gd name="connsiteX8" fmla="*/ 1233893 w 1605227"/>
                  <a:gd name="connsiteY8" fmla="*/ 58667 h 262241"/>
                  <a:gd name="connsiteX9" fmla="*/ 1433918 w 1605227"/>
                  <a:gd name="connsiteY9" fmla="*/ 37235 h 262241"/>
                  <a:gd name="connsiteX10" fmla="*/ 1588698 w 1605227"/>
                  <a:gd name="connsiteY10" fmla="*/ 8646 h 262241"/>
                  <a:gd name="connsiteX11" fmla="*/ 1601786 w 1605227"/>
                  <a:gd name="connsiteY11" fmla="*/ 41120 h 262241"/>
                  <a:gd name="connsiteX12" fmla="*/ 1605227 w 1605227"/>
                  <a:gd name="connsiteY12" fmla="*/ 58475 h 262241"/>
                  <a:gd name="connsiteX13" fmla="*/ 1480650 w 1605227"/>
                  <a:gd name="connsiteY13" fmla="*/ 115486 h 262241"/>
                  <a:gd name="connsiteX14" fmla="*/ 0 w 1605227"/>
                  <a:gd name="connsiteY14" fmla="*/ 87037 h 262241"/>
                  <a:gd name="connsiteX0" fmla="*/ 0 w 1605227"/>
                  <a:gd name="connsiteY0" fmla="*/ 85881 h 261085"/>
                  <a:gd name="connsiteX1" fmla="*/ 295681 w 1605227"/>
                  <a:gd name="connsiteY1" fmla="*/ 50367 h 261085"/>
                  <a:gd name="connsiteX2" fmla="*/ 431412 w 1605227"/>
                  <a:gd name="connsiteY2" fmla="*/ 62273 h 261085"/>
                  <a:gd name="connsiteX3" fmla="*/ 583812 w 1605227"/>
                  <a:gd name="connsiteY3" fmla="*/ 69417 h 261085"/>
                  <a:gd name="connsiteX4" fmla="*/ 757643 w 1605227"/>
                  <a:gd name="connsiteY4" fmla="*/ 67036 h 261085"/>
                  <a:gd name="connsiteX5" fmla="*/ 912424 w 1605227"/>
                  <a:gd name="connsiteY5" fmla="*/ 71798 h 261085"/>
                  <a:gd name="connsiteX6" fmla="*/ 1086256 w 1605227"/>
                  <a:gd name="connsiteY6" fmla="*/ 74179 h 261085"/>
                  <a:gd name="connsiteX7" fmla="*/ 1233893 w 1605227"/>
                  <a:gd name="connsiteY7" fmla="*/ 57511 h 261085"/>
                  <a:gd name="connsiteX8" fmla="*/ 1433918 w 1605227"/>
                  <a:gd name="connsiteY8" fmla="*/ 36079 h 261085"/>
                  <a:gd name="connsiteX9" fmla="*/ 1588698 w 1605227"/>
                  <a:gd name="connsiteY9" fmla="*/ 7490 h 261085"/>
                  <a:gd name="connsiteX10" fmla="*/ 1601786 w 1605227"/>
                  <a:gd name="connsiteY10" fmla="*/ 39964 h 261085"/>
                  <a:gd name="connsiteX11" fmla="*/ 1605227 w 1605227"/>
                  <a:gd name="connsiteY11" fmla="*/ 57319 h 261085"/>
                  <a:gd name="connsiteX12" fmla="*/ 1480650 w 1605227"/>
                  <a:gd name="connsiteY12" fmla="*/ 114330 h 261085"/>
                  <a:gd name="connsiteX13" fmla="*/ 0 w 1605227"/>
                  <a:gd name="connsiteY13" fmla="*/ 85881 h 261085"/>
                  <a:gd name="connsiteX0" fmla="*/ 0 w 1309952"/>
                  <a:gd name="connsiteY0" fmla="*/ 162081 h 305286"/>
                  <a:gd name="connsiteX1" fmla="*/ 406 w 1309952"/>
                  <a:gd name="connsiteY1" fmla="*/ 50367 h 305286"/>
                  <a:gd name="connsiteX2" fmla="*/ 136137 w 1309952"/>
                  <a:gd name="connsiteY2" fmla="*/ 62273 h 305286"/>
                  <a:gd name="connsiteX3" fmla="*/ 288537 w 1309952"/>
                  <a:gd name="connsiteY3" fmla="*/ 69417 h 305286"/>
                  <a:gd name="connsiteX4" fmla="*/ 462368 w 1309952"/>
                  <a:gd name="connsiteY4" fmla="*/ 67036 h 305286"/>
                  <a:gd name="connsiteX5" fmla="*/ 617149 w 1309952"/>
                  <a:gd name="connsiteY5" fmla="*/ 71798 h 305286"/>
                  <a:gd name="connsiteX6" fmla="*/ 790981 w 1309952"/>
                  <a:gd name="connsiteY6" fmla="*/ 74179 h 305286"/>
                  <a:gd name="connsiteX7" fmla="*/ 938618 w 1309952"/>
                  <a:gd name="connsiteY7" fmla="*/ 57511 h 305286"/>
                  <a:gd name="connsiteX8" fmla="*/ 1138643 w 1309952"/>
                  <a:gd name="connsiteY8" fmla="*/ 36079 h 305286"/>
                  <a:gd name="connsiteX9" fmla="*/ 1293423 w 1309952"/>
                  <a:gd name="connsiteY9" fmla="*/ 7490 h 305286"/>
                  <a:gd name="connsiteX10" fmla="*/ 1306511 w 1309952"/>
                  <a:gd name="connsiteY10" fmla="*/ 39964 h 305286"/>
                  <a:gd name="connsiteX11" fmla="*/ 1309952 w 1309952"/>
                  <a:gd name="connsiteY11" fmla="*/ 57319 h 305286"/>
                  <a:gd name="connsiteX12" fmla="*/ 1185375 w 1309952"/>
                  <a:gd name="connsiteY12" fmla="*/ 114330 h 305286"/>
                  <a:gd name="connsiteX13" fmla="*/ 0 w 1309952"/>
                  <a:gd name="connsiteY13" fmla="*/ 162081 h 305286"/>
                  <a:gd name="connsiteX0" fmla="*/ 59294 w 1369246"/>
                  <a:gd name="connsiteY0" fmla="*/ 162081 h 305286"/>
                  <a:gd name="connsiteX1" fmla="*/ 195431 w 1369246"/>
                  <a:gd name="connsiteY1" fmla="*/ 62273 h 305286"/>
                  <a:gd name="connsiteX2" fmla="*/ 347831 w 1369246"/>
                  <a:gd name="connsiteY2" fmla="*/ 69417 h 305286"/>
                  <a:gd name="connsiteX3" fmla="*/ 521662 w 1369246"/>
                  <a:gd name="connsiteY3" fmla="*/ 67036 h 305286"/>
                  <a:gd name="connsiteX4" fmla="*/ 676443 w 1369246"/>
                  <a:gd name="connsiteY4" fmla="*/ 71798 h 305286"/>
                  <a:gd name="connsiteX5" fmla="*/ 850275 w 1369246"/>
                  <a:gd name="connsiteY5" fmla="*/ 74179 h 305286"/>
                  <a:gd name="connsiteX6" fmla="*/ 997912 w 1369246"/>
                  <a:gd name="connsiteY6" fmla="*/ 57511 h 305286"/>
                  <a:gd name="connsiteX7" fmla="*/ 1197937 w 1369246"/>
                  <a:gd name="connsiteY7" fmla="*/ 36079 h 305286"/>
                  <a:gd name="connsiteX8" fmla="*/ 1352717 w 1369246"/>
                  <a:gd name="connsiteY8" fmla="*/ 7490 h 305286"/>
                  <a:gd name="connsiteX9" fmla="*/ 1365805 w 1369246"/>
                  <a:gd name="connsiteY9" fmla="*/ 39964 h 305286"/>
                  <a:gd name="connsiteX10" fmla="*/ 1369246 w 1369246"/>
                  <a:gd name="connsiteY10" fmla="*/ 57319 h 305286"/>
                  <a:gd name="connsiteX11" fmla="*/ 1244669 w 1369246"/>
                  <a:gd name="connsiteY11" fmla="*/ 114330 h 305286"/>
                  <a:gd name="connsiteX12" fmla="*/ 59294 w 1369246"/>
                  <a:gd name="connsiteY12" fmla="*/ 162081 h 305286"/>
                  <a:gd name="connsiteX0" fmla="*/ 76644 w 1296108"/>
                  <a:gd name="connsiteY0" fmla="*/ 181131 h 317709"/>
                  <a:gd name="connsiteX1" fmla="*/ 122293 w 1296108"/>
                  <a:gd name="connsiteY1" fmla="*/ 62273 h 317709"/>
                  <a:gd name="connsiteX2" fmla="*/ 274693 w 1296108"/>
                  <a:gd name="connsiteY2" fmla="*/ 69417 h 317709"/>
                  <a:gd name="connsiteX3" fmla="*/ 448524 w 1296108"/>
                  <a:gd name="connsiteY3" fmla="*/ 67036 h 317709"/>
                  <a:gd name="connsiteX4" fmla="*/ 603305 w 1296108"/>
                  <a:gd name="connsiteY4" fmla="*/ 71798 h 317709"/>
                  <a:gd name="connsiteX5" fmla="*/ 777137 w 1296108"/>
                  <a:gd name="connsiteY5" fmla="*/ 74179 h 317709"/>
                  <a:gd name="connsiteX6" fmla="*/ 924774 w 1296108"/>
                  <a:gd name="connsiteY6" fmla="*/ 57511 h 317709"/>
                  <a:gd name="connsiteX7" fmla="*/ 1124799 w 1296108"/>
                  <a:gd name="connsiteY7" fmla="*/ 36079 h 317709"/>
                  <a:gd name="connsiteX8" fmla="*/ 1279579 w 1296108"/>
                  <a:gd name="connsiteY8" fmla="*/ 7490 h 317709"/>
                  <a:gd name="connsiteX9" fmla="*/ 1292667 w 1296108"/>
                  <a:gd name="connsiteY9" fmla="*/ 39964 h 317709"/>
                  <a:gd name="connsiteX10" fmla="*/ 1296108 w 1296108"/>
                  <a:gd name="connsiteY10" fmla="*/ 57319 h 317709"/>
                  <a:gd name="connsiteX11" fmla="*/ 1171531 w 1296108"/>
                  <a:gd name="connsiteY11" fmla="*/ 114330 h 317709"/>
                  <a:gd name="connsiteX12" fmla="*/ 76644 w 1296108"/>
                  <a:gd name="connsiteY12" fmla="*/ 181131 h 317709"/>
                  <a:gd name="connsiteX0" fmla="*/ 68286 w 1287750"/>
                  <a:gd name="connsiteY0" fmla="*/ 181131 h 317709"/>
                  <a:gd name="connsiteX1" fmla="*/ 152035 w 1287750"/>
                  <a:gd name="connsiteY1" fmla="*/ 76560 h 317709"/>
                  <a:gd name="connsiteX2" fmla="*/ 266335 w 1287750"/>
                  <a:gd name="connsiteY2" fmla="*/ 69417 h 317709"/>
                  <a:gd name="connsiteX3" fmla="*/ 440166 w 1287750"/>
                  <a:gd name="connsiteY3" fmla="*/ 67036 h 317709"/>
                  <a:gd name="connsiteX4" fmla="*/ 594947 w 1287750"/>
                  <a:gd name="connsiteY4" fmla="*/ 71798 h 317709"/>
                  <a:gd name="connsiteX5" fmla="*/ 768779 w 1287750"/>
                  <a:gd name="connsiteY5" fmla="*/ 74179 h 317709"/>
                  <a:gd name="connsiteX6" fmla="*/ 916416 w 1287750"/>
                  <a:gd name="connsiteY6" fmla="*/ 57511 h 317709"/>
                  <a:gd name="connsiteX7" fmla="*/ 1116441 w 1287750"/>
                  <a:gd name="connsiteY7" fmla="*/ 36079 h 317709"/>
                  <a:gd name="connsiteX8" fmla="*/ 1271221 w 1287750"/>
                  <a:gd name="connsiteY8" fmla="*/ 7490 h 317709"/>
                  <a:gd name="connsiteX9" fmla="*/ 1284309 w 1287750"/>
                  <a:gd name="connsiteY9" fmla="*/ 39964 h 317709"/>
                  <a:gd name="connsiteX10" fmla="*/ 1287750 w 1287750"/>
                  <a:gd name="connsiteY10" fmla="*/ 57319 h 317709"/>
                  <a:gd name="connsiteX11" fmla="*/ 1163173 w 1287750"/>
                  <a:gd name="connsiteY11" fmla="*/ 114330 h 317709"/>
                  <a:gd name="connsiteX12" fmla="*/ 68286 w 1287750"/>
                  <a:gd name="connsiteY12" fmla="*/ 181131 h 317709"/>
                  <a:gd name="connsiteX0" fmla="*/ 76394 w 1295858"/>
                  <a:gd name="connsiteY0" fmla="*/ 181131 h 317709"/>
                  <a:gd name="connsiteX1" fmla="*/ 160143 w 1295858"/>
                  <a:gd name="connsiteY1" fmla="*/ 76560 h 317709"/>
                  <a:gd name="connsiteX2" fmla="*/ 274443 w 1295858"/>
                  <a:gd name="connsiteY2" fmla="*/ 69417 h 317709"/>
                  <a:gd name="connsiteX3" fmla="*/ 448274 w 1295858"/>
                  <a:gd name="connsiteY3" fmla="*/ 67036 h 317709"/>
                  <a:gd name="connsiteX4" fmla="*/ 603055 w 1295858"/>
                  <a:gd name="connsiteY4" fmla="*/ 71798 h 317709"/>
                  <a:gd name="connsiteX5" fmla="*/ 776887 w 1295858"/>
                  <a:gd name="connsiteY5" fmla="*/ 74179 h 317709"/>
                  <a:gd name="connsiteX6" fmla="*/ 924524 w 1295858"/>
                  <a:gd name="connsiteY6" fmla="*/ 57511 h 317709"/>
                  <a:gd name="connsiteX7" fmla="*/ 1124549 w 1295858"/>
                  <a:gd name="connsiteY7" fmla="*/ 36079 h 317709"/>
                  <a:gd name="connsiteX8" fmla="*/ 1279329 w 1295858"/>
                  <a:gd name="connsiteY8" fmla="*/ 7490 h 317709"/>
                  <a:gd name="connsiteX9" fmla="*/ 1292417 w 1295858"/>
                  <a:gd name="connsiteY9" fmla="*/ 39964 h 317709"/>
                  <a:gd name="connsiteX10" fmla="*/ 1295858 w 1295858"/>
                  <a:gd name="connsiteY10" fmla="*/ 57319 h 317709"/>
                  <a:gd name="connsiteX11" fmla="*/ 1171281 w 1295858"/>
                  <a:gd name="connsiteY11" fmla="*/ 114330 h 317709"/>
                  <a:gd name="connsiteX12" fmla="*/ 76394 w 1295858"/>
                  <a:gd name="connsiteY12" fmla="*/ 181131 h 317709"/>
                  <a:gd name="connsiteX0" fmla="*/ 76394 w 1292417"/>
                  <a:gd name="connsiteY0" fmla="*/ 181131 h 317709"/>
                  <a:gd name="connsiteX1" fmla="*/ 160143 w 1292417"/>
                  <a:gd name="connsiteY1" fmla="*/ 76560 h 317709"/>
                  <a:gd name="connsiteX2" fmla="*/ 274443 w 1292417"/>
                  <a:gd name="connsiteY2" fmla="*/ 69417 h 317709"/>
                  <a:gd name="connsiteX3" fmla="*/ 448274 w 1292417"/>
                  <a:gd name="connsiteY3" fmla="*/ 67036 h 317709"/>
                  <a:gd name="connsiteX4" fmla="*/ 603055 w 1292417"/>
                  <a:gd name="connsiteY4" fmla="*/ 71798 h 317709"/>
                  <a:gd name="connsiteX5" fmla="*/ 776887 w 1292417"/>
                  <a:gd name="connsiteY5" fmla="*/ 74179 h 317709"/>
                  <a:gd name="connsiteX6" fmla="*/ 924524 w 1292417"/>
                  <a:gd name="connsiteY6" fmla="*/ 57511 h 317709"/>
                  <a:gd name="connsiteX7" fmla="*/ 1124549 w 1292417"/>
                  <a:gd name="connsiteY7" fmla="*/ 36079 h 317709"/>
                  <a:gd name="connsiteX8" fmla="*/ 1279329 w 1292417"/>
                  <a:gd name="connsiteY8" fmla="*/ 7490 h 317709"/>
                  <a:gd name="connsiteX9" fmla="*/ 1292417 w 1292417"/>
                  <a:gd name="connsiteY9" fmla="*/ 39964 h 317709"/>
                  <a:gd name="connsiteX10" fmla="*/ 1171281 w 1292417"/>
                  <a:gd name="connsiteY10" fmla="*/ 114330 h 317709"/>
                  <a:gd name="connsiteX11" fmla="*/ 76394 w 1292417"/>
                  <a:gd name="connsiteY11" fmla="*/ 181131 h 317709"/>
                  <a:gd name="connsiteX0" fmla="*/ 76394 w 1303664"/>
                  <a:gd name="connsiteY0" fmla="*/ 181131 h 317709"/>
                  <a:gd name="connsiteX1" fmla="*/ 160143 w 1303664"/>
                  <a:gd name="connsiteY1" fmla="*/ 76560 h 317709"/>
                  <a:gd name="connsiteX2" fmla="*/ 274443 w 1303664"/>
                  <a:gd name="connsiteY2" fmla="*/ 69417 h 317709"/>
                  <a:gd name="connsiteX3" fmla="*/ 448274 w 1303664"/>
                  <a:gd name="connsiteY3" fmla="*/ 67036 h 317709"/>
                  <a:gd name="connsiteX4" fmla="*/ 603055 w 1303664"/>
                  <a:gd name="connsiteY4" fmla="*/ 71798 h 317709"/>
                  <a:gd name="connsiteX5" fmla="*/ 776887 w 1303664"/>
                  <a:gd name="connsiteY5" fmla="*/ 74179 h 317709"/>
                  <a:gd name="connsiteX6" fmla="*/ 924524 w 1303664"/>
                  <a:gd name="connsiteY6" fmla="*/ 57511 h 317709"/>
                  <a:gd name="connsiteX7" fmla="*/ 1124549 w 1303664"/>
                  <a:gd name="connsiteY7" fmla="*/ 36079 h 317709"/>
                  <a:gd name="connsiteX8" fmla="*/ 1279329 w 1303664"/>
                  <a:gd name="connsiteY8" fmla="*/ 7490 h 317709"/>
                  <a:gd name="connsiteX9" fmla="*/ 1171281 w 1303664"/>
                  <a:gd name="connsiteY9" fmla="*/ 114330 h 317709"/>
                  <a:gd name="connsiteX10" fmla="*/ 76394 w 1303664"/>
                  <a:gd name="connsiteY10" fmla="*/ 181131 h 317709"/>
                  <a:gd name="connsiteX0" fmla="*/ 76394 w 1279714"/>
                  <a:gd name="connsiteY0" fmla="*/ 181131 h 337196"/>
                  <a:gd name="connsiteX1" fmla="*/ 160143 w 1279714"/>
                  <a:gd name="connsiteY1" fmla="*/ 76560 h 337196"/>
                  <a:gd name="connsiteX2" fmla="*/ 274443 w 1279714"/>
                  <a:gd name="connsiteY2" fmla="*/ 69417 h 337196"/>
                  <a:gd name="connsiteX3" fmla="*/ 448274 w 1279714"/>
                  <a:gd name="connsiteY3" fmla="*/ 67036 h 337196"/>
                  <a:gd name="connsiteX4" fmla="*/ 603055 w 1279714"/>
                  <a:gd name="connsiteY4" fmla="*/ 71798 h 337196"/>
                  <a:gd name="connsiteX5" fmla="*/ 776887 w 1279714"/>
                  <a:gd name="connsiteY5" fmla="*/ 74179 h 337196"/>
                  <a:gd name="connsiteX6" fmla="*/ 924524 w 1279714"/>
                  <a:gd name="connsiteY6" fmla="*/ 57511 h 337196"/>
                  <a:gd name="connsiteX7" fmla="*/ 1124549 w 1279714"/>
                  <a:gd name="connsiteY7" fmla="*/ 36079 h 337196"/>
                  <a:gd name="connsiteX8" fmla="*/ 1279329 w 1279714"/>
                  <a:gd name="connsiteY8" fmla="*/ 7490 h 337196"/>
                  <a:gd name="connsiteX9" fmla="*/ 976019 w 1279714"/>
                  <a:gd name="connsiteY9" fmla="*/ 166717 h 337196"/>
                  <a:gd name="connsiteX10" fmla="*/ 76394 w 1279714"/>
                  <a:gd name="connsiteY10" fmla="*/ 181131 h 337196"/>
                  <a:gd name="connsiteX0" fmla="*/ 76394 w 1129532"/>
                  <a:gd name="connsiteY0" fmla="*/ 166486 h 322551"/>
                  <a:gd name="connsiteX1" fmla="*/ 160143 w 1129532"/>
                  <a:gd name="connsiteY1" fmla="*/ 61915 h 322551"/>
                  <a:gd name="connsiteX2" fmla="*/ 274443 w 1129532"/>
                  <a:gd name="connsiteY2" fmla="*/ 54772 h 322551"/>
                  <a:gd name="connsiteX3" fmla="*/ 448274 w 1129532"/>
                  <a:gd name="connsiteY3" fmla="*/ 52391 h 322551"/>
                  <a:gd name="connsiteX4" fmla="*/ 603055 w 1129532"/>
                  <a:gd name="connsiteY4" fmla="*/ 57153 h 322551"/>
                  <a:gd name="connsiteX5" fmla="*/ 776887 w 1129532"/>
                  <a:gd name="connsiteY5" fmla="*/ 59534 h 322551"/>
                  <a:gd name="connsiteX6" fmla="*/ 924524 w 1129532"/>
                  <a:gd name="connsiteY6" fmla="*/ 42866 h 322551"/>
                  <a:gd name="connsiteX7" fmla="*/ 1124549 w 1129532"/>
                  <a:gd name="connsiteY7" fmla="*/ 21434 h 322551"/>
                  <a:gd name="connsiteX8" fmla="*/ 976019 w 1129532"/>
                  <a:gd name="connsiteY8" fmla="*/ 152072 h 322551"/>
                  <a:gd name="connsiteX9" fmla="*/ 76394 w 1129532"/>
                  <a:gd name="connsiteY9" fmla="*/ 166486 h 322551"/>
                  <a:gd name="connsiteX0" fmla="*/ 76394 w 1033508"/>
                  <a:gd name="connsiteY0" fmla="*/ 133475 h 289540"/>
                  <a:gd name="connsiteX1" fmla="*/ 160143 w 1033508"/>
                  <a:gd name="connsiteY1" fmla="*/ 28904 h 289540"/>
                  <a:gd name="connsiteX2" fmla="*/ 274443 w 1033508"/>
                  <a:gd name="connsiteY2" fmla="*/ 21761 h 289540"/>
                  <a:gd name="connsiteX3" fmla="*/ 448274 w 1033508"/>
                  <a:gd name="connsiteY3" fmla="*/ 19380 h 289540"/>
                  <a:gd name="connsiteX4" fmla="*/ 603055 w 1033508"/>
                  <a:gd name="connsiteY4" fmla="*/ 24142 h 289540"/>
                  <a:gd name="connsiteX5" fmla="*/ 776887 w 1033508"/>
                  <a:gd name="connsiteY5" fmla="*/ 26523 h 289540"/>
                  <a:gd name="connsiteX6" fmla="*/ 924524 w 1033508"/>
                  <a:gd name="connsiteY6" fmla="*/ 9855 h 289540"/>
                  <a:gd name="connsiteX7" fmla="*/ 976019 w 1033508"/>
                  <a:gd name="connsiteY7" fmla="*/ 119061 h 289540"/>
                  <a:gd name="connsiteX8" fmla="*/ 76394 w 1033508"/>
                  <a:gd name="connsiteY8" fmla="*/ 133475 h 289540"/>
                  <a:gd name="connsiteX0" fmla="*/ 76394 w 1006338"/>
                  <a:gd name="connsiteY0" fmla="*/ 132461 h 288526"/>
                  <a:gd name="connsiteX1" fmla="*/ 160143 w 1006338"/>
                  <a:gd name="connsiteY1" fmla="*/ 27890 h 288526"/>
                  <a:gd name="connsiteX2" fmla="*/ 274443 w 1006338"/>
                  <a:gd name="connsiteY2" fmla="*/ 20747 h 288526"/>
                  <a:gd name="connsiteX3" fmla="*/ 448274 w 1006338"/>
                  <a:gd name="connsiteY3" fmla="*/ 18366 h 288526"/>
                  <a:gd name="connsiteX4" fmla="*/ 603055 w 1006338"/>
                  <a:gd name="connsiteY4" fmla="*/ 23128 h 288526"/>
                  <a:gd name="connsiteX5" fmla="*/ 776887 w 1006338"/>
                  <a:gd name="connsiteY5" fmla="*/ 25509 h 288526"/>
                  <a:gd name="connsiteX6" fmla="*/ 976019 w 1006338"/>
                  <a:gd name="connsiteY6" fmla="*/ 118047 h 288526"/>
                  <a:gd name="connsiteX7" fmla="*/ 76394 w 1006338"/>
                  <a:gd name="connsiteY7" fmla="*/ 132461 h 288526"/>
                  <a:gd name="connsiteX0" fmla="*/ 76394 w 1012279"/>
                  <a:gd name="connsiteY0" fmla="*/ 138964 h 295029"/>
                  <a:gd name="connsiteX1" fmla="*/ 160143 w 1012279"/>
                  <a:gd name="connsiteY1" fmla="*/ 34393 h 295029"/>
                  <a:gd name="connsiteX2" fmla="*/ 274443 w 1012279"/>
                  <a:gd name="connsiteY2" fmla="*/ 27250 h 295029"/>
                  <a:gd name="connsiteX3" fmla="*/ 448274 w 1012279"/>
                  <a:gd name="connsiteY3" fmla="*/ 24869 h 295029"/>
                  <a:gd name="connsiteX4" fmla="*/ 603055 w 1012279"/>
                  <a:gd name="connsiteY4" fmla="*/ 29631 h 295029"/>
                  <a:gd name="connsiteX5" fmla="*/ 776887 w 1012279"/>
                  <a:gd name="connsiteY5" fmla="*/ 32012 h 295029"/>
                  <a:gd name="connsiteX6" fmla="*/ 976019 w 1012279"/>
                  <a:gd name="connsiteY6" fmla="*/ 124550 h 295029"/>
                  <a:gd name="connsiteX7" fmla="*/ 76394 w 1012279"/>
                  <a:gd name="connsiteY7" fmla="*/ 138964 h 295029"/>
                  <a:gd name="connsiteX0" fmla="*/ 76394 w 944468"/>
                  <a:gd name="connsiteY0" fmla="*/ 136724 h 300918"/>
                  <a:gd name="connsiteX1" fmla="*/ 160143 w 944468"/>
                  <a:gd name="connsiteY1" fmla="*/ 32153 h 300918"/>
                  <a:gd name="connsiteX2" fmla="*/ 274443 w 944468"/>
                  <a:gd name="connsiteY2" fmla="*/ 25010 h 300918"/>
                  <a:gd name="connsiteX3" fmla="*/ 448274 w 944468"/>
                  <a:gd name="connsiteY3" fmla="*/ 22629 h 300918"/>
                  <a:gd name="connsiteX4" fmla="*/ 603055 w 944468"/>
                  <a:gd name="connsiteY4" fmla="*/ 27391 h 300918"/>
                  <a:gd name="connsiteX5" fmla="*/ 776887 w 944468"/>
                  <a:gd name="connsiteY5" fmla="*/ 29772 h 300918"/>
                  <a:gd name="connsiteX6" fmla="*/ 895056 w 944468"/>
                  <a:gd name="connsiteY6" fmla="*/ 141360 h 300918"/>
                  <a:gd name="connsiteX7" fmla="*/ 76394 w 944468"/>
                  <a:gd name="connsiteY7" fmla="*/ 136724 h 300918"/>
                  <a:gd name="connsiteX0" fmla="*/ 76394 w 944468"/>
                  <a:gd name="connsiteY0" fmla="*/ 136724 h 264385"/>
                  <a:gd name="connsiteX1" fmla="*/ 160143 w 944468"/>
                  <a:gd name="connsiteY1" fmla="*/ 32153 h 264385"/>
                  <a:gd name="connsiteX2" fmla="*/ 274443 w 944468"/>
                  <a:gd name="connsiteY2" fmla="*/ 25010 h 264385"/>
                  <a:gd name="connsiteX3" fmla="*/ 448274 w 944468"/>
                  <a:gd name="connsiteY3" fmla="*/ 22629 h 264385"/>
                  <a:gd name="connsiteX4" fmla="*/ 603055 w 944468"/>
                  <a:gd name="connsiteY4" fmla="*/ 27391 h 264385"/>
                  <a:gd name="connsiteX5" fmla="*/ 776887 w 944468"/>
                  <a:gd name="connsiteY5" fmla="*/ 29772 h 264385"/>
                  <a:gd name="connsiteX6" fmla="*/ 895056 w 944468"/>
                  <a:gd name="connsiteY6" fmla="*/ 141360 h 264385"/>
                  <a:gd name="connsiteX7" fmla="*/ 76394 w 944468"/>
                  <a:gd name="connsiteY7" fmla="*/ 136724 h 264385"/>
                  <a:gd name="connsiteX0" fmla="*/ 76394 w 944468"/>
                  <a:gd name="connsiteY0" fmla="*/ 136724 h 196870"/>
                  <a:gd name="connsiteX1" fmla="*/ 160143 w 944468"/>
                  <a:gd name="connsiteY1" fmla="*/ 32153 h 196870"/>
                  <a:gd name="connsiteX2" fmla="*/ 274443 w 944468"/>
                  <a:gd name="connsiteY2" fmla="*/ 25010 h 196870"/>
                  <a:gd name="connsiteX3" fmla="*/ 448274 w 944468"/>
                  <a:gd name="connsiteY3" fmla="*/ 22629 h 196870"/>
                  <a:gd name="connsiteX4" fmla="*/ 603055 w 944468"/>
                  <a:gd name="connsiteY4" fmla="*/ 27391 h 196870"/>
                  <a:gd name="connsiteX5" fmla="*/ 776887 w 944468"/>
                  <a:gd name="connsiteY5" fmla="*/ 29772 h 196870"/>
                  <a:gd name="connsiteX6" fmla="*/ 895056 w 944468"/>
                  <a:gd name="connsiteY6" fmla="*/ 141360 h 196870"/>
                  <a:gd name="connsiteX7" fmla="*/ 76394 w 944468"/>
                  <a:gd name="connsiteY7" fmla="*/ 136724 h 196870"/>
                  <a:gd name="connsiteX0" fmla="*/ 80454 w 948528"/>
                  <a:gd name="connsiteY0" fmla="*/ 139956 h 200102"/>
                  <a:gd name="connsiteX1" fmla="*/ 164203 w 948528"/>
                  <a:gd name="connsiteY1" fmla="*/ 35385 h 200102"/>
                  <a:gd name="connsiteX2" fmla="*/ 278503 w 948528"/>
                  <a:gd name="connsiteY2" fmla="*/ 28242 h 200102"/>
                  <a:gd name="connsiteX3" fmla="*/ 452334 w 948528"/>
                  <a:gd name="connsiteY3" fmla="*/ 25861 h 200102"/>
                  <a:gd name="connsiteX4" fmla="*/ 607115 w 948528"/>
                  <a:gd name="connsiteY4" fmla="*/ 30623 h 200102"/>
                  <a:gd name="connsiteX5" fmla="*/ 780947 w 948528"/>
                  <a:gd name="connsiteY5" fmla="*/ 33004 h 200102"/>
                  <a:gd name="connsiteX6" fmla="*/ 899116 w 948528"/>
                  <a:gd name="connsiteY6" fmla="*/ 144592 h 200102"/>
                  <a:gd name="connsiteX7" fmla="*/ 80454 w 948528"/>
                  <a:gd name="connsiteY7" fmla="*/ 139956 h 200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8528" h="200102">
                    <a:moveTo>
                      <a:pt x="80454" y="139956"/>
                    </a:moveTo>
                    <a:cubicBezTo>
                      <a:pt x="-94419" y="131280"/>
                      <a:pt x="54201" y="-82521"/>
                      <a:pt x="164203" y="35385"/>
                    </a:cubicBezTo>
                    <a:cubicBezTo>
                      <a:pt x="219766" y="21892"/>
                      <a:pt x="227703" y="-1127"/>
                      <a:pt x="278503" y="28242"/>
                    </a:cubicBezTo>
                    <a:cubicBezTo>
                      <a:pt x="332477" y="11573"/>
                      <a:pt x="381691" y="-7477"/>
                      <a:pt x="452334" y="25861"/>
                    </a:cubicBezTo>
                    <a:cubicBezTo>
                      <a:pt x="522978" y="10779"/>
                      <a:pt x="545996" y="2842"/>
                      <a:pt x="607115" y="30623"/>
                    </a:cubicBezTo>
                    <a:cubicBezTo>
                      <a:pt x="703953" y="2048"/>
                      <a:pt x="710303" y="11572"/>
                      <a:pt x="780947" y="33004"/>
                    </a:cubicBezTo>
                    <a:cubicBezTo>
                      <a:pt x="905020" y="-70239"/>
                      <a:pt x="1015865" y="126767"/>
                      <a:pt x="899116" y="144592"/>
                    </a:cubicBezTo>
                    <a:cubicBezTo>
                      <a:pt x="557866" y="201683"/>
                      <a:pt x="368323" y="235692"/>
                      <a:pt x="80454" y="13995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7440DE13-A958-6B6D-6D5E-B6A18DB38D48}"/>
                  </a:ext>
                </a:extLst>
              </p:cNvPr>
              <p:cNvSpPr/>
              <p:nvPr/>
            </p:nvSpPr>
            <p:spPr>
              <a:xfrm>
                <a:off x="3778593" y="4111641"/>
                <a:ext cx="2594675" cy="429042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331098 w 2310413"/>
                  <a:gd name="connsiteY10" fmla="*/ 392562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79525 w 2304604"/>
                  <a:gd name="connsiteY0" fmla="*/ 1784 h 496382"/>
                  <a:gd name="connsiteX1" fmla="*/ 2238173 w 2304604"/>
                  <a:gd name="connsiteY1" fmla="*/ 87980 h 496382"/>
                  <a:gd name="connsiteX2" fmla="*/ 2304604 w 2304604"/>
                  <a:gd name="connsiteY2" fmla="*/ 98377 h 496382"/>
                  <a:gd name="connsiteX3" fmla="*/ 2303102 w 2304604"/>
                  <a:gd name="connsiteY3" fmla="*/ 103213 h 496382"/>
                  <a:gd name="connsiteX4" fmla="*/ 2082428 w 2304604"/>
                  <a:gd name="connsiteY4" fmla="*/ 343202 h 496382"/>
                  <a:gd name="connsiteX5" fmla="*/ 1802234 w 2304604"/>
                  <a:gd name="connsiteY5" fmla="*/ 377333 h 496382"/>
                  <a:gd name="connsiteX6" fmla="*/ 1571252 w 2304604"/>
                  <a:gd name="connsiteY6" fmla="*/ 417814 h 496382"/>
                  <a:gd name="connsiteX7" fmla="*/ 1152152 w 2304604"/>
                  <a:gd name="connsiteY7" fmla="*/ 446389 h 496382"/>
                  <a:gd name="connsiteX8" fmla="*/ 749721 w 2304604"/>
                  <a:gd name="connsiteY8" fmla="*/ 405908 h 496382"/>
                  <a:gd name="connsiteX9" fmla="*/ 546627 w 2304604"/>
                  <a:gd name="connsiteY9" fmla="*/ 390953 h 496382"/>
                  <a:gd name="connsiteX10" fmla="*/ 325289 w 2304604"/>
                  <a:gd name="connsiteY10" fmla="*/ 392562 h 496382"/>
                  <a:gd name="connsiteX11" fmla="*/ -1 w 2304604"/>
                  <a:gd name="connsiteY11" fmla="*/ 107554 h 496382"/>
                  <a:gd name="connsiteX12" fmla="*/ 164036 w 2304604"/>
                  <a:gd name="connsiteY12" fmla="*/ 59144 h 496382"/>
                  <a:gd name="connsiteX13" fmla="*/ 879525 w 2304604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1912708 w 2242076"/>
                  <a:gd name="connsiteY4" fmla="*/ 375031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240574 w 2242076"/>
                  <a:gd name="connsiteY3" fmla="*/ 103535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151247 w 2242076"/>
                  <a:gd name="connsiteY3" fmla="*/ 95579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51247" h="496704">
                    <a:moveTo>
                      <a:pt x="816997" y="2106"/>
                    </a:moveTo>
                    <a:cubicBezTo>
                      <a:pt x="1299844" y="-8651"/>
                      <a:pt x="1686714" y="22443"/>
                      <a:pt x="2081851" y="80345"/>
                    </a:cubicBezTo>
                    <a:lnTo>
                      <a:pt x="2151247" y="95579"/>
                    </a:lnTo>
                    <a:cubicBezTo>
                      <a:pt x="2122561" y="210402"/>
                      <a:pt x="2098446" y="382421"/>
                      <a:pt x="1912708" y="375353"/>
                    </a:cubicBezTo>
                    <a:cubicBezTo>
                      <a:pt x="1824337" y="445782"/>
                      <a:pt x="1756119" y="480393"/>
                      <a:pt x="1663779" y="409484"/>
                    </a:cubicBezTo>
                    <a:cubicBezTo>
                      <a:pt x="1621446" y="460019"/>
                      <a:pt x="1530710" y="452209"/>
                      <a:pt x="1472993" y="418137"/>
                    </a:cubicBezTo>
                    <a:cubicBezTo>
                      <a:pt x="1402746" y="543550"/>
                      <a:pt x="1132883" y="491955"/>
                      <a:pt x="1089624" y="446711"/>
                    </a:cubicBezTo>
                    <a:cubicBezTo>
                      <a:pt x="1055890" y="472905"/>
                      <a:pt x="728336" y="546327"/>
                      <a:pt x="687193" y="406230"/>
                    </a:cubicBezTo>
                    <a:cubicBezTo>
                      <a:pt x="648893" y="435114"/>
                      <a:pt x="557477" y="468269"/>
                      <a:pt x="484099" y="391275"/>
                    </a:cubicBezTo>
                    <a:cubicBezTo>
                      <a:pt x="390966" y="486789"/>
                      <a:pt x="324938" y="430719"/>
                      <a:pt x="262761" y="392884"/>
                    </a:cubicBezTo>
                    <a:cubicBezTo>
                      <a:pt x="31769" y="385864"/>
                      <a:pt x="31626" y="211561"/>
                      <a:pt x="0" y="107876"/>
                    </a:cubicBezTo>
                    <a:lnTo>
                      <a:pt x="101508" y="59466"/>
                    </a:lnTo>
                    <a:cubicBezTo>
                      <a:pt x="333605" y="25315"/>
                      <a:pt x="575574" y="7484"/>
                      <a:pt x="816997" y="210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2B27DA86-D5A2-B0D0-C6A3-037AD60B6171}"/>
                  </a:ext>
                </a:extLst>
              </p:cNvPr>
              <p:cNvSpPr/>
              <p:nvPr/>
            </p:nvSpPr>
            <p:spPr>
              <a:xfrm>
                <a:off x="3661434" y="3697287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solidFill>
                <a:srgbClr val="E95958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378EC24A-3A19-2DB8-7B85-052B5A968DF0}"/>
                  </a:ext>
                </a:extLst>
              </p:cNvPr>
              <p:cNvSpPr/>
              <p:nvPr/>
            </p:nvSpPr>
            <p:spPr>
              <a:xfrm rot="12291759">
                <a:off x="3643322" y="4231222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1F089C89-9FF5-E008-916C-D153D4C809BC}"/>
                  </a:ext>
                </a:extLst>
              </p:cNvPr>
              <p:cNvSpPr/>
              <p:nvPr/>
            </p:nvSpPr>
            <p:spPr>
              <a:xfrm rot="10529348" flipH="1">
                <a:off x="6347609" y="4254081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00856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90AEA6-A288-75A1-7375-692C8EA98828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K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0E439E9-C63B-225A-7E4B-6ACC32586149}"/>
              </a:ext>
            </a:extLst>
          </p:cNvPr>
          <p:cNvGrpSpPr/>
          <p:nvPr/>
        </p:nvGrpSpPr>
        <p:grpSpPr>
          <a:xfrm>
            <a:off x="1963206" y="2123268"/>
            <a:ext cx="6874711" cy="3868429"/>
            <a:chOff x="3381537" y="3721472"/>
            <a:chExt cx="2864580" cy="1611911"/>
          </a:xfrm>
        </p:grpSpPr>
        <p:sp>
          <p:nvSpPr>
            <p:cNvPr id="8" name="Rectangle 21">
              <a:extLst>
                <a:ext uri="{FF2B5EF4-FFF2-40B4-BE49-F238E27FC236}">
                  <a16:creationId xmlns:a16="http://schemas.microsoft.com/office/drawing/2014/main" id="{99921D23-5AC4-DB27-4E7B-57094B089E88}"/>
                </a:ext>
              </a:extLst>
            </p:cNvPr>
            <p:cNvSpPr/>
            <p:nvPr/>
          </p:nvSpPr>
          <p:spPr>
            <a:xfrm>
              <a:off x="3422522" y="4160770"/>
              <a:ext cx="2766977" cy="806346"/>
            </a:xfrm>
            <a:custGeom>
              <a:avLst/>
              <a:gdLst>
                <a:gd name="connsiteX0" fmla="*/ 0 w 2197290"/>
                <a:gd name="connsiteY0" fmla="*/ 0 h 750627"/>
                <a:gd name="connsiteX1" fmla="*/ 2197290 w 2197290"/>
                <a:gd name="connsiteY1" fmla="*/ 0 h 750627"/>
                <a:gd name="connsiteX2" fmla="*/ 2197290 w 2197290"/>
                <a:gd name="connsiteY2" fmla="*/ 750627 h 750627"/>
                <a:gd name="connsiteX3" fmla="*/ 0 w 2197290"/>
                <a:gd name="connsiteY3" fmla="*/ 750627 h 750627"/>
                <a:gd name="connsiteX4" fmla="*/ 0 w 2197290"/>
                <a:gd name="connsiteY4" fmla="*/ 0 h 750627"/>
                <a:gd name="connsiteX0" fmla="*/ 0 w 2197290"/>
                <a:gd name="connsiteY0" fmla="*/ 177042 h 927669"/>
                <a:gd name="connsiteX1" fmla="*/ 1076278 w 2197290"/>
                <a:gd name="connsiteY1" fmla="*/ 0 h 927669"/>
                <a:gd name="connsiteX2" fmla="*/ 2197290 w 2197290"/>
                <a:gd name="connsiteY2" fmla="*/ 177042 h 927669"/>
                <a:gd name="connsiteX3" fmla="*/ 2197290 w 2197290"/>
                <a:gd name="connsiteY3" fmla="*/ 927669 h 927669"/>
                <a:gd name="connsiteX4" fmla="*/ 0 w 2197290"/>
                <a:gd name="connsiteY4" fmla="*/ 927669 h 927669"/>
                <a:gd name="connsiteX5" fmla="*/ 0 w 2197290"/>
                <a:gd name="connsiteY5" fmla="*/ 177042 h 927669"/>
                <a:gd name="connsiteX0" fmla="*/ 0 w 2540190"/>
                <a:gd name="connsiteY0" fmla="*/ 177042 h 927669"/>
                <a:gd name="connsiteX1" fmla="*/ 1076278 w 2540190"/>
                <a:gd name="connsiteY1" fmla="*/ 0 h 927669"/>
                <a:gd name="connsiteX2" fmla="*/ 2540190 w 2540190"/>
                <a:gd name="connsiteY2" fmla="*/ 481842 h 927669"/>
                <a:gd name="connsiteX3" fmla="*/ 2197290 w 2540190"/>
                <a:gd name="connsiteY3" fmla="*/ 927669 h 927669"/>
                <a:gd name="connsiteX4" fmla="*/ 0 w 2540190"/>
                <a:gd name="connsiteY4" fmla="*/ 927669 h 927669"/>
                <a:gd name="connsiteX5" fmla="*/ 0 w 2540190"/>
                <a:gd name="connsiteY5" fmla="*/ 1770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266700 w 2806890"/>
                <a:gd name="connsiteY4" fmla="*/ 927669 h 927669"/>
                <a:gd name="connsiteX5" fmla="*/ 0 w 2806890"/>
                <a:gd name="connsiteY5" fmla="*/ 4691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0 w 2806890"/>
                <a:gd name="connsiteY4" fmla="*/ 469142 h 927669"/>
                <a:gd name="connsiteX0" fmla="*/ 0 w 2806890"/>
                <a:gd name="connsiteY0" fmla="*/ 469142 h 481842"/>
                <a:gd name="connsiteX1" fmla="*/ 1342978 w 2806890"/>
                <a:gd name="connsiteY1" fmla="*/ 0 h 481842"/>
                <a:gd name="connsiteX2" fmla="*/ 2806890 w 2806890"/>
                <a:gd name="connsiteY2" fmla="*/ 481842 h 481842"/>
                <a:gd name="connsiteX3" fmla="*/ 0 w 2806890"/>
                <a:gd name="connsiteY3" fmla="*/ 469142 h 481842"/>
                <a:gd name="connsiteX0" fmla="*/ 0 w 2806890"/>
                <a:gd name="connsiteY0" fmla="*/ 534591 h 547291"/>
                <a:gd name="connsiteX1" fmla="*/ 1342978 w 2806890"/>
                <a:gd name="connsiteY1" fmla="*/ 65449 h 547291"/>
                <a:gd name="connsiteX2" fmla="*/ 2806890 w 2806890"/>
                <a:gd name="connsiteY2" fmla="*/ 547291 h 547291"/>
                <a:gd name="connsiteX3" fmla="*/ 0 w 2806890"/>
                <a:gd name="connsiteY3" fmla="*/ 534591 h 547291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37691 h 550391"/>
                <a:gd name="connsiteX1" fmla="*/ 1342978 w 2806890"/>
                <a:gd name="connsiteY1" fmla="*/ 68549 h 550391"/>
                <a:gd name="connsiteX2" fmla="*/ 2806890 w 2806890"/>
                <a:gd name="connsiteY2" fmla="*/ 550391 h 550391"/>
                <a:gd name="connsiteX3" fmla="*/ 0 w 2806890"/>
                <a:gd name="connsiteY3" fmla="*/ 537691 h 550391"/>
                <a:gd name="connsiteX0" fmla="*/ 0 w 2806890"/>
                <a:gd name="connsiteY0" fmla="*/ 528404 h 541104"/>
                <a:gd name="connsiteX1" fmla="*/ 1342978 w 2806890"/>
                <a:gd name="connsiteY1" fmla="*/ 59262 h 541104"/>
                <a:gd name="connsiteX2" fmla="*/ 2806890 w 2806890"/>
                <a:gd name="connsiteY2" fmla="*/ 541104 h 541104"/>
                <a:gd name="connsiteX3" fmla="*/ 0 w 2806890"/>
                <a:gd name="connsiteY3" fmla="*/ 528404 h 541104"/>
                <a:gd name="connsiteX0" fmla="*/ 0 w 2806890"/>
                <a:gd name="connsiteY0" fmla="*/ 537470 h 550170"/>
                <a:gd name="connsiteX1" fmla="*/ 1342978 w 2806890"/>
                <a:gd name="connsiteY1" fmla="*/ 68328 h 550170"/>
                <a:gd name="connsiteX2" fmla="*/ 2806890 w 2806890"/>
                <a:gd name="connsiteY2" fmla="*/ 550170 h 550170"/>
                <a:gd name="connsiteX3" fmla="*/ 0 w 2806890"/>
                <a:gd name="connsiteY3" fmla="*/ 537470 h 550170"/>
                <a:gd name="connsiteX0" fmla="*/ 0 w 2844990"/>
                <a:gd name="connsiteY0" fmla="*/ 514854 h 552954"/>
                <a:gd name="connsiteX1" fmla="*/ 1381078 w 2844990"/>
                <a:gd name="connsiteY1" fmla="*/ 71112 h 552954"/>
                <a:gd name="connsiteX2" fmla="*/ 2844990 w 2844990"/>
                <a:gd name="connsiteY2" fmla="*/ 552954 h 552954"/>
                <a:gd name="connsiteX3" fmla="*/ 0 w 2844990"/>
                <a:gd name="connsiteY3" fmla="*/ 514854 h 552954"/>
                <a:gd name="connsiteX0" fmla="*/ 0 w 2844990"/>
                <a:gd name="connsiteY0" fmla="*/ 504929 h 543029"/>
                <a:gd name="connsiteX1" fmla="*/ 1381078 w 2844990"/>
                <a:gd name="connsiteY1" fmla="*/ 61187 h 543029"/>
                <a:gd name="connsiteX2" fmla="*/ 2844990 w 2844990"/>
                <a:gd name="connsiteY2" fmla="*/ 543029 h 543029"/>
                <a:gd name="connsiteX3" fmla="*/ 0 w 2844990"/>
                <a:gd name="connsiteY3" fmla="*/ 504929 h 543029"/>
                <a:gd name="connsiteX0" fmla="*/ 0 w 2844990"/>
                <a:gd name="connsiteY0" fmla="*/ 504929 h 1116030"/>
                <a:gd name="connsiteX1" fmla="*/ 1381078 w 2844990"/>
                <a:gd name="connsiteY1" fmla="*/ 61187 h 1116030"/>
                <a:gd name="connsiteX2" fmla="*/ 2844990 w 2844990"/>
                <a:gd name="connsiteY2" fmla="*/ 543029 h 1116030"/>
                <a:gd name="connsiteX3" fmla="*/ 0 w 2844990"/>
                <a:gd name="connsiteY3" fmla="*/ 504929 h 1116030"/>
                <a:gd name="connsiteX0" fmla="*/ 0 w 2844990"/>
                <a:gd name="connsiteY0" fmla="*/ 504929 h 1611911"/>
                <a:gd name="connsiteX1" fmla="*/ 1381078 w 2844990"/>
                <a:gd name="connsiteY1" fmla="*/ 61187 h 1611911"/>
                <a:gd name="connsiteX2" fmla="*/ 2844990 w 2844990"/>
                <a:gd name="connsiteY2" fmla="*/ 543029 h 1611911"/>
                <a:gd name="connsiteX3" fmla="*/ 0 w 2844990"/>
                <a:gd name="connsiteY3" fmla="*/ 504929 h 1611911"/>
                <a:gd name="connsiteX0" fmla="*/ 0 w 2851340"/>
                <a:gd name="connsiteY0" fmla="*/ 313239 h 1542672"/>
                <a:gd name="connsiteX1" fmla="*/ 1387428 w 2851340"/>
                <a:gd name="connsiteY1" fmla="*/ 88062 h 1542672"/>
                <a:gd name="connsiteX2" fmla="*/ 2851340 w 2851340"/>
                <a:gd name="connsiteY2" fmla="*/ 569904 h 1542672"/>
                <a:gd name="connsiteX3" fmla="*/ 0 w 2851340"/>
                <a:gd name="connsiteY3" fmla="*/ 313239 h 1542672"/>
                <a:gd name="connsiteX0" fmla="*/ 0 w 2692590"/>
                <a:gd name="connsiteY0" fmla="*/ 313239 h 1412968"/>
                <a:gd name="connsiteX1" fmla="*/ 1387428 w 2692590"/>
                <a:gd name="connsiteY1" fmla="*/ 88062 h 1412968"/>
                <a:gd name="connsiteX2" fmla="*/ 2692590 w 2692590"/>
                <a:gd name="connsiteY2" fmla="*/ 337680 h 1412968"/>
                <a:gd name="connsiteX3" fmla="*/ 0 w 2692590"/>
                <a:gd name="connsiteY3" fmla="*/ 313239 h 1412968"/>
                <a:gd name="connsiteX0" fmla="*/ 0 w 2692590"/>
                <a:gd name="connsiteY0" fmla="*/ 0 h 1099729"/>
                <a:gd name="connsiteX1" fmla="*/ 2692590 w 2692590"/>
                <a:gd name="connsiteY1" fmla="*/ 24441 h 1099729"/>
                <a:gd name="connsiteX2" fmla="*/ 0 w 2692590"/>
                <a:gd name="connsiteY2" fmla="*/ 0 h 1099729"/>
                <a:gd name="connsiteX0" fmla="*/ 0 w 2692590"/>
                <a:gd name="connsiteY0" fmla="*/ 192313 h 1292042"/>
                <a:gd name="connsiteX1" fmla="*/ 2692590 w 2692590"/>
                <a:gd name="connsiteY1" fmla="*/ 216754 h 1292042"/>
                <a:gd name="connsiteX2" fmla="*/ 0 w 2692590"/>
                <a:gd name="connsiteY2" fmla="*/ 192313 h 1292042"/>
                <a:gd name="connsiteX0" fmla="*/ 0 w 2692590"/>
                <a:gd name="connsiteY0" fmla="*/ 240044 h 1339773"/>
                <a:gd name="connsiteX1" fmla="*/ 2692590 w 2692590"/>
                <a:gd name="connsiteY1" fmla="*/ 264485 h 1339773"/>
                <a:gd name="connsiteX2" fmla="*/ 0 w 2692590"/>
                <a:gd name="connsiteY2" fmla="*/ 240044 h 1339773"/>
                <a:gd name="connsiteX0" fmla="*/ 0 w 2692590"/>
                <a:gd name="connsiteY0" fmla="*/ 264809 h 1364538"/>
                <a:gd name="connsiteX1" fmla="*/ 2692590 w 2692590"/>
                <a:gd name="connsiteY1" fmla="*/ 289250 h 1364538"/>
                <a:gd name="connsiteX2" fmla="*/ 0 w 2692590"/>
                <a:gd name="connsiteY2" fmla="*/ 264809 h 1364538"/>
                <a:gd name="connsiteX0" fmla="*/ 0 w 2692590"/>
                <a:gd name="connsiteY0" fmla="*/ 264809 h 1220348"/>
                <a:gd name="connsiteX1" fmla="*/ 2692590 w 2692590"/>
                <a:gd name="connsiteY1" fmla="*/ 289250 h 1220348"/>
                <a:gd name="connsiteX2" fmla="*/ 0 w 2692590"/>
                <a:gd name="connsiteY2" fmla="*/ 264809 h 1220348"/>
                <a:gd name="connsiteX0" fmla="*/ 0 w 2692590"/>
                <a:gd name="connsiteY0" fmla="*/ 264809 h 1546770"/>
                <a:gd name="connsiteX1" fmla="*/ 2692590 w 2692590"/>
                <a:gd name="connsiteY1" fmla="*/ 289250 h 1546770"/>
                <a:gd name="connsiteX2" fmla="*/ 0 w 2692590"/>
                <a:gd name="connsiteY2" fmla="*/ 264809 h 1546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2590" h="1546770">
                  <a:moveTo>
                    <a:pt x="0" y="264809"/>
                  </a:moveTo>
                  <a:cubicBezTo>
                    <a:pt x="878480" y="-177833"/>
                    <a:pt x="1998260" y="7897"/>
                    <a:pt x="2692590" y="289250"/>
                  </a:cubicBezTo>
                  <a:cubicBezTo>
                    <a:pt x="2195110" y="1443462"/>
                    <a:pt x="948330" y="2429665"/>
                    <a:pt x="0" y="264809"/>
                  </a:cubicBezTo>
                  <a:close/>
                </a:path>
              </a:pathLst>
            </a:custGeom>
            <a:solidFill>
              <a:srgbClr val="252B2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02DC4A5-36E7-CB46-809C-3C2035BD04EE}"/>
                </a:ext>
              </a:extLst>
            </p:cNvPr>
            <p:cNvGrpSpPr/>
            <p:nvPr/>
          </p:nvGrpSpPr>
          <p:grpSpPr>
            <a:xfrm>
              <a:off x="3381537" y="3721472"/>
              <a:ext cx="2864580" cy="1611911"/>
              <a:chOff x="3643322" y="3697287"/>
              <a:chExt cx="2864580" cy="1611911"/>
            </a:xfrm>
          </p:grpSpPr>
          <p:sp>
            <p:nvSpPr>
              <p:cNvPr id="10" name="Oval 48">
                <a:extLst>
                  <a:ext uri="{FF2B5EF4-FFF2-40B4-BE49-F238E27FC236}">
                    <a16:creationId xmlns:a16="http://schemas.microsoft.com/office/drawing/2014/main" id="{E2E30E2D-83B8-44BA-F9A0-C38A2CB7D7A6}"/>
                  </a:ext>
                </a:extLst>
              </p:cNvPr>
              <p:cNvSpPr/>
              <p:nvPr/>
            </p:nvSpPr>
            <p:spPr>
              <a:xfrm>
                <a:off x="4052285" y="4318254"/>
                <a:ext cx="2098115" cy="748068"/>
              </a:xfrm>
              <a:custGeom>
                <a:avLst/>
                <a:gdLst>
                  <a:gd name="connsiteX0" fmla="*/ 0 w 1605176"/>
                  <a:gd name="connsiteY0" fmla="*/ 523803 h 1047605"/>
                  <a:gd name="connsiteX1" fmla="*/ 802588 w 1605176"/>
                  <a:gd name="connsiteY1" fmla="*/ 0 h 1047605"/>
                  <a:gd name="connsiteX2" fmla="*/ 1605176 w 1605176"/>
                  <a:gd name="connsiteY2" fmla="*/ 523803 h 1047605"/>
                  <a:gd name="connsiteX3" fmla="*/ 802588 w 1605176"/>
                  <a:gd name="connsiteY3" fmla="*/ 1047606 h 1047605"/>
                  <a:gd name="connsiteX4" fmla="*/ 0 w 1605176"/>
                  <a:gd name="connsiteY4" fmla="*/ 523803 h 1047605"/>
                  <a:gd name="connsiteX0" fmla="*/ 0 w 1627486"/>
                  <a:gd name="connsiteY0" fmla="*/ 65475 h 589278"/>
                  <a:gd name="connsiteX1" fmla="*/ 1605176 w 1627486"/>
                  <a:gd name="connsiteY1" fmla="*/ 65475 h 589278"/>
                  <a:gd name="connsiteX2" fmla="*/ 802588 w 1627486"/>
                  <a:gd name="connsiteY2" fmla="*/ 589278 h 589278"/>
                  <a:gd name="connsiteX3" fmla="*/ 0 w 1627486"/>
                  <a:gd name="connsiteY3" fmla="*/ 65475 h 589278"/>
                  <a:gd name="connsiteX0" fmla="*/ 16221 w 1607759"/>
                  <a:gd name="connsiteY0" fmla="*/ 55424 h 579244"/>
                  <a:gd name="connsiteX1" fmla="*/ 1589647 w 1607759"/>
                  <a:gd name="connsiteY1" fmla="*/ 74474 h 579244"/>
                  <a:gd name="connsiteX2" fmla="*/ 818809 w 1607759"/>
                  <a:gd name="connsiteY2" fmla="*/ 579227 h 579244"/>
                  <a:gd name="connsiteX3" fmla="*/ 16221 w 1607759"/>
                  <a:gd name="connsiteY3" fmla="*/ 55424 h 579244"/>
                  <a:gd name="connsiteX0" fmla="*/ 16221 w 1607759"/>
                  <a:gd name="connsiteY0" fmla="*/ 76391 h 600211"/>
                  <a:gd name="connsiteX1" fmla="*/ 1589647 w 1607759"/>
                  <a:gd name="connsiteY1" fmla="*/ 95441 h 600211"/>
                  <a:gd name="connsiteX2" fmla="*/ 818809 w 1607759"/>
                  <a:gd name="connsiteY2" fmla="*/ 600194 h 600211"/>
                  <a:gd name="connsiteX3" fmla="*/ 16221 w 1607759"/>
                  <a:gd name="connsiteY3" fmla="*/ 76391 h 600211"/>
                  <a:gd name="connsiteX0" fmla="*/ 16221 w 1607759"/>
                  <a:gd name="connsiteY0" fmla="*/ 76391 h 600214"/>
                  <a:gd name="connsiteX1" fmla="*/ 1589647 w 1607759"/>
                  <a:gd name="connsiteY1" fmla="*/ 95441 h 600214"/>
                  <a:gd name="connsiteX2" fmla="*/ 818809 w 1607759"/>
                  <a:gd name="connsiteY2" fmla="*/ 600194 h 600214"/>
                  <a:gd name="connsiteX3" fmla="*/ 16221 w 1607759"/>
                  <a:gd name="connsiteY3" fmla="*/ 76391 h 600214"/>
                  <a:gd name="connsiteX0" fmla="*/ 19041 w 1610579"/>
                  <a:gd name="connsiteY0" fmla="*/ 100548 h 624371"/>
                  <a:gd name="connsiteX1" fmla="*/ 1592467 w 1610579"/>
                  <a:gd name="connsiteY1" fmla="*/ 119598 h 624371"/>
                  <a:gd name="connsiteX2" fmla="*/ 821629 w 1610579"/>
                  <a:gd name="connsiteY2" fmla="*/ 624351 h 624371"/>
                  <a:gd name="connsiteX3" fmla="*/ 19041 w 1610579"/>
                  <a:gd name="connsiteY3" fmla="*/ 100548 h 624371"/>
                  <a:gd name="connsiteX0" fmla="*/ 19300 w 1598089"/>
                  <a:gd name="connsiteY0" fmla="*/ 103441 h 620903"/>
                  <a:gd name="connsiteX1" fmla="*/ 1580026 w 1598089"/>
                  <a:gd name="connsiteY1" fmla="*/ 116141 h 620903"/>
                  <a:gd name="connsiteX2" fmla="*/ 809188 w 1598089"/>
                  <a:gd name="connsiteY2" fmla="*/ 620894 h 620903"/>
                  <a:gd name="connsiteX3" fmla="*/ 19300 w 1598089"/>
                  <a:gd name="connsiteY3" fmla="*/ 103441 h 620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8089" h="620903">
                    <a:moveTo>
                      <a:pt x="19300" y="103441"/>
                    </a:moveTo>
                    <a:cubicBezTo>
                      <a:pt x="160473" y="-44185"/>
                      <a:pt x="1433561" y="-28309"/>
                      <a:pt x="1580026" y="116141"/>
                    </a:cubicBezTo>
                    <a:cubicBezTo>
                      <a:pt x="1713791" y="254242"/>
                      <a:pt x="1069309" y="623011"/>
                      <a:pt x="809188" y="620894"/>
                    </a:cubicBezTo>
                    <a:cubicBezTo>
                      <a:pt x="549067" y="618777"/>
                      <a:pt x="-121873" y="251067"/>
                      <a:pt x="19300" y="103441"/>
                    </a:cubicBezTo>
                    <a:close/>
                  </a:path>
                </a:pathLst>
              </a:custGeom>
              <a:solidFill>
                <a:srgbClr val="D7797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8453B6D4-5FB3-56FD-8444-8977BA47D272}"/>
                  </a:ext>
                </a:extLst>
              </p:cNvPr>
              <p:cNvSpPr/>
              <p:nvPr/>
            </p:nvSpPr>
            <p:spPr>
              <a:xfrm>
                <a:off x="4006848" y="4648941"/>
                <a:ext cx="2098115" cy="429042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  <a:gd name="connsiteX0" fmla="*/ 5556 w 1688959"/>
                  <a:gd name="connsiteY0" fmla="*/ 150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17" fmla="*/ 5556 w 1688959"/>
                  <a:gd name="connsiteY17" fmla="*/ 1503 h 262241"/>
                  <a:gd name="connsiteX0" fmla="*/ 979 w 1688959"/>
                  <a:gd name="connsiteY0" fmla="*/ 18462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0" fmla="*/ 0 w 1688959"/>
                  <a:gd name="connsiteY0" fmla="*/ 4238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0" fmla="*/ 0 w 1605227"/>
                  <a:gd name="connsiteY0" fmla="*/ 87037 h 262241"/>
                  <a:gd name="connsiteX1" fmla="*/ 88512 w 1605227"/>
                  <a:gd name="connsiteY1" fmla="*/ 25329 h 262241"/>
                  <a:gd name="connsiteX2" fmla="*/ 295681 w 1605227"/>
                  <a:gd name="connsiteY2" fmla="*/ 51523 h 262241"/>
                  <a:gd name="connsiteX3" fmla="*/ 431412 w 1605227"/>
                  <a:gd name="connsiteY3" fmla="*/ 63429 h 262241"/>
                  <a:gd name="connsiteX4" fmla="*/ 583812 w 1605227"/>
                  <a:gd name="connsiteY4" fmla="*/ 70573 h 262241"/>
                  <a:gd name="connsiteX5" fmla="*/ 757643 w 1605227"/>
                  <a:gd name="connsiteY5" fmla="*/ 68192 h 262241"/>
                  <a:gd name="connsiteX6" fmla="*/ 912424 w 1605227"/>
                  <a:gd name="connsiteY6" fmla="*/ 72954 h 262241"/>
                  <a:gd name="connsiteX7" fmla="*/ 1086256 w 1605227"/>
                  <a:gd name="connsiteY7" fmla="*/ 75335 h 262241"/>
                  <a:gd name="connsiteX8" fmla="*/ 1233893 w 1605227"/>
                  <a:gd name="connsiteY8" fmla="*/ 58667 h 262241"/>
                  <a:gd name="connsiteX9" fmla="*/ 1433918 w 1605227"/>
                  <a:gd name="connsiteY9" fmla="*/ 37235 h 262241"/>
                  <a:gd name="connsiteX10" fmla="*/ 1588698 w 1605227"/>
                  <a:gd name="connsiteY10" fmla="*/ 8646 h 262241"/>
                  <a:gd name="connsiteX11" fmla="*/ 1601786 w 1605227"/>
                  <a:gd name="connsiteY11" fmla="*/ 41120 h 262241"/>
                  <a:gd name="connsiteX12" fmla="*/ 1605227 w 1605227"/>
                  <a:gd name="connsiteY12" fmla="*/ 58475 h 262241"/>
                  <a:gd name="connsiteX13" fmla="*/ 1480650 w 1605227"/>
                  <a:gd name="connsiteY13" fmla="*/ 115486 h 262241"/>
                  <a:gd name="connsiteX14" fmla="*/ 0 w 1605227"/>
                  <a:gd name="connsiteY14" fmla="*/ 87037 h 262241"/>
                  <a:gd name="connsiteX0" fmla="*/ 0 w 1605227"/>
                  <a:gd name="connsiteY0" fmla="*/ 85881 h 261085"/>
                  <a:gd name="connsiteX1" fmla="*/ 295681 w 1605227"/>
                  <a:gd name="connsiteY1" fmla="*/ 50367 h 261085"/>
                  <a:gd name="connsiteX2" fmla="*/ 431412 w 1605227"/>
                  <a:gd name="connsiteY2" fmla="*/ 62273 h 261085"/>
                  <a:gd name="connsiteX3" fmla="*/ 583812 w 1605227"/>
                  <a:gd name="connsiteY3" fmla="*/ 69417 h 261085"/>
                  <a:gd name="connsiteX4" fmla="*/ 757643 w 1605227"/>
                  <a:gd name="connsiteY4" fmla="*/ 67036 h 261085"/>
                  <a:gd name="connsiteX5" fmla="*/ 912424 w 1605227"/>
                  <a:gd name="connsiteY5" fmla="*/ 71798 h 261085"/>
                  <a:gd name="connsiteX6" fmla="*/ 1086256 w 1605227"/>
                  <a:gd name="connsiteY6" fmla="*/ 74179 h 261085"/>
                  <a:gd name="connsiteX7" fmla="*/ 1233893 w 1605227"/>
                  <a:gd name="connsiteY7" fmla="*/ 57511 h 261085"/>
                  <a:gd name="connsiteX8" fmla="*/ 1433918 w 1605227"/>
                  <a:gd name="connsiteY8" fmla="*/ 36079 h 261085"/>
                  <a:gd name="connsiteX9" fmla="*/ 1588698 w 1605227"/>
                  <a:gd name="connsiteY9" fmla="*/ 7490 h 261085"/>
                  <a:gd name="connsiteX10" fmla="*/ 1601786 w 1605227"/>
                  <a:gd name="connsiteY10" fmla="*/ 39964 h 261085"/>
                  <a:gd name="connsiteX11" fmla="*/ 1605227 w 1605227"/>
                  <a:gd name="connsiteY11" fmla="*/ 57319 h 261085"/>
                  <a:gd name="connsiteX12" fmla="*/ 1480650 w 1605227"/>
                  <a:gd name="connsiteY12" fmla="*/ 114330 h 261085"/>
                  <a:gd name="connsiteX13" fmla="*/ 0 w 1605227"/>
                  <a:gd name="connsiteY13" fmla="*/ 85881 h 261085"/>
                  <a:gd name="connsiteX0" fmla="*/ 0 w 1309952"/>
                  <a:gd name="connsiteY0" fmla="*/ 162081 h 305286"/>
                  <a:gd name="connsiteX1" fmla="*/ 406 w 1309952"/>
                  <a:gd name="connsiteY1" fmla="*/ 50367 h 305286"/>
                  <a:gd name="connsiteX2" fmla="*/ 136137 w 1309952"/>
                  <a:gd name="connsiteY2" fmla="*/ 62273 h 305286"/>
                  <a:gd name="connsiteX3" fmla="*/ 288537 w 1309952"/>
                  <a:gd name="connsiteY3" fmla="*/ 69417 h 305286"/>
                  <a:gd name="connsiteX4" fmla="*/ 462368 w 1309952"/>
                  <a:gd name="connsiteY4" fmla="*/ 67036 h 305286"/>
                  <a:gd name="connsiteX5" fmla="*/ 617149 w 1309952"/>
                  <a:gd name="connsiteY5" fmla="*/ 71798 h 305286"/>
                  <a:gd name="connsiteX6" fmla="*/ 790981 w 1309952"/>
                  <a:gd name="connsiteY6" fmla="*/ 74179 h 305286"/>
                  <a:gd name="connsiteX7" fmla="*/ 938618 w 1309952"/>
                  <a:gd name="connsiteY7" fmla="*/ 57511 h 305286"/>
                  <a:gd name="connsiteX8" fmla="*/ 1138643 w 1309952"/>
                  <a:gd name="connsiteY8" fmla="*/ 36079 h 305286"/>
                  <a:gd name="connsiteX9" fmla="*/ 1293423 w 1309952"/>
                  <a:gd name="connsiteY9" fmla="*/ 7490 h 305286"/>
                  <a:gd name="connsiteX10" fmla="*/ 1306511 w 1309952"/>
                  <a:gd name="connsiteY10" fmla="*/ 39964 h 305286"/>
                  <a:gd name="connsiteX11" fmla="*/ 1309952 w 1309952"/>
                  <a:gd name="connsiteY11" fmla="*/ 57319 h 305286"/>
                  <a:gd name="connsiteX12" fmla="*/ 1185375 w 1309952"/>
                  <a:gd name="connsiteY12" fmla="*/ 114330 h 305286"/>
                  <a:gd name="connsiteX13" fmla="*/ 0 w 1309952"/>
                  <a:gd name="connsiteY13" fmla="*/ 162081 h 305286"/>
                  <a:gd name="connsiteX0" fmla="*/ 59294 w 1369246"/>
                  <a:gd name="connsiteY0" fmla="*/ 162081 h 305286"/>
                  <a:gd name="connsiteX1" fmla="*/ 195431 w 1369246"/>
                  <a:gd name="connsiteY1" fmla="*/ 62273 h 305286"/>
                  <a:gd name="connsiteX2" fmla="*/ 347831 w 1369246"/>
                  <a:gd name="connsiteY2" fmla="*/ 69417 h 305286"/>
                  <a:gd name="connsiteX3" fmla="*/ 521662 w 1369246"/>
                  <a:gd name="connsiteY3" fmla="*/ 67036 h 305286"/>
                  <a:gd name="connsiteX4" fmla="*/ 676443 w 1369246"/>
                  <a:gd name="connsiteY4" fmla="*/ 71798 h 305286"/>
                  <a:gd name="connsiteX5" fmla="*/ 850275 w 1369246"/>
                  <a:gd name="connsiteY5" fmla="*/ 74179 h 305286"/>
                  <a:gd name="connsiteX6" fmla="*/ 997912 w 1369246"/>
                  <a:gd name="connsiteY6" fmla="*/ 57511 h 305286"/>
                  <a:gd name="connsiteX7" fmla="*/ 1197937 w 1369246"/>
                  <a:gd name="connsiteY7" fmla="*/ 36079 h 305286"/>
                  <a:gd name="connsiteX8" fmla="*/ 1352717 w 1369246"/>
                  <a:gd name="connsiteY8" fmla="*/ 7490 h 305286"/>
                  <a:gd name="connsiteX9" fmla="*/ 1365805 w 1369246"/>
                  <a:gd name="connsiteY9" fmla="*/ 39964 h 305286"/>
                  <a:gd name="connsiteX10" fmla="*/ 1369246 w 1369246"/>
                  <a:gd name="connsiteY10" fmla="*/ 57319 h 305286"/>
                  <a:gd name="connsiteX11" fmla="*/ 1244669 w 1369246"/>
                  <a:gd name="connsiteY11" fmla="*/ 114330 h 305286"/>
                  <a:gd name="connsiteX12" fmla="*/ 59294 w 1369246"/>
                  <a:gd name="connsiteY12" fmla="*/ 162081 h 305286"/>
                  <a:gd name="connsiteX0" fmla="*/ 76644 w 1296108"/>
                  <a:gd name="connsiteY0" fmla="*/ 181131 h 317709"/>
                  <a:gd name="connsiteX1" fmla="*/ 122293 w 1296108"/>
                  <a:gd name="connsiteY1" fmla="*/ 62273 h 317709"/>
                  <a:gd name="connsiteX2" fmla="*/ 274693 w 1296108"/>
                  <a:gd name="connsiteY2" fmla="*/ 69417 h 317709"/>
                  <a:gd name="connsiteX3" fmla="*/ 448524 w 1296108"/>
                  <a:gd name="connsiteY3" fmla="*/ 67036 h 317709"/>
                  <a:gd name="connsiteX4" fmla="*/ 603305 w 1296108"/>
                  <a:gd name="connsiteY4" fmla="*/ 71798 h 317709"/>
                  <a:gd name="connsiteX5" fmla="*/ 777137 w 1296108"/>
                  <a:gd name="connsiteY5" fmla="*/ 74179 h 317709"/>
                  <a:gd name="connsiteX6" fmla="*/ 924774 w 1296108"/>
                  <a:gd name="connsiteY6" fmla="*/ 57511 h 317709"/>
                  <a:gd name="connsiteX7" fmla="*/ 1124799 w 1296108"/>
                  <a:gd name="connsiteY7" fmla="*/ 36079 h 317709"/>
                  <a:gd name="connsiteX8" fmla="*/ 1279579 w 1296108"/>
                  <a:gd name="connsiteY8" fmla="*/ 7490 h 317709"/>
                  <a:gd name="connsiteX9" fmla="*/ 1292667 w 1296108"/>
                  <a:gd name="connsiteY9" fmla="*/ 39964 h 317709"/>
                  <a:gd name="connsiteX10" fmla="*/ 1296108 w 1296108"/>
                  <a:gd name="connsiteY10" fmla="*/ 57319 h 317709"/>
                  <a:gd name="connsiteX11" fmla="*/ 1171531 w 1296108"/>
                  <a:gd name="connsiteY11" fmla="*/ 114330 h 317709"/>
                  <a:gd name="connsiteX12" fmla="*/ 76644 w 1296108"/>
                  <a:gd name="connsiteY12" fmla="*/ 181131 h 317709"/>
                  <a:gd name="connsiteX0" fmla="*/ 68286 w 1287750"/>
                  <a:gd name="connsiteY0" fmla="*/ 181131 h 317709"/>
                  <a:gd name="connsiteX1" fmla="*/ 152035 w 1287750"/>
                  <a:gd name="connsiteY1" fmla="*/ 76560 h 317709"/>
                  <a:gd name="connsiteX2" fmla="*/ 266335 w 1287750"/>
                  <a:gd name="connsiteY2" fmla="*/ 69417 h 317709"/>
                  <a:gd name="connsiteX3" fmla="*/ 440166 w 1287750"/>
                  <a:gd name="connsiteY3" fmla="*/ 67036 h 317709"/>
                  <a:gd name="connsiteX4" fmla="*/ 594947 w 1287750"/>
                  <a:gd name="connsiteY4" fmla="*/ 71798 h 317709"/>
                  <a:gd name="connsiteX5" fmla="*/ 768779 w 1287750"/>
                  <a:gd name="connsiteY5" fmla="*/ 74179 h 317709"/>
                  <a:gd name="connsiteX6" fmla="*/ 916416 w 1287750"/>
                  <a:gd name="connsiteY6" fmla="*/ 57511 h 317709"/>
                  <a:gd name="connsiteX7" fmla="*/ 1116441 w 1287750"/>
                  <a:gd name="connsiteY7" fmla="*/ 36079 h 317709"/>
                  <a:gd name="connsiteX8" fmla="*/ 1271221 w 1287750"/>
                  <a:gd name="connsiteY8" fmla="*/ 7490 h 317709"/>
                  <a:gd name="connsiteX9" fmla="*/ 1284309 w 1287750"/>
                  <a:gd name="connsiteY9" fmla="*/ 39964 h 317709"/>
                  <a:gd name="connsiteX10" fmla="*/ 1287750 w 1287750"/>
                  <a:gd name="connsiteY10" fmla="*/ 57319 h 317709"/>
                  <a:gd name="connsiteX11" fmla="*/ 1163173 w 1287750"/>
                  <a:gd name="connsiteY11" fmla="*/ 114330 h 317709"/>
                  <a:gd name="connsiteX12" fmla="*/ 68286 w 1287750"/>
                  <a:gd name="connsiteY12" fmla="*/ 181131 h 317709"/>
                  <a:gd name="connsiteX0" fmla="*/ 76394 w 1295858"/>
                  <a:gd name="connsiteY0" fmla="*/ 181131 h 317709"/>
                  <a:gd name="connsiteX1" fmla="*/ 160143 w 1295858"/>
                  <a:gd name="connsiteY1" fmla="*/ 76560 h 317709"/>
                  <a:gd name="connsiteX2" fmla="*/ 274443 w 1295858"/>
                  <a:gd name="connsiteY2" fmla="*/ 69417 h 317709"/>
                  <a:gd name="connsiteX3" fmla="*/ 448274 w 1295858"/>
                  <a:gd name="connsiteY3" fmla="*/ 67036 h 317709"/>
                  <a:gd name="connsiteX4" fmla="*/ 603055 w 1295858"/>
                  <a:gd name="connsiteY4" fmla="*/ 71798 h 317709"/>
                  <a:gd name="connsiteX5" fmla="*/ 776887 w 1295858"/>
                  <a:gd name="connsiteY5" fmla="*/ 74179 h 317709"/>
                  <a:gd name="connsiteX6" fmla="*/ 924524 w 1295858"/>
                  <a:gd name="connsiteY6" fmla="*/ 57511 h 317709"/>
                  <a:gd name="connsiteX7" fmla="*/ 1124549 w 1295858"/>
                  <a:gd name="connsiteY7" fmla="*/ 36079 h 317709"/>
                  <a:gd name="connsiteX8" fmla="*/ 1279329 w 1295858"/>
                  <a:gd name="connsiteY8" fmla="*/ 7490 h 317709"/>
                  <a:gd name="connsiteX9" fmla="*/ 1292417 w 1295858"/>
                  <a:gd name="connsiteY9" fmla="*/ 39964 h 317709"/>
                  <a:gd name="connsiteX10" fmla="*/ 1295858 w 1295858"/>
                  <a:gd name="connsiteY10" fmla="*/ 57319 h 317709"/>
                  <a:gd name="connsiteX11" fmla="*/ 1171281 w 1295858"/>
                  <a:gd name="connsiteY11" fmla="*/ 114330 h 317709"/>
                  <a:gd name="connsiteX12" fmla="*/ 76394 w 1295858"/>
                  <a:gd name="connsiteY12" fmla="*/ 181131 h 317709"/>
                  <a:gd name="connsiteX0" fmla="*/ 76394 w 1292417"/>
                  <a:gd name="connsiteY0" fmla="*/ 181131 h 317709"/>
                  <a:gd name="connsiteX1" fmla="*/ 160143 w 1292417"/>
                  <a:gd name="connsiteY1" fmla="*/ 76560 h 317709"/>
                  <a:gd name="connsiteX2" fmla="*/ 274443 w 1292417"/>
                  <a:gd name="connsiteY2" fmla="*/ 69417 h 317709"/>
                  <a:gd name="connsiteX3" fmla="*/ 448274 w 1292417"/>
                  <a:gd name="connsiteY3" fmla="*/ 67036 h 317709"/>
                  <a:gd name="connsiteX4" fmla="*/ 603055 w 1292417"/>
                  <a:gd name="connsiteY4" fmla="*/ 71798 h 317709"/>
                  <a:gd name="connsiteX5" fmla="*/ 776887 w 1292417"/>
                  <a:gd name="connsiteY5" fmla="*/ 74179 h 317709"/>
                  <a:gd name="connsiteX6" fmla="*/ 924524 w 1292417"/>
                  <a:gd name="connsiteY6" fmla="*/ 57511 h 317709"/>
                  <a:gd name="connsiteX7" fmla="*/ 1124549 w 1292417"/>
                  <a:gd name="connsiteY7" fmla="*/ 36079 h 317709"/>
                  <a:gd name="connsiteX8" fmla="*/ 1279329 w 1292417"/>
                  <a:gd name="connsiteY8" fmla="*/ 7490 h 317709"/>
                  <a:gd name="connsiteX9" fmla="*/ 1292417 w 1292417"/>
                  <a:gd name="connsiteY9" fmla="*/ 39964 h 317709"/>
                  <a:gd name="connsiteX10" fmla="*/ 1171281 w 1292417"/>
                  <a:gd name="connsiteY10" fmla="*/ 114330 h 317709"/>
                  <a:gd name="connsiteX11" fmla="*/ 76394 w 1292417"/>
                  <a:gd name="connsiteY11" fmla="*/ 181131 h 317709"/>
                  <a:gd name="connsiteX0" fmla="*/ 76394 w 1303664"/>
                  <a:gd name="connsiteY0" fmla="*/ 181131 h 317709"/>
                  <a:gd name="connsiteX1" fmla="*/ 160143 w 1303664"/>
                  <a:gd name="connsiteY1" fmla="*/ 76560 h 317709"/>
                  <a:gd name="connsiteX2" fmla="*/ 274443 w 1303664"/>
                  <a:gd name="connsiteY2" fmla="*/ 69417 h 317709"/>
                  <a:gd name="connsiteX3" fmla="*/ 448274 w 1303664"/>
                  <a:gd name="connsiteY3" fmla="*/ 67036 h 317709"/>
                  <a:gd name="connsiteX4" fmla="*/ 603055 w 1303664"/>
                  <a:gd name="connsiteY4" fmla="*/ 71798 h 317709"/>
                  <a:gd name="connsiteX5" fmla="*/ 776887 w 1303664"/>
                  <a:gd name="connsiteY5" fmla="*/ 74179 h 317709"/>
                  <a:gd name="connsiteX6" fmla="*/ 924524 w 1303664"/>
                  <a:gd name="connsiteY6" fmla="*/ 57511 h 317709"/>
                  <a:gd name="connsiteX7" fmla="*/ 1124549 w 1303664"/>
                  <a:gd name="connsiteY7" fmla="*/ 36079 h 317709"/>
                  <a:gd name="connsiteX8" fmla="*/ 1279329 w 1303664"/>
                  <a:gd name="connsiteY8" fmla="*/ 7490 h 317709"/>
                  <a:gd name="connsiteX9" fmla="*/ 1171281 w 1303664"/>
                  <a:gd name="connsiteY9" fmla="*/ 114330 h 317709"/>
                  <a:gd name="connsiteX10" fmla="*/ 76394 w 1303664"/>
                  <a:gd name="connsiteY10" fmla="*/ 181131 h 317709"/>
                  <a:gd name="connsiteX0" fmla="*/ 76394 w 1279714"/>
                  <a:gd name="connsiteY0" fmla="*/ 181131 h 337196"/>
                  <a:gd name="connsiteX1" fmla="*/ 160143 w 1279714"/>
                  <a:gd name="connsiteY1" fmla="*/ 76560 h 337196"/>
                  <a:gd name="connsiteX2" fmla="*/ 274443 w 1279714"/>
                  <a:gd name="connsiteY2" fmla="*/ 69417 h 337196"/>
                  <a:gd name="connsiteX3" fmla="*/ 448274 w 1279714"/>
                  <a:gd name="connsiteY3" fmla="*/ 67036 h 337196"/>
                  <a:gd name="connsiteX4" fmla="*/ 603055 w 1279714"/>
                  <a:gd name="connsiteY4" fmla="*/ 71798 h 337196"/>
                  <a:gd name="connsiteX5" fmla="*/ 776887 w 1279714"/>
                  <a:gd name="connsiteY5" fmla="*/ 74179 h 337196"/>
                  <a:gd name="connsiteX6" fmla="*/ 924524 w 1279714"/>
                  <a:gd name="connsiteY6" fmla="*/ 57511 h 337196"/>
                  <a:gd name="connsiteX7" fmla="*/ 1124549 w 1279714"/>
                  <a:gd name="connsiteY7" fmla="*/ 36079 h 337196"/>
                  <a:gd name="connsiteX8" fmla="*/ 1279329 w 1279714"/>
                  <a:gd name="connsiteY8" fmla="*/ 7490 h 337196"/>
                  <a:gd name="connsiteX9" fmla="*/ 976019 w 1279714"/>
                  <a:gd name="connsiteY9" fmla="*/ 166717 h 337196"/>
                  <a:gd name="connsiteX10" fmla="*/ 76394 w 1279714"/>
                  <a:gd name="connsiteY10" fmla="*/ 181131 h 337196"/>
                  <a:gd name="connsiteX0" fmla="*/ 76394 w 1129532"/>
                  <a:gd name="connsiteY0" fmla="*/ 166486 h 322551"/>
                  <a:gd name="connsiteX1" fmla="*/ 160143 w 1129532"/>
                  <a:gd name="connsiteY1" fmla="*/ 61915 h 322551"/>
                  <a:gd name="connsiteX2" fmla="*/ 274443 w 1129532"/>
                  <a:gd name="connsiteY2" fmla="*/ 54772 h 322551"/>
                  <a:gd name="connsiteX3" fmla="*/ 448274 w 1129532"/>
                  <a:gd name="connsiteY3" fmla="*/ 52391 h 322551"/>
                  <a:gd name="connsiteX4" fmla="*/ 603055 w 1129532"/>
                  <a:gd name="connsiteY4" fmla="*/ 57153 h 322551"/>
                  <a:gd name="connsiteX5" fmla="*/ 776887 w 1129532"/>
                  <a:gd name="connsiteY5" fmla="*/ 59534 h 322551"/>
                  <a:gd name="connsiteX6" fmla="*/ 924524 w 1129532"/>
                  <a:gd name="connsiteY6" fmla="*/ 42866 h 322551"/>
                  <a:gd name="connsiteX7" fmla="*/ 1124549 w 1129532"/>
                  <a:gd name="connsiteY7" fmla="*/ 21434 h 322551"/>
                  <a:gd name="connsiteX8" fmla="*/ 976019 w 1129532"/>
                  <a:gd name="connsiteY8" fmla="*/ 152072 h 322551"/>
                  <a:gd name="connsiteX9" fmla="*/ 76394 w 1129532"/>
                  <a:gd name="connsiteY9" fmla="*/ 166486 h 322551"/>
                  <a:gd name="connsiteX0" fmla="*/ 76394 w 1033508"/>
                  <a:gd name="connsiteY0" fmla="*/ 133475 h 289540"/>
                  <a:gd name="connsiteX1" fmla="*/ 160143 w 1033508"/>
                  <a:gd name="connsiteY1" fmla="*/ 28904 h 289540"/>
                  <a:gd name="connsiteX2" fmla="*/ 274443 w 1033508"/>
                  <a:gd name="connsiteY2" fmla="*/ 21761 h 289540"/>
                  <a:gd name="connsiteX3" fmla="*/ 448274 w 1033508"/>
                  <a:gd name="connsiteY3" fmla="*/ 19380 h 289540"/>
                  <a:gd name="connsiteX4" fmla="*/ 603055 w 1033508"/>
                  <a:gd name="connsiteY4" fmla="*/ 24142 h 289540"/>
                  <a:gd name="connsiteX5" fmla="*/ 776887 w 1033508"/>
                  <a:gd name="connsiteY5" fmla="*/ 26523 h 289540"/>
                  <a:gd name="connsiteX6" fmla="*/ 924524 w 1033508"/>
                  <a:gd name="connsiteY6" fmla="*/ 9855 h 289540"/>
                  <a:gd name="connsiteX7" fmla="*/ 976019 w 1033508"/>
                  <a:gd name="connsiteY7" fmla="*/ 119061 h 289540"/>
                  <a:gd name="connsiteX8" fmla="*/ 76394 w 1033508"/>
                  <a:gd name="connsiteY8" fmla="*/ 133475 h 289540"/>
                  <a:gd name="connsiteX0" fmla="*/ 76394 w 1006338"/>
                  <a:gd name="connsiteY0" fmla="*/ 132461 h 288526"/>
                  <a:gd name="connsiteX1" fmla="*/ 160143 w 1006338"/>
                  <a:gd name="connsiteY1" fmla="*/ 27890 h 288526"/>
                  <a:gd name="connsiteX2" fmla="*/ 274443 w 1006338"/>
                  <a:gd name="connsiteY2" fmla="*/ 20747 h 288526"/>
                  <a:gd name="connsiteX3" fmla="*/ 448274 w 1006338"/>
                  <a:gd name="connsiteY3" fmla="*/ 18366 h 288526"/>
                  <a:gd name="connsiteX4" fmla="*/ 603055 w 1006338"/>
                  <a:gd name="connsiteY4" fmla="*/ 23128 h 288526"/>
                  <a:gd name="connsiteX5" fmla="*/ 776887 w 1006338"/>
                  <a:gd name="connsiteY5" fmla="*/ 25509 h 288526"/>
                  <a:gd name="connsiteX6" fmla="*/ 976019 w 1006338"/>
                  <a:gd name="connsiteY6" fmla="*/ 118047 h 288526"/>
                  <a:gd name="connsiteX7" fmla="*/ 76394 w 1006338"/>
                  <a:gd name="connsiteY7" fmla="*/ 132461 h 288526"/>
                  <a:gd name="connsiteX0" fmla="*/ 76394 w 1012279"/>
                  <a:gd name="connsiteY0" fmla="*/ 138964 h 295029"/>
                  <a:gd name="connsiteX1" fmla="*/ 160143 w 1012279"/>
                  <a:gd name="connsiteY1" fmla="*/ 34393 h 295029"/>
                  <a:gd name="connsiteX2" fmla="*/ 274443 w 1012279"/>
                  <a:gd name="connsiteY2" fmla="*/ 27250 h 295029"/>
                  <a:gd name="connsiteX3" fmla="*/ 448274 w 1012279"/>
                  <a:gd name="connsiteY3" fmla="*/ 24869 h 295029"/>
                  <a:gd name="connsiteX4" fmla="*/ 603055 w 1012279"/>
                  <a:gd name="connsiteY4" fmla="*/ 29631 h 295029"/>
                  <a:gd name="connsiteX5" fmla="*/ 776887 w 1012279"/>
                  <a:gd name="connsiteY5" fmla="*/ 32012 h 295029"/>
                  <a:gd name="connsiteX6" fmla="*/ 976019 w 1012279"/>
                  <a:gd name="connsiteY6" fmla="*/ 124550 h 295029"/>
                  <a:gd name="connsiteX7" fmla="*/ 76394 w 1012279"/>
                  <a:gd name="connsiteY7" fmla="*/ 138964 h 295029"/>
                  <a:gd name="connsiteX0" fmla="*/ 76394 w 944468"/>
                  <a:gd name="connsiteY0" fmla="*/ 136724 h 300918"/>
                  <a:gd name="connsiteX1" fmla="*/ 160143 w 944468"/>
                  <a:gd name="connsiteY1" fmla="*/ 32153 h 300918"/>
                  <a:gd name="connsiteX2" fmla="*/ 274443 w 944468"/>
                  <a:gd name="connsiteY2" fmla="*/ 25010 h 300918"/>
                  <a:gd name="connsiteX3" fmla="*/ 448274 w 944468"/>
                  <a:gd name="connsiteY3" fmla="*/ 22629 h 300918"/>
                  <a:gd name="connsiteX4" fmla="*/ 603055 w 944468"/>
                  <a:gd name="connsiteY4" fmla="*/ 27391 h 300918"/>
                  <a:gd name="connsiteX5" fmla="*/ 776887 w 944468"/>
                  <a:gd name="connsiteY5" fmla="*/ 29772 h 300918"/>
                  <a:gd name="connsiteX6" fmla="*/ 895056 w 944468"/>
                  <a:gd name="connsiteY6" fmla="*/ 141360 h 300918"/>
                  <a:gd name="connsiteX7" fmla="*/ 76394 w 944468"/>
                  <a:gd name="connsiteY7" fmla="*/ 136724 h 300918"/>
                  <a:gd name="connsiteX0" fmla="*/ 76394 w 944468"/>
                  <a:gd name="connsiteY0" fmla="*/ 136724 h 264385"/>
                  <a:gd name="connsiteX1" fmla="*/ 160143 w 944468"/>
                  <a:gd name="connsiteY1" fmla="*/ 32153 h 264385"/>
                  <a:gd name="connsiteX2" fmla="*/ 274443 w 944468"/>
                  <a:gd name="connsiteY2" fmla="*/ 25010 h 264385"/>
                  <a:gd name="connsiteX3" fmla="*/ 448274 w 944468"/>
                  <a:gd name="connsiteY3" fmla="*/ 22629 h 264385"/>
                  <a:gd name="connsiteX4" fmla="*/ 603055 w 944468"/>
                  <a:gd name="connsiteY4" fmla="*/ 27391 h 264385"/>
                  <a:gd name="connsiteX5" fmla="*/ 776887 w 944468"/>
                  <a:gd name="connsiteY5" fmla="*/ 29772 h 264385"/>
                  <a:gd name="connsiteX6" fmla="*/ 895056 w 944468"/>
                  <a:gd name="connsiteY6" fmla="*/ 141360 h 264385"/>
                  <a:gd name="connsiteX7" fmla="*/ 76394 w 944468"/>
                  <a:gd name="connsiteY7" fmla="*/ 136724 h 264385"/>
                  <a:gd name="connsiteX0" fmla="*/ 76394 w 944468"/>
                  <a:gd name="connsiteY0" fmla="*/ 136724 h 196870"/>
                  <a:gd name="connsiteX1" fmla="*/ 160143 w 944468"/>
                  <a:gd name="connsiteY1" fmla="*/ 32153 h 196870"/>
                  <a:gd name="connsiteX2" fmla="*/ 274443 w 944468"/>
                  <a:gd name="connsiteY2" fmla="*/ 25010 h 196870"/>
                  <a:gd name="connsiteX3" fmla="*/ 448274 w 944468"/>
                  <a:gd name="connsiteY3" fmla="*/ 22629 h 196870"/>
                  <a:gd name="connsiteX4" fmla="*/ 603055 w 944468"/>
                  <a:gd name="connsiteY4" fmla="*/ 27391 h 196870"/>
                  <a:gd name="connsiteX5" fmla="*/ 776887 w 944468"/>
                  <a:gd name="connsiteY5" fmla="*/ 29772 h 196870"/>
                  <a:gd name="connsiteX6" fmla="*/ 895056 w 944468"/>
                  <a:gd name="connsiteY6" fmla="*/ 141360 h 196870"/>
                  <a:gd name="connsiteX7" fmla="*/ 76394 w 944468"/>
                  <a:gd name="connsiteY7" fmla="*/ 136724 h 196870"/>
                  <a:gd name="connsiteX0" fmla="*/ 80454 w 948528"/>
                  <a:gd name="connsiteY0" fmla="*/ 139956 h 200102"/>
                  <a:gd name="connsiteX1" fmla="*/ 164203 w 948528"/>
                  <a:gd name="connsiteY1" fmla="*/ 35385 h 200102"/>
                  <a:gd name="connsiteX2" fmla="*/ 278503 w 948528"/>
                  <a:gd name="connsiteY2" fmla="*/ 28242 h 200102"/>
                  <a:gd name="connsiteX3" fmla="*/ 452334 w 948528"/>
                  <a:gd name="connsiteY3" fmla="*/ 25861 h 200102"/>
                  <a:gd name="connsiteX4" fmla="*/ 607115 w 948528"/>
                  <a:gd name="connsiteY4" fmla="*/ 30623 h 200102"/>
                  <a:gd name="connsiteX5" fmla="*/ 780947 w 948528"/>
                  <a:gd name="connsiteY5" fmla="*/ 33004 h 200102"/>
                  <a:gd name="connsiteX6" fmla="*/ 899116 w 948528"/>
                  <a:gd name="connsiteY6" fmla="*/ 144592 h 200102"/>
                  <a:gd name="connsiteX7" fmla="*/ 80454 w 948528"/>
                  <a:gd name="connsiteY7" fmla="*/ 139956 h 200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8528" h="200102">
                    <a:moveTo>
                      <a:pt x="80454" y="139956"/>
                    </a:moveTo>
                    <a:cubicBezTo>
                      <a:pt x="-94419" y="131280"/>
                      <a:pt x="54201" y="-82521"/>
                      <a:pt x="164203" y="35385"/>
                    </a:cubicBezTo>
                    <a:cubicBezTo>
                      <a:pt x="219766" y="21892"/>
                      <a:pt x="227703" y="-1127"/>
                      <a:pt x="278503" y="28242"/>
                    </a:cubicBezTo>
                    <a:cubicBezTo>
                      <a:pt x="332477" y="11573"/>
                      <a:pt x="381691" y="-7477"/>
                      <a:pt x="452334" y="25861"/>
                    </a:cubicBezTo>
                    <a:cubicBezTo>
                      <a:pt x="522978" y="10779"/>
                      <a:pt x="545996" y="2842"/>
                      <a:pt x="607115" y="30623"/>
                    </a:cubicBezTo>
                    <a:cubicBezTo>
                      <a:pt x="703953" y="2048"/>
                      <a:pt x="710303" y="11572"/>
                      <a:pt x="780947" y="33004"/>
                    </a:cubicBezTo>
                    <a:cubicBezTo>
                      <a:pt x="905020" y="-70239"/>
                      <a:pt x="1015865" y="126767"/>
                      <a:pt x="899116" y="144592"/>
                    </a:cubicBezTo>
                    <a:cubicBezTo>
                      <a:pt x="557866" y="201683"/>
                      <a:pt x="368323" y="235692"/>
                      <a:pt x="80454" y="13995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926E9460-A2AE-2C6D-5282-286AB2C2FD5D}"/>
                  </a:ext>
                </a:extLst>
              </p:cNvPr>
              <p:cNvSpPr/>
              <p:nvPr/>
            </p:nvSpPr>
            <p:spPr>
              <a:xfrm>
                <a:off x="3778593" y="4111641"/>
                <a:ext cx="2594675" cy="429042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331098 w 2310413"/>
                  <a:gd name="connsiteY10" fmla="*/ 392562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79525 w 2304604"/>
                  <a:gd name="connsiteY0" fmla="*/ 1784 h 496382"/>
                  <a:gd name="connsiteX1" fmla="*/ 2238173 w 2304604"/>
                  <a:gd name="connsiteY1" fmla="*/ 87980 h 496382"/>
                  <a:gd name="connsiteX2" fmla="*/ 2304604 w 2304604"/>
                  <a:gd name="connsiteY2" fmla="*/ 98377 h 496382"/>
                  <a:gd name="connsiteX3" fmla="*/ 2303102 w 2304604"/>
                  <a:gd name="connsiteY3" fmla="*/ 103213 h 496382"/>
                  <a:gd name="connsiteX4" fmla="*/ 2082428 w 2304604"/>
                  <a:gd name="connsiteY4" fmla="*/ 343202 h 496382"/>
                  <a:gd name="connsiteX5" fmla="*/ 1802234 w 2304604"/>
                  <a:gd name="connsiteY5" fmla="*/ 377333 h 496382"/>
                  <a:gd name="connsiteX6" fmla="*/ 1571252 w 2304604"/>
                  <a:gd name="connsiteY6" fmla="*/ 417814 h 496382"/>
                  <a:gd name="connsiteX7" fmla="*/ 1152152 w 2304604"/>
                  <a:gd name="connsiteY7" fmla="*/ 446389 h 496382"/>
                  <a:gd name="connsiteX8" fmla="*/ 749721 w 2304604"/>
                  <a:gd name="connsiteY8" fmla="*/ 405908 h 496382"/>
                  <a:gd name="connsiteX9" fmla="*/ 546627 w 2304604"/>
                  <a:gd name="connsiteY9" fmla="*/ 390953 h 496382"/>
                  <a:gd name="connsiteX10" fmla="*/ 325289 w 2304604"/>
                  <a:gd name="connsiteY10" fmla="*/ 392562 h 496382"/>
                  <a:gd name="connsiteX11" fmla="*/ -1 w 2304604"/>
                  <a:gd name="connsiteY11" fmla="*/ 107554 h 496382"/>
                  <a:gd name="connsiteX12" fmla="*/ 164036 w 2304604"/>
                  <a:gd name="connsiteY12" fmla="*/ 59144 h 496382"/>
                  <a:gd name="connsiteX13" fmla="*/ 879525 w 2304604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1912708 w 2242076"/>
                  <a:gd name="connsiteY4" fmla="*/ 375031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240574 w 2242076"/>
                  <a:gd name="connsiteY3" fmla="*/ 103535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151247 w 2242076"/>
                  <a:gd name="connsiteY3" fmla="*/ 95579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51247" h="496704">
                    <a:moveTo>
                      <a:pt x="816997" y="2106"/>
                    </a:moveTo>
                    <a:cubicBezTo>
                      <a:pt x="1299844" y="-8651"/>
                      <a:pt x="1686714" y="22443"/>
                      <a:pt x="2081851" y="80345"/>
                    </a:cubicBezTo>
                    <a:lnTo>
                      <a:pt x="2151247" y="95579"/>
                    </a:lnTo>
                    <a:cubicBezTo>
                      <a:pt x="2122561" y="210402"/>
                      <a:pt x="2098446" y="382421"/>
                      <a:pt x="1912708" y="375353"/>
                    </a:cubicBezTo>
                    <a:cubicBezTo>
                      <a:pt x="1824337" y="445782"/>
                      <a:pt x="1756119" y="480393"/>
                      <a:pt x="1663779" y="409484"/>
                    </a:cubicBezTo>
                    <a:cubicBezTo>
                      <a:pt x="1621446" y="460019"/>
                      <a:pt x="1530710" y="452209"/>
                      <a:pt x="1472993" y="418137"/>
                    </a:cubicBezTo>
                    <a:cubicBezTo>
                      <a:pt x="1402746" y="543550"/>
                      <a:pt x="1132883" y="491955"/>
                      <a:pt x="1089624" y="446711"/>
                    </a:cubicBezTo>
                    <a:cubicBezTo>
                      <a:pt x="1055890" y="472905"/>
                      <a:pt x="728336" y="546327"/>
                      <a:pt x="687193" y="406230"/>
                    </a:cubicBezTo>
                    <a:cubicBezTo>
                      <a:pt x="648893" y="435114"/>
                      <a:pt x="557477" y="468269"/>
                      <a:pt x="484099" y="391275"/>
                    </a:cubicBezTo>
                    <a:cubicBezTo>
                      <a:pt x="390966" y="486789"/>
                      <a:pt x="324938" y="430719"/>
                      <a:pt x="262761" y="392884"/>
                    </a:cubicBezTo>
                    <a:cubicBezTo>
                      <a:pt x="31769" y="385864"/>
                      <a:pt x="31626" y="211561"/>
                      <a:pt x="0" y="107876"/>
                    </a:cubicBezTo>
                    <a:lnTo>
                      <a:pt x="101508" y="59466"/>
                    </a:lnTo>
                    <a:cubicBezTo>
                      <a:pt x="333605" y="25315"/>
                      <a:pt x="575574" y="7484"/>
                      <a:pt x="816997" y="210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2BCCD36F-3398-BB9B-5D0E-B31574993EAB}"/>
                  </a:ext>
                </a:extLst>
              </p:cNvPr>
              <p:cNvSpPr/>
              <p:nvPr/>
            </p:nvSpPr>
            <p:spPr>
              <a:xfrm>
                <a:off x="3661434" y="3697287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solidFill>
                <a:srgbClr val="E95958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1DBC1121-790F-1D91-7A50-D5FCC26D2156}"/>
                  </a:ext>
                </a:extLst>
              </p:cNvPr>
              <p:cNvSpPr/>
              <p:nvPr/>
            </p:nvSpPr>
            <p:spPr>
              <a:xfrm rot="12291759">
                <a:off x="3643322" y="4231222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6091E0E-5EC5-47D2-06E1-1F80603723B6}"/>
                  </a:ext>
                </a:extLst>
              </p:cNvPr>
              <p:cNvSpPr/>
              <p:nvPr/>
            </p:nvSpPr>
            <p:spPr>
              <a:xfrm rot="10529348" flipH="1">
                <a:off x="6347609" y="4254081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90060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90AEA6-A288-75A1-7375-692C8EA98828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A8B2CC7-63FF-414B-7487-32C85D8DB29F}"/>
              </a:ext>
            </a:extLst>
          </p:cNvPr>
          <p:cNvGrpSpPr/>
          <p:nvPr/>
        </p:nvGrpSpPr>
        <p:grpSpPr>
          <a:xfrm>
            <a:off x="2603715" y="1200339"/>
            <a:ext cx="5236364" cy="5736896"/>
            <a:chOff x="3742200" y="600760"/>
            <a:chExt cx="1161709" cy="1272754"/>
          </a:xfrm>
        </p:grpSpPr>
        <p:sp>
          <p:nvSpPr>
            <p:cNvPr id="6" name="Rectangle 13">
              <a:extLst>
                <a:ext uri="{FF2B5EF4-FFF2-40B4-BE49-F238E27FC236}">
                  <a16:creationId xmlns:a16="http://schemas.microsoft.com/office/drawing/2014/main" id="{ABE566B3-29A8-0DCA-F044-48A8CE932E8D}"/>
                </a:ext>
              </a:extLst>
            </p:cNvPr>
            <p:cNvSpPr/>
            <p:nvPr/>
          </p:nvSpPr>
          <p:spPr>
            <a:xfrm>
              <a:off x="3793814" y="808954"/>
              <a:ext cx="1045446" cy="808402"/>
            </a:xfrm>
            <a:custGeom>
              <a:avLst/>
              <a:gdLst>
                <a:gd name="connsiteX0" fmla="*/ 0 w 812800"/>
                <a:gd name="connsiteY0" fmla="*/ 0 h 1016000"/>
                <a:gd name="connsiteX1" fmla="*/ 812800 w 812800"/>
                <a:gd name="connsiteY1" fmla="*/ 0 h 1016000"/>
                <a:gd name="connsiteX2" fmla="*/ 812800 w 812800"/>
                <a:gd name="connsiteY2" fmla="*/ 1016000 h 1016000"/>
                <a:gd name="connsiteX3" fmla="*/ 0 w 812800"/>
                <a:gd name="connsiteY3" fmla="*/ 1016000 h 1016000"/>
                <a:gd name="connsiteX4" fmla="*/ 0 w 812800"/>
                <a:gd name="connsiteY4" fmla="*/ 0 h 1016000"/>
                <a:gd name="connsiteX0" fmla="*/ 0 w 812800"/>
                <a:gd name="connsiteY0" fmla="*/ 69850 h 1085850"/>
                <a:gd name="connsiteX1" fmla="*/ 336550 w 812800"/>
                <a:gd name="connsiteY1" fmla="*/ 0 h 1085850"/>
                <a:gd name="connsiteX2" fmla="*/ 812800 w 812800"/>
                <a:gd name="connsiteY2" fmla="*/ 69850 h 1085850"/>
                <a:gd name="connsiteX3" fmla="*/ 812800 w 812800"/>
                <a:gd name="connsiteY3" fmla="*/ 1085850 h 1085850"/>
                <a:gd name="connsiteX4" fmla="*/ 0 w 812800"/>
                <a:gd name="connsiteY4" fmla="*/ 1085850 h 1085850"/>
                <a:gd name="connsiteX5" fmla="*/ 0 w 812800"/>
                <a:gd name="connsiteY5" fmla="*/ 69850 h 1085850"/>
                <a:gd name="connsiteX0" fmla="*/ 0 w 914400"/>
                <a:gd name="connsiteY0" fmla="*/ 69850 h 1085850"/>
                <a:gd name="connsiteX1" fmla="*/ 336550 w 914400"/>
                <a:gd name="connsiteY1" fmla="*/ 0 h 1085850"/>
                <a:gd name="connsiteX2" fmla="*/ 914400 w 914400"/>
                <a:gd name="connsiteY2" fmla="*/ 615950 h 1085850"/>
                <a:gd name="connsiteX3" fmla="*/ 812800 w 914400"/>
                <a:gd name="connsiteY3" fmla="*/ 1085850 h 1085850"/>
                <a:gd name="connsiteX4" fmla="*/ 0 w 914400"/>
                <a:gd name="connsiteY4" fmla="*/ 1085850 h 1085850"/>
                <a:gd name="connsiteX5" fmla="*/ 0 w 914400"/>
                <a:gd name="connsiteY5" fmla="*/ 69850 h 1085850"/>
                <a:gd name="connsiteX0" fmla="*/ 0 w 1143000"/>
                <a:gd name="connsiteY0" fmla="*/ 660400 h 1085850"/>
                <a:gd name="connsiteX1" fmla="*/ 565150 w 1143000"/>
                <a:gd name="connsiteY1" fmla="*/ 0 h 1085850"/>
                <a:gd name="connsiteX2" fmla="*/ 1143000 w 1143000"/>
                <a:gd name="connsiteY2" fmla="*/ 615950 h 1085850"/>
                <a:gd name="connsiteX3" fmla="*/ 1041400 w 1143000"/>
                <a:gd name="connsiteY3" fmla="*/ 1085850 h 1085850"/>
                <a:gd name="connsiteX4" fmla="*/ 228600 w 1143000"/>
                <a:gd name="connsiteY4" fmla="*/ 1085850 h 1085850"/>
                <a:gd name="connsiteX5" fmla="*/ 0 w 1143000"/>
                <a:gd name="connsiteY5" fmla="*/ 660400 h 1085850"/>
                <a:gd name="connsiteX0" fmla="*/ 0 w 1143000"/>
                <a:gd name="connsiteY0" fmla="*/ 660400 h 1085850"/>
                <a:gd name="connsiteX1" fmla="*/ 565150 w 1143000"/>
                <a:gd name="connsiteY1" fmla="*/ 0 h 1085850"/>
                <a:gd name="connsiteX2" fmla="*/ 1143000 w 1143000"/>
                <a:gd name="connsiteY2" fmla="*/ 615950 h 1085850"/>
                <a:gd name="connsiteX3" fmla="*/ 1041400 w 1143000"/>
                <a:gd name="connsiteY3" fmla="*/ 1085850 h 1085850"/>
                <a:gd name="connsiteX4" fmla="*/ 0 w 1143000"/>
                <a:gd name="connsiteY4" fmla="*/ 660400 h 1085850"/>
                <a:gd name="connsiteX0" fmla="*/ 0 w 1143000"/>
                <a:gd name="connsiteY0" fmla="*/ 660400 h 660400"/>
                <a:gd name="connsiteX1" fmla="*/ 565150 w 1143000"/>
                <a:gd name="connsiteY1" fmla="*/ 0 h 660400"/>
                <a:gd name="connsiteX2" fmla="*/ 1143000 w 1143000"/>
                <a:gd name="connsiteY2" fmla="*/ 615950 h 660400"/>
                <a:gd name="connsiteX3" fmla="*/ 0 w 1143000"/>
                <a:gd name="connsiteY3" fmla="*/ 660400 h 660400"/>
                <a:gd name="connsiteX0" fmla="*/ 0 w 1143000"/>
                <a:gd name="connsiteY0" fmla="*/ 660400 h 660400"/>
                <a:gd name="connsiteX1" fmla="*/ 565150 w 1143000"/>
                <a:gd name="connsiteY1" fmla="*/ 0 h 660400"/>
                <a:gd name="connsiteX2" fmla="*/ 1143000 w 1143000"/>
                <a:gd name="connsiteY2" fmla="*/ 644525 h 660400"/>
                <a:gd name="connsiteX3" fmla="*/ 0 w 1143000"/>
                <a:gd name="connsiteY3" fmla="*/ 660400 h 660400"/>
                <a:gd name="connsiteX0" fmla="*/ 0 w 1119187"/>
                <a:gd name="connsiteY0" fmla="*/ 708025 h 708025"/>
                <a:gd name="connsiteX1" fmla="*/ 541337 w 1119187"/>
                <a:gd name="connsiteY1" fmla="*/ 0 h 708025"/>
                <a:gd name="connsiteX2" fmla="*/ 1119187 w 1119187"/>
                <a:gd name="connsiteY2" fmla="*/ 644525 h 708025"/>
                <a:gd name="connsiteX3" fmla="*/ 0 w 1119187"/>
                <a:gd name="connsiteY3" fmla="*/ 708025 h 708025"/>
                <a:gd name="connsiteX0" fmla="*/ 28792 w 1147979"/>
                <a:gd name="connsiteY0" fmla="*/ 708025 h 708025"/>
                <a:gd name="connsiteX1" fmla="*/ 570129 w 1147979"/>
                <a:gd name="connsiteY1" fmla="*/ 0 h 708025"/>
                <a:gd name="connsiteX2" fmla="*/ 1147979 w 1147979"/>
                <a:gd name="connsiteY2" fmla="*/ 644525 h 708025"/>
                <a:gd name="connsiteX3" fmla="*/ 28792 w 1147979"/>
                <a:gd name="connsiteY3" fmla="*/ 708025 h 708025"/>
                <a:gd name="connsiteX0" fmla="*/ 35769 w 1154956"/>
                <a:gd name="connsiteY0" fmla="*/ 734257 h 734257"/>
                <a:gd name="connsiteX1" fmla="*/ 577106 w 1154956"/>
                <a:gd name="connsiteY1" fmla="*/ 26232 h 734257"/>
                <a:gd name="connsiteX2" fmla="*/ 1154956 w 1154956"/>
                <a:gd name="connsiteY2" fmla="*/ 670757 h 734257"/>
                <a:gd name="connsiteX3" fmla="*/ 35769 w 1154956"/>
                <a:gd name="connsiteY3" fmla="*/ 734257 h 734257"/>
                <a:gd name="connsiteX0" fmla="*/ 28957 w 1148144"/>
                <a:gd name="connsiteY0" fmla="*/ 731866 h 731866"/>
                <a:gd name="connsiteX1" fmla="*/ 570294 w 1148144"/>
                <a:gd name="connsiteY1" fmla="*/ 23841 h 731866"/>
                <a:gd name="connsiteX2" fmla="*/ 1148144 w 1148144"/>
                <a:gd name="connsiteY2" fmla="*/ 668366 h 731866"/>
                <a:gd name="connsiteX3" fmla="*/ 28957 w 1148144"/>
                <a:gd name="connsiteY3" fmla="*/ 731866 h 731866"/>
                <a:gd name="connsiteX0" fmla="*/ 28957 w 1169232"/>
                <a:gd name="connsiteY0" fmla="*/ 731866 h 731866"/>
                <a:gd name="connsiteX1" fmla="*/ 570294 w 1169232"/>
                <a:gd name="connsiteY1" fmla="*/ 23841 h 731866"/>
                <a:gd name="connsiteX2" fmla="*/ 1148144 w 1169232"/>
                <a:gd name="connsiteY2" fmla="*/ 668366 h 731866"/>
                <a:gd name="connsiteX3" fmla="*/ 28957 w 1169232"/>
                <a:gd name="connsiteY3" fmla="*/ 731866 h 731866"/>
                <a:gd name="connsiteX0" fmla="*/ 28957 w 1168411"/>
                <a:gd name="connsiteY0" fmla="*/ 732942 h 732942"/>
                <a:gd name="connsiteX1" fmla="*/ 570294 w 1168411"/>
                <a:gd name="connsiteY1" fmla="*/ 24917 h 732942"/>
                <a:gd name="connsiteX2" fmla="*/ 1148144 w 1168411"/>
                <a:gd name="connsiteY2" fmla="*/ 669442 h 732942"/>
                <a:gd name="connsiteX3" fmla="*/ 28957 w 1168411"/>
                <a:gd name="connsiteY3" fmla="*/ 732942 h 732942"/>
                <a:gd name="connsiteX0" fmla="*/ 29468 w 1168627"/>
                <a:gd name="connsiteY0" fmla="*/ 728509 h 728509"/>
                <a:gd name="connsiteX1" fmla="*/ 561280 w 1168627"/>
                <a:gd name="connsiteY1" fmla="*/ 25247 h 728509"/>
                <a:gd name="connsiteX2" fmla="*/ 1148655 w 1168627"/>
                <a:gd name="connsiteY2" fmla="*/ 665009 h 728509"/>
                <a:gd name="connsiteX3" fmla="*/ 29468 w 1168627"/>
                <a:gd name="connsiteY3" fmla="*/ 728509 h 728509"/>
                <a:gd name="connsiteX0" fmla="*/ 29468 w 1168627"/>
                <a:gd name="connsiteY0" fmla="*/ 728509 h 1028108"/>
                <a:gd name="connsiteX1" fmla="*/ 561280 w 1168627"/>
                <a:gd name="connsiteY1" fmla="*/ 25247 h 1028108"/>
                <a:gd name="connsiteX2" fmla="*/ 1148655 w 1168627"/>
                <a:gd name="connsiteY2" fmla="*/ 665009 h 1028108"/>
                <a:gd name="connsiteX3" fmla="*/ 29468 w 1168627"/>
                <a:gd name="connsiteY3" fmla="*/ 728509 h 1028108"/>
                <a:gd name="connsiteX0" fmla="*/ 29468 w 1168627"/>
                <a:gd name="connsiteY0" fmla="*/ 728509 h 1271016"/>
                <a:gd name="connsiteX1" fmla="*/ 561280 w 1168627"/>
                <a:gd name="connsiteY1" fmla="*/ 25247 h 1271016"/>
                <a:gd name="connsiteX2" fmla="*/ 1148655 w 1168627"/>
                <a:gd name="connsiteY2" fmla="*/ 665009 h 1271016"/>
                <a:gd name="connsiteX3" fmla="*/ 29468 w 1168627"/>
                <a:gd name="connsiteY3" fmla="*/ 728509 h 1271016"/>
                <a:gd name="connsiteX0" fmla="*/ 29468 w 1168627"/>
                <a:gd name="connsiteY0" fmla="*/ 728509 h 1266143"/>
                <a:gd name="connsiteX1" fmla="*/ 561280 w 1168627"/>
                <a:gd name="connsiteY1" fmla="*/ 25247 h 1266143"/>
                <a:gd name="connsiteX2" fmla="*/ 1148655 w 1168627"/>
                <a:gd name="connsiteY2" fmla="*/ 665009 h 1266143"/>
                <a:gd name="connsiteX3" fmla="*/ 29468 w 1168627"/>
                <a:gd name="connsiteY3" fmla="*/ 728509 h 1266143"/>
                <a:gd name="connsiteX0" fmla="*/ 29468 w 1168627"/>
                <a:gd name="connsiteY0" fmla="*/ 740872 h 1278506"/>
                <a:gd name="connsiteX1" fmla="*/ 561280 w 1168627"/>
                <a:gd name="connsiteY1" fmla="*/ 37610 h 1278506"/>
                <a:gd name="connsiteX2" fmla="*/ 1148655 w 1168627"/>
                <a:gd name="connsiteY2" fmla="*/ 677372 h 1278506"/>
                <a:gd name="connsiteX3" fmla="*/ 29468 w 1168627"/>
                <a:gd name="connsiteY3" fmla="*/ 740872 h 1278506"/>
                <a:gd name="connsiteX0" fmla="*/ 29468 w 1168260"/>
                <a:gd name="connsiteY0" fmla="*/ 735149 h 1272783"/>
                <a:gd name="connsiteX1" fmla="*/ 561280 w 1168260"/>
                <a:gd name="connsiteY1" fmla="*/ 31887 h 1272783"/>
                <a:gd name="connsiteX2" fmla="*/ 1148655 w 1168260"/>
                <a:gd name="connsiteY2" fmla="*/ 671649 h 1272783"/>
                <a:gd name="connsiteX3" fmla="*/ 29468 w 1168260"/>
                <a:gd name="connsiteY3" fmla="*/ 735149 h 1272783"/>
                <a:gd name="connsiteX0" fmla="*/ 29468 w 1168442"/>
                <a:gd name="connsiteY0" fmla="*/ 739715 h 1277349"/>
                <a:gd name="connsiteX1" fmla="*/ 561280 w 1168442"/>
                <a:gd name="connsiteY1" fmla="*/ 36453 h 1277349"/>
                <a:gd name="connsiteX2" fmla="*/ 1148655 w 1168442"/>
                <a:gd name="connsiteY2" fmla="*/ 676215 h 1277349"/>
                <a:gd name="connsiteX3" fmla="*/ 29468 w 1168442"/>
                <a:gd name="connsiteY3" fmla="*/ 739715 h 1277349"/>
                <a:gd name="connsiteX0" fmla="*/ 29468 w 1167654"/>
                <a:gd name="connsiteY0" fmla="*/ 738243 h 1275877"/>
                <a:gd name="connsiteX1" fmla="*/ 561280 w 1167654"/>
                <a:gd name="connsiteY1" fmla="*/ 34981 h 1275877"/>
                <a:gd name="connsiteX2" fmla="*/ 1148655 w 1167654"/>
                <a:gd name="connsiteY2" fmla="*/ 674743 h 1275877"/>
                <a:gd name="connsiteX3" fmla="*/ 29468 w 1167654"/>
                <a:gd name="connsiteY3" fmla="*/ 738243 h 1275877"/>
                <a:gd name="connsiteX0" fmla="*/ 29468 w 1168391"/>
                <a:gd name="connsiteY0" fmla="*/ 732679 h 1270313"/>
                <a:gd name="connsiteX1" fmla="*/ 561280 w 1168391"/>
                <a:gd name="connsiteY1" fmla="*/ 29417 h 1270313"/>
                <a:gd name="connsiteX2" fmla="*/ 1148655 w 1168391"/>
                <a:gd name="connsiteY2" fmla="*/ 669179 h 1270313"/>
                <a:gd name="connsiteX3" fmla="*/ 29468 w 1168391"/>
                <a:gd name="connsiteY3" fmla="*/ 732679 h 1270313"/>
                <a:gd name="connsiteX0" fmla="*/ 26521 w 1165444"/>
                <a:gd name="connsiteY0" fmla="*/ 732679 h 1270313"/>
                <a:gd name="connsiteX1" fmla="*/ 558333 w 1165444"/>
                <a:gd name="connsiteY1" fmla="*/ 29417 h 1270313"/>
                <a:gd name="connsiteX2" fmla="*/ 1145708 w 1165444"/>
                <a:gd name="connsiteY2" fmla="*/ 669179 h 1270313"/>
                <a:gd name="connsiteX3" fmla="*/ 26521 w 1165444"/>
                <a:gd name="connsiteY3" fmla="*/ 732679 h 1270313"/>
                <a:gd name="connsiteX0" fmla="*/ 26521 w 1163073"/>
                <a:gd name="connsiteY0" fmla="*/ 731631 h 1269265"/>
                <a:gd name="connsiteX1" fmla="*/ 558333 w 1163073"/>
                <a:gd name="connsiteY1" fmla="*/ 28369 h 1269265"/>
                <a:gd name="connsiteX2" fmla="*/ 1145708 w 1163073"/>
                <a:gd name="connsiteY2" fmla="*/ 668131 h 1269265"/>
                <a:gd name="connsiteX3" fmla="*/ 26521 w 1163073"/>
                <a:gd name="connsiteY3" fmla="*/ 731631 h 1269265"/>
                <a:gd name="connsiteX0" fmla="*/ 26521 w 1163247"/>
                <a:gd name="connsiteY0" fmla="*/ 735981 h 1273615"/>
                <a:gd name="connsiteX1" fmla="*/ 558333 w 1163247"/>
                <a:gd name="connsiteY1" fmla="*/ 32719 h 1273615"/>
                <a:gd name="connsiteX2" fmla="*/ 1145708 w 1163247"/>
                <a:gd name="connsiteY2" fmla="*/ 672481 h 1273615"/>
                <a:gd name="connsiteX3" fmla="*/ 26521 w 1163247"/>
                <a:gd name="connsiteY3" fmla="*/ 735981 h 1273615"/>
                <a:gd name="connsiteX0" fmla="*/ 26521 w 1161709"/>
                <a:gd name="connsiteY0" fmla="*/ 735120 h 1272754"/>
                <a:gd name="connsiteX1" fmla="*/ 558333 w 1161709"/>
                <a:gd name="connsiteY1" fmla="*/ 31858 h 1272754"/>
                <a:gd name="connsiteX2" fmla="*/ 1145708 w 1161709"/>
                <a:gd name="connsiteY2" fmla="*/ 671620 h 1272754"/>
                <a:gd name="connsiteX3" fmla="*/ 26521 w 1161709"/>
                <a:gd name="connsiteY3" fmla="*/ 735120 h 1272754"/>
                <a:gd name="connsiteX0" fmla="*/ 26521 w 1081715"/>
                <a:gd name="connsiteY0" fmla="*/ 726691 h 1397189"/>
                <a:gd name="connsiteX1" fmla="*/ 558333 w 1081715"/>
                <a:gd name="connsiteY1" fmla="*/ 23429 h 1397189"/>
                <a:gd name="connsiteX2" fmla="*/ 1063158 w 1081715"/>
                <a:gd name="connsiteY2" fmla="*/ 907666 h 1397189"/>
                <a:gd name="connsiteX3" fmla="*/ 26521 w 1081715"/>
                <a:gd name="connsiteY3" fmla="*/ 726691 h 1397189"/>
                <a:gd name="connsiteX0" fmla="*/ 31926 w 998220"/>
                <a:gd name="connsiteY0" fmla="*/ 971341 h 1507442"/>
                <a:gd name="connsiteX1" fmla="*/ 474838 w 998220"/>
                <a:gd name="connsiteY1" fmla="*/ 20429 h 1507442"/>
                <a:gd name="connsiteX2" fmla="*/ 979663 w 998220"/>
                <a:gd name="connsiteY2" fmla="*/ 904666 h 1507442"/>
                <a:gd name="connsiteX3" fmla="*/ 31926 w 998220"/>
                <a:gd name="connsiteY3" fmla="*/ 971341 h 1507442"/>
                <a:gd name="connsiteX0" fmla="*/ 31926 w 998220"/>
                <a:gd name="connsiteY0" fmla="*/ 971341 h 1348854"/>
                <a:gd name="connsiteX1" fmla="*/ 474838 w 998220"/>
                <a:gd name="connsiteY1" fmla="*/ 20429 h 1348854"/>
                <a:gd name="connsiteX2" fmla="*/ 979663 w 998220"/>
                <a:gd name="connsiteY2" fmla="*/ 904666 h 1348854"/>
                <a:gd name="connsiteX3" fmla="*/ 31926 w 998220"/>
                <a:gd name="connsiteY3" fmla="*/ 971341 h 1348854"/>
                <a:gd name="connsiteX0" fmla="*/ 31926 w 998220"/>
                <a:gd name="connsiteY0" fmla="*/ 971341 h 1244748"/>
                <a:gd name="connsiteX1" fmla="*/ 474838 w 998220"/>
                <a:gd name="connsiteY1" fmla="*/ 20429 h 1244748"/>
                <a:gd name="connsiteX2" fmla="*/ 979663 w 998220"/>
                <a:gd name="connsiteY2" fmla="*/ 904666 h 1244748"/>
                <a:gd name="connsiteX3" fmla="*/ 31926 w 998220"/>
                <a:gd name="connsiteY3" fmla="*/ 971341 h 1244748"/>
                <a:gd name="connsiteX0" fmla="*/ 44481 w 1007111"/>
                <a:gd name="connsiteY0" fmla="*/ 510552 h 783959"/>
                <a:gd name="connsiteX1" fmla="*/ 360393 w 1007111"/>
                <a:gd name="connsiteY1" fmla="*/ 67640 h 783959"/>
                <a:gd name="connsiteX2" fmla="*/ 992218 w 1007111"/>
                <a:gd name="connsiteY2" fmla="*/ 443877 h 783959"/>
                <a:gd name="connsiteX3" fmla="*/ 44481 w 1007111"/>
                <a:gd name="connsiteY3" fmla="*/ 510552 h 783959"/>
                <a:gd name="connsiteX0" fmla="*/ 44481 w 1008640"/>
                <a:gd name="connsiteY0" fmla="*/ 505934 h 779341"/>
                <a:gd name="connsiteX1" fmla="*/ 360393 w 1008640"/>
                <a:gd name="connsiteY1" fmla="*/ 63022 h 779341"/>
                <a:gd name="connsiteX2" fmla="*/ 627095 w 1008640"/>
                <a:gd name="connsiteY2" fmla="*/ 48731 h 779341"/>
                <a:gd name="connsiteX3" fmla="*/ 992218 w 1008640"/>
                <a:gd name="connsiteY3" fmla="*/ 439259 h 779341"/>
                <a:gd name="connsiteX4" fmla="*/ 44481 w 1008640"/>
                <a:gd name="connsiteY4" fmla="*/ 505934 h 779341"/>
                <a:gd name="connsiteX0" fmla="*/ 0 w 964159"/>
                <a:gd name="connsiteY0" fmla="*/ 505934 h 779341"/>
                <a:gd name="connsiteX1" fmla="*/ 315912 w 964159"/>
                <a:gd name="connsiteY1" fmla="*/ 63022 h 779341"/>
                <a:gd name="connsiteX2" fmla="*/ 582614 w 964159"/>
                <a:gd name="connsiteY2" fmla="*/ 48731 h 779341"/>
                <a:gd name="connsiteX3" fmla="*/ 947737 w 964159"/>
                <a:gd name="connsiteY3" fmla="*/ 439259 h 779341"/>
                <a:gd name="connsiteX4" fmla="*/ 0 w 964159"/>
                <a:gd name="connsiteY4" fmla="*/ 505934 h 779341"/>
                <a:gd name="connsiteX0" fmla="*/ 0 w 964159"/>
                <a:gd name="connsiteY0" fmla="*/ 505934 h 779341"/>
                <a:gd name="connsiteX1" fmla="*/ 315912 w 964159"/>
                <a:gd name="connsiteY1" fmla="*/ 63022 h 779341"/>
                <a:gd name="connsiteX2" fmla="*/ 582614 w 964159"/>
                <a:gd name="connsiteY2" fmla="*/ 48731 h 779341"/>
                <a:gd name="connsiteX3" fmla="*/ 947737 w 964159"/>
                <a:gd name="connsiteY3" fmla="*/ 439259 h 779341"/>
                <a:gd name="connsiteX4" fmla="*/ 0 w 964159"/>
                <a:gd name="connsiteY4" fmla="*/ 505934 h 779341"/>
                <a:gd name="connsiteX0" fmla="*/ 0 w 964159"/>
                <a:gd name="connsiteY0" fmla="*/ 505934 h 779341"/>
                <a:gd name="connsiteX1" fmla="*/ 315912 w 964159"/>
                <a:gd name="connsiteY1" fmla="*/ 63022 h 779341"/>
                <a:gd name="connsiteX2" fmla="*/ 582614 w 964159"/>
                <a:gd name="connsiteY2" fmla="*/ 48731 h 779341"/>
                <a:gd name="connsiteX3" fmla="*/ 947737 w 964159"/>
                <a:gd name="connsiteY3" fmla="*/ 439259 h 779341"/>
                <a:gd name="connsiteX4" fmla="*/ 0 w 964159"/>
                <a:gd name="connsiteY4" fmla="*/ 505934 h 779341"/>
                <a:gd name="connsiteX0" fmla="*/ 0 w 964159"/>
                <a:gd name="connsiteY0" fmla="*/ 475998 h 749405"/>
                <a:gd name="connsiteX1" fmla="*/ 315912 w 964159"/>
                <a:gd name="connsiteY1" fmla="*/ 33086 h 749405"/>
                <a:gd name="connsiteX2" fmla="*/ 582614 w 964159"/>
                <a:gd name="connsiteY2" fmla="*/ 18795 h 749405"/>
                <a:gd name="connsiteX3" fmla="*/ 947737 w 964159"/>
                <a:gd name="connsiteY3" fmla="*/ 409323 h 749405"/>
                <a:gd name="connsiteX4" fmla="*/ 0 w 964159"/>
                <a:gd name="connsiteY4" fmla="*/ 475998 h 749405"/>
                <a:gd name="connsiteX0" fmla="*/ 0 w 964159"/>
                <a:gd name="connsiteY0" fmla="*/ 457203 h 730610"/>
                <a:gd name="connsiteX1" fmla="*/ 315912 w 964159"/>
                <a:gd name="connsiteY1" fmla="*/ 14291 h 730610"/>
                <a:gd name="connsiteX2" fmla="*/ 582614 w 964159"/>
                <a:gd name="connsiteY2" fmla="*/ 0 h 730610"/>
                <a:gd name="connsiteX3" fmla="*/ 947737 w 964159"/>
                <a:gd name="connsiteY3" fmla="*/ 390528 h 730610"/>
                <a:gd name="connsiteX4" fmla="*/ 0 w 964159"/>
                <a:gd name="connsiteY4" fmla="*/ 457203 h 730610"/>
                <a:gd name="connsiteX0" fmla="*/ 0 w 964159"/>
                <a:gd name="connsiteY0" fmla="*/ 457203 h 730610"/>
                <a:gd name="connsiteX1" fmla="*/ 315912 w 964159"/>
                <a:gd name="connsiteY1" fmla="*/ 14291 h 730610"/>
                <a:gd name="connsiteX2" fmla="*/ 582614 w 964159"/>
                <a:gd name="connsiteY2" fmla="*/ 0 h 730610"/>
                <a:gd name="connsiteX3" fmla="*/ 947737 w 964159"/>
                <a:gd name="connsiteY3" fmla="*/ 390528 h 730610"/>
                <a:gd name="connsiteX4" fmla="*/ 0 w 964159"/>
                <a:gd name="connsiteY4" fmla="*/ 457203 h 730610"/>
                <a:gd name="connsiteX0" fmla="*/ 0 w 947737"/>
                <a:gd name="connsiteY0" fmla="*/ 457203 h 730610"/>
                <a:gd name="connsiteX1" fmla="*/ 315912 w 947737"/>
                <a:gd name="connsiteY1" fmla="*/ 14291 h 730610"/>
                <a:gd name="connsiteX2" fmla="*/ 582614 w 947737"/>
                <a:gd name="connsiteY2" fmla="*/ 0 h 730610"/>
                <a:gd name="connsiteX3" fmla="*/ 947737 w 947737"/>
                <a:gd name="connsiteY3" fmla="*/ 390528 h 730610"/>
                <a:gd name="connsiteX4" fmla="*/ 0 w 947737"/>
                <a:gd name="connsiteY4" fmla="*/ 457203 h 730610"/>
                <a:gd name="connsiteX0" fmla="*/ 0 w 941387"/>
                <a:gd name="connsiteY0" fmla="*/ 457203 h 730610"/>
                <a:gd name="connsiteX1" fmla="*/ 315912 w 941387"/>
                <a:gd name="connsiteY1" fmla="*/ 14291 h 730610"/>
                <a:gd name="connsiteX2" fmla="*/ 582614 w 941387"/>
                <a:gd name="connsiteY2" fmla="*/ 0 h 730610"/>
                <a:gd name="connsiteX3" fmla="*/ 941387 w 941387"/>
                <a:gd name="connsiteY3" fmla="*/ 390528 h 730610"/>
                <a:gd name="connsiteX4" fmla="*/ 0 w 941387"/>
                <a:gd name="connsiteY4" fmla="*/ 457203 h 730610"/>
                <a:gd name="connsiteX0" fmla="*/ 0 w 941387"/>
                <a:gd name="connsiteY0" fmla="*/ 457203 h 730610"/>
                <a:gd name="connsiteX1" fmla="*/ 315912 w 941387"/>
                <a:gd name="connsiteY1" fmla="*/ 14291 h 730610"/>
                <a:gd name="connsiteX2" fmla="*/ 582614 w 941387"/>
                <a:gd name="connsiteY2" fmla="*/ 0 h 730610"/>
                <a:gd name="connsiteX3" fmla="*/ 941387 w 941387"/>
                <a:gd name="connsiteY3" fmla="*/ 390528 h 730610"/>
                <a:gd name="connsiteX4" fmla="*/ 0 w 941387"/>
                <a:gd name="connsiteY4" fmla="*/ 457203 h 730610"/>
                <a:gd name="connsiteX0" fmla="*/ 0 w 941387"/>
                <a:gd name="connsiteY0" fmla="*/ 457203 h 730610"/>
                <a:gd name="connsiteX1" fmla="*/ 315912 w 941387"/>
                <a:gd name="connsiteY1" fmla="*/ 14291 h 730610"/>
                <a:gd name="connsiteX2" fmla="*/ 582614 w 941387"/>
                <a:gd name="connsiteY2" fmla="*/ 0 h 730610"/>
                <a:gd name="connsiteX3" fmla="*/ 941387 w 941387"/>
                <a:gd name="connsiteY3" fmla="*/ 390528 h 730610"/>
                <a:gd name="connsiteX4" fmla="*/ 0 w 941387"/>
                <a:gd name="connsiteY4" fmla="*/ 457203 h 730610"/>
                <a:gd name="connsiteX0" fmla="*/ 0 w 941387"/>
                <a:gd name="connsiteY0" fmla="*/ 457733 h 731140"/>
                <a:gd name="connsiteX1" fmla="*/ 315912 w 941387"/>
                <a:gd name="connsiteY1" fmla="*/ 14821 h 731140"/>
                <a:gd name="connsiteX2" fmla="*/ 582614 w 941387"/>
                <a:gd name="connsiteY2" fmla="*/ 530 h 731140"/>
                <a:gd name="connsiteX3" fmla="*/ 941387 w 941387"/>
                <a:gd name="connsiteY3" fmla="*/ 391058 h 731140"/>
                <a:gd name="connsiteX4" fmla="*/ 0 w 941387"/>
                <a:gd name="connsiteY4" fmla="*/ 457733 h 731140"/>
                <a:gd name="connsiteX0" fmla="*/ 0 w 941387"/>
                <a:gd name="connsiteY0" fmla="*/ 457292 h 730699"/>
                <a:gd name="connsiteX1" fmla="*/ 315912 w 941387"/>
                <a:gd name="connsiteY1" fmla="*/ 14380 h 730699"/>
                <a:gd name="connsiteX2" fmla="*/ 582614 w 941387"/>
                <a:gd name="connsiteY2" fmla="*/ 89 h 730699"/>
                <a:gd name="connsiteX3" fmla="*/ 941387 w 941387"/>
                <a:gd name="connsiteY3" fmla="*/ 390617 h 730699"/>
                <a:gd name="connsiteX4" fmla="*/ 0 w 941387"/>
                <a:gd name="connsiteY4" fmla="*/ 457292 h 730699"/>
                <a:gd name="connsiteX0" fmla="*/ 0 w 941387"/>
                <a:gd name="connsiteY0" fmla="*/ 463230 h 736637"/>
                <a:gd name="connsiteX1" fmla="*/ 315912 w 941387"/>
                <a:gd name="connsiteY1" fmla="*/ 20318 h 736637"/>
                <a:gd name="connsiteX2" fmla="*/ 582614 w 941387"/>
                <a:gd name="connsiteY2" fmla="*/ 6027 h 736637"/>
                <a:gd name="connsiteX3" fmla="*/ 941387 w 941387"/>
                <a:gd name="connsiteY3" fmla="*/ 396555 h 736637"/>
                <a:gd name="connsiteX4" fmla="*/ 0 w 941387"/>
                <a:gd name="connsiteY4" fmla="*/ 463230 h 736637"/>
                <a:gd name="connsiteX0" fmla="*/ 0 w 941387"/>
                <a:gd name="connsiteY0" fmla="*/ 460884 h 734291"/>
                <a:gd name="connsiteX1" fmla="*/ 315912 w 941387"/>
                <a:gd name="connsiteY1" fmla="*/ 17972 h 734291"/>
                <a:gd name="connsiteX2" fmla="*/ 568327 w 941387"/>
                <a:gd name="connsiteY2" fmla="*/ 6062 h 734291"/>
                <a:gd name="connsiteX3" fmla="*/ 941387 w 941387"/>
                <a:gd name="connsiteY3" fmla="*/ 394209 h 734291"/>
                <a:gd name="connsiteX4" fmla="*/ 0 w 941387"/>
                <a:gd name="connsiteY4" fmla="*/ 460884 h 734291"/>
                <a:gd name="connsiteX0" fmla="*/ 0 w 941387"/>
                <a:gd name="connsiteY0" fmla="*/ 453842 h 727249"/>
                <a:gd name="connsiteX1" fmla="*/ 315912 w 941387"/>
                <a:gd name="connsiteY1" fmla="*/ 10930 h 727249"/>
                <a:gd name="connsiteX2" fmla="*/ 554039 w 941387"/>
                <a:gd name="connsiteY2" fmla="*/ 6164 h 727249"/>
                <a:gd name="connsiteX3" fmla="*/ 941387 w 941387"/>
                <a:gd name="connsiteY3" fmla="*/ 387167 h 727249"/>
                <a:gd name="connsiteX4" fmla="*/ 0 w 941387"/>
                <a:gd name="connsiteY4" fmla="*/ 453842 h 727249"/>
                <a:gd name="connsiteX0" fmla="*/ 0 w 941387"/>
                <a:gd name="connsiteY0" fmla="*/ 453842 h 727249"/>
                <a:gd name="connsiteX1" fmla="*/ 315912 w 941387"/>
                <a:gd name="connsiteY1" fmla="*/ 10930 h 727249"/>
                <a:gd name="connsiteX2" fmla="*/ 554039 w 941387"/>
                <a:gd name="connsiteY2" fmla="*/ 6164 h 727249"/>
                <a:gd name="connsiteX3" fmla="*/ 941387 w 941387"/>
                <a:gd name="connsiteY3" fmla="*/ 387167 h 727249"/>
                <a:gd name="connsiteX4" fmla="*/ 0 w 941387"/>
                <a:gd name="connsiteY4" fmla="*/ 453842 h 727249"/>
                <a:gd name="connsiteX0" fmla="*/ 0 w 941387"/>
                <a:gd name="connsiteY0" fmla="*/ 446804 h 720211"/>
                <a:gd name="connsiteX1" fmla="*/ 315912 w 941387"/>
                <a:gd name="connsiteY1" fmla="*/ 3892 h 720211"/>
                <a:gd name="connsiteX2" fmla="*/ 532608 w 941387"/>
                <a:gd name="connsiteY2" fmla="*/ 6270 h 720211"/>
                <a:gd name="connsiteX3" fmla="*/ 941387 w 941387"/>
                <a:gd name="connsiteY3" fmla="*/ 380129 h 720211"/>
                <a:gd name="connsiteX4" fmla="*/ 0 w 941387"/>
                <a:gd name="connsiteY4" fmla="*/ 446804 h 720211"/>
                <a:gd name="connsiteX0" fmla="*/ 0 w 941387"/>
                <a:gd name="connsiteY0" fmla="*/ 454673 h 728080"/>
                <a:gd name="connsiteX1" fmla="*/ 315912 w 941387"/>
                <a:gd name="connsiteY1" fmla="*/ 11761 h 728080"/>
                <a:gd name="connsiteX2" fmla="*/ 532608 w 941387"/>
                <a:gd name="connsiteY2" fmla="*/ 14139 h 728080"/>
                <a:gd name="connsiteX3" fmla="*/ 941387 w 941387"/>
                <a:gd name="connsiteY3" fmla="*/ 387998 h 728080"/>
                <a:gd name="connsiteX4" fmla="*/ 0 w 941387"/>
                <a:gd name="connsiteY4" fmla="*/ 454673 h 728080"/>
                <a:gd name="connsiteX0" fmla="*/ 0 w 941387"/>
                <a:gd name="connsiteY0" fmla="*/ 454673 h 728080"/>
                <a:gd name="connsiteX1" fmla="*/ 315912 w 941387"/>
                <a:gd name="connsiteY1" fmla="*/ 11761 h 728080"/>
                <a:gd name="connsiteX2" fmla="*/ 532608 w 941387"/>
                <a:gd name="connsiteY2" fmla="*/ 14139 h 728080"/>
                <a:gd name="connsiteX3" fmla="*/ 941387 w 941387"/>
                <a:gd name="connsiteY3" fmla="*/ 387998 h 728080"/>
                <a:gd name="connsiteX4" fmla="*/ 0 w 941387"/>
                <a:gd name="connsiteY4" fmla="*/ 454673 h 728080"/>
                <a:gd name="connsiteX0" fmla="*/ 0 w 941387"/>
                <a:gd name="connsiteY0" fmla="*/ 456485 h 729892"/>
                <a:gd name="connsiteX1" fmla="*/ 315912 w 941387"/>
                <a:gd name="connsiteY1" fmla="*/ 13573 h 729892"/>
                <a:gd name="connsiteX2" fmla="*/ 532608 w 941387"/>
                <a:gd name="connsiteY2" fmla="*/ 15951 h 729892"/>
                <a:gd name="connsiteX3" fmla="*/ 941387 w 941387"/>
                <a:gd name="connsiteY3" fmla="*/ 389810 h 729892"/>
                <a:gd name="connsiteX4" fmla="*/ 0 w 941387"/>
                <a:gd name="connsiteY4" fmla="*/ 456485 h 729892"/>
                <a:gd name="connsiteX0" fmla="*/ 0 w 941387"/>
                <a:gd name="connsiteY0" fmla="*/ 468012 h 741419"/>
                <a:gd name="connsiteX1" fmla="*/ 315912 w 941387"/>
                <a:gd name="connsiteY1" fmla="*/ 25100 h 741419"/>
                <a:gd name="connsiteX2" fmla="*/ 551658 w 941387"/>
                <a:gd name="connsiteY2" fmla="*/ 15572 h 741419"/>
                <a:gd name="connsiteX3" fmla="*/ 941387 w 941387"/>
                <a:gd name="connsiteY3" fmla="*/ 401337 h 741419"/>
                <a:gd name="connsiteX4" fmla="*/ 0 w 941387"/>
                <a:gd name="connsiteY4" fmla="*/ 468012 h 741419"/>
                <a:gd name="connsiteX0" fmla="*/ 0 w 941387"/>
                <a:gd name="connsiteY0" fmla="*/ 454530 h 727937"/>
                <a:gd name="connsiteX1" fmla="*/ 315912 w 941387"/>
                <a:gd name="connsiteY1" fmla="*/ 11618 h 727937"/>
                <a:gd name="connsiteX2" fmla="*/ 551658 w 941387"/>
                <a:gd name="connsiteY2" fmla="*/ 2090 h 727937"/>
                <a:gd name="connsiteX3" fmla="*/ 941387 w 941387"/>
                <a:gd name="connsiteY3" fmla="*/ 387855 h 727937"/>
                <a:gd name="connsiteX4" fmla="*/ 0 w 941387"/>
                <a:gd name="connsiteY4" fmla="*/ 454530 h 727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1387" h="727937">
                  <a:moveTo>
                    <a:pt x="0" y="454530"/>
                  </a:moveTo>
                  <a:cubicBezTo>
                    <a:pt x="9262" y="334144"/>
                    <a:pt x="201083" y="-18809"/>
                    <a:pt x="315912" y="11618"/>
                  </a:cubicBezTo>
                  <a:cubicBezTo>
                    <a:pt x="402961" y="28550"/>
                    <a:pt x="449529" y="31459"/>
                    <a:pt x="551658" y="2090"/>
                  </a:cubicBezTo>
                  <a:cubicBezTo>
                    <a:pt x="668867" y="-30455"/>
                    <a:pt x="923660" y="327000"/>
                    <a:pt x="941387" y="387855"/>
                  </a:cubicBezTo>
                  <a:cubicBezTo>
                    <a:pt x="695325" y="926547"/>
                    <a:pt x="128587" y="728638"/>
                    <a:pt x="0" y="454530"/>
                  </a:cubicBezTo>
                  <a:close/>
                </a:path>
              </a:pathLst>
            </a:custGeom>
            <a:solidFill>
              <a:srgbClr val="252B2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43827E6-196C-A878-F938-77DDA151628E}"/>
                </a:ext>
              </a:extLst>
            </p:cNvPr>
            <p:cNvSpPr/>
            <p:nvPr/>
          </p:nvSpPr>
          <p:spPr>
            <a:xfrm>
              <a:off x="4014353" y="895589"/>
              <a:ext cx="617405" cy="683097"/>
            </a:xfrm>
            <a:custGeom>
              <a:avLst/>
              <a:gdLst>
                <a:gd name="connsiteX0" fmla="*/ 253972 w 617405"/>
                <a:gd name="connsiteY0" fmla="*/ 815 h 683097"/>
                <a:gd name="connsiteX1" fmla="*/ 615553 w 617405"/>
                <a:gd name="connsiteY1" fmla="*/ 526361 h 683097"/>
                <a:gd name="connsiteX2" fmla="*/ 617405 w 617405"/>
                <a:gd name="connsiteY2" fmla="*/ 571789 h 683097"/>
                <a:gd name="connsiteX3" fmla="*/ 616493 w 617405"/>
                <a:gd name="connsiteY3" fmla="*/ 572694 h 683097"/>
                <a:gd name="connsiteX4" fmla="*/ 9072 w 617405"/>
                <a:gd name="connsiteY4" fmla="*/ 590665 h 683097"/>
                <a:gd name="connsiteX5" fmla="*/ 0 w 617405"/>
                <a:gd name="connsiteY5" fmla="*/ 583984 h 683097"/>
                <a:gd name="connsiteX6" fmla="*/ 861 w 617405"/>
                <a:gd name="connsiteY6" fmla="*/ 499439 h 683097"/>
                <a:gd name="connsiteX7" fmla="*/ 253972 w 617405"/>
                <a:gd name="connsiteY7" fmla="*/ 815 h 683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7405" h="683097">
                  <a:moveTo>
                    <a:pt x="253972" y="815"/>
                  </a:moveTo>
                  <a:cubicBezTo>
                    <a:pt x="423958" y="-15650"/>
                    <a:pt x="585843" y="219645"/>
                    <a:pt x="615553" y="526361"/>
                  </a:cubicBezTo>
                  <a:lnTo>
                    <a:pt x="617405" y="571789"/>
                  </a:lnTo>
                  <a:lnTo>
                    <a:pt x="616493" y="572694"/>
                  </a:lnTo>
                  <a:cubicBezTo>
                    <a:pt x="425446" y="733391"/>
                    <a:pt x="177955" y="700202"/>
                    <a:pt x="9072" y="590665"/>
                  </a:cubicBezTo>
                  <a:lnTo>
                    <a:pt x="0" y="583984"/>
                  </a:lnTo>
                  <a:lnTo>
                    <a:pt x="861" y="499439"/>
                  </a:lnTo>
                  <a:cubicBezTo>
                    <a:pt x="14164" y="286890"/>
                    <a:pt x="105235" y="15223"/>
                    <a:pt x="253972" y="815"/>
                  </a:cubicBezTo>
                  <a:close/>
                </a:path>
              </a:pathLst>
            </a:custGeom>
            <a:solidFill>
              <a:srgbClr val="D7797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Rectangle 57">
              <a:extLst>
                <a:ext uri="{FF2B5EF4-FFF2-40B4-BE49-F238E27FC236}">
                  <a16:creationId xmlns:a16="http://schemas.microsoft.com/office/drawing/2014/main" id="{A540E1F2-3499-E6F7-2AE5-6EC8C17A2E5E}"/>
                </a:ext>
              </a:extLst>
            </p:cNvPr>
            <p:cNvSpPr/>
            <p:nvPr/>
          </p:nvSpPr>
          <p:spPr>
            <a:xfrm>
              <a:off x="4049733" y="835225"/>
              <a:ext cx="489847" cy="127915"/>
            </a:xfrm>
            <a:custGeom>
              <a:avLst/>
              <a:gdLst>
                <a:gd name="connsiteX0" fmla="*/ 0 w 876300"/>
                <a:gd name="connsiteY0" fmla="*/ 0 h 219075"/>
                <a:gd name="connsiteX1" fmla="*/ 876300 w 876300"/>
                <a:gd name="connsiteY1" fmla="*/ 0 h 219075"/>
                <a:gd name="connsiteX2" fmla="*/ 876300 w 876300"/>
                <a:gd name="connsiteY2" fmla="*/ 219075 h 219075"/>
                <a:gd name="connsiteX3" fmla="*/ 0 w 876300"/>
                <a:gd name="connsiteY3" fmla="*/ 219075 h 219075"/>
                <a:gd name="connsiteX4" fmla="*/ 0 w 876300"/>
                <a:gd name="connsiteY4" fmla="*/ 0 h 219075"/>
                <a:gd name="connsiteX0" fmla="*/ 0 w 876300"/>
                <a:gd name="connsiteY0" fmla="*/ 0 h 219075"/>
                <a:gd name="connsiteX1" fmla="*/ 876300 w 876300"/>
                <a:gd name="connsiteY1" fmla="*/ 0 h 219075"/>
                <a:gd name="connsiteX2" fmla="*/ 876300 w 876300"/>
                <a:gd name="connsiteY2" fmla="*/ 219075 h 219075"/>
                <a:gd name="connsiteX3" fmla="*/ 431006 w 876300"/>
                <a:gd name="connsiteY3" fmla="*/ 164306 h 219075"/>
                <a:gd name="connsiteX4" fmla="*/ 0 w 876300"/>
                <a:gd name="connsiteY4" fmla="*/ 219075 h 219075"/>
                <a:gd name="connsiteX5" fmla="*/ 0 w 876300"/>
                <a:gd name="connsiteY5" fmla="*/ 0 h 219075"/>
                <a:gd name="connsiteX0" fmla="*/ 42862 w 919162"/>
                <a:gd name="connsiteY0" fmla="*/ 0 h 219075"/>
                <a:gd name="connsiteX1" fmla="*/ 919162 w 919162"/>
                <a:gd name="connsiteY1" fmla="*/ 0 h 219075"/>
                <a:gd name="connsiteX2" fmla="*/ 919162 w 919162"/>
                <a:gd name="connsiteY2" fmla="*/ 219075 h 219075"/>
                <a:gd name="connsiteX3" fmla="*/ 473868 w 919162"/>
                <a:gd name="connsiteY3" fmla="*/ 164306 h 219075"/>
                <a:gd name="connsiteX4" fmla="*/ 0 w 919162"/>
                <a:gd name="connsiteY4" fmla="*/ 85725 h 219075"/>
                <a:gd name="connsiteX5" fmla="*/ 42862 w 919162"/>
                <a:gd name="connsiteY5" fmla="*/ 0 h 219075"/>
                <a:gd name="connsiteX0" fmla="*/ 0 w 876300"/>
                <a:gd name="connsiteY0" fmla="*/ 0 h 219075"/>
                <a:gd name="connsiteX1" fmla="*/ 876300 w 876300"/>
                <a:gd name="connsiteY1" fmla="*/ 0 h 219075"/>
                <a:gd name="connsiteX2" fmla="*/ 876300 w 876300"/>
                <a:gd name="connsiteY2" fmla="*/ 219075 h 219075"/>
                <a:gd name="connsiteX3" fmla="*/ 431006 w 876300"/>
                <a:gd name="connsiteY3" fmla="*/ 164306 h 219075"/>
                <a:gd name="connsiteX4" fmla="*/ 0 w 876300"/>
                <a:gd name="connsiteY4" fmla="*/ 0 h 219075"/>
                <a:gd name="connsiteX0" fmla="*/ 0 w 876300"/>
                <a:gd name="connsiteY0" fmla="*/ 0 h 164306"/>
                <a:gd name="connsiteX1" fmla="*/ 876300 w 876300"/>
                <a:gd name="connsiteY1" fmla="*/ 0 h 164306"/>
                <a:gd name="connsiteX2" fmla="*/ 431006 w 876300"/>
                <a:gd name="connsiteY2" fmla="*/ 164306 h 164306"/>
                <a:gd name="connsiteX3" fmla="*/ 0 w 876300"/>
                <a:gd name="connsiteY3" fmla="*/ 0 h 164306"/>
                <a:gd name="connsiteX0" fmla="*/ 0 w 896553"/>
                <a:gd name="connsiteY0" fmla="*/ 0 h 202418"/>
                <a:gd name="connsiteX1" fmla="*/ 876300 w 896553"/>
                <a:gd name="connsiteY1" fmla="*/ 0 h 202418"/>
                <a:gd name="connsiteX2" fmla="*/ 431006 w 896553"/>
                <a:gd name="connsiteY2" fmla="*/ 164306 h 202418"/>
                <a:gd name="connsiteX3" fmla="*/ 0 w 896553"/>
                <a:gd name="connsiteY3" fmla="*/ 0 h 202418"/>
                <a:gd name="connsiteX0" fmla="*/ 0 w 892916"/>
                <a:gd name="connsiteY0" fmla="*/ 0 h 245715"/>
                <a:gd name="connsiteX1" fmla="*/ 876300 w 892916"/>
                <a:gd name="connsiteY1" fmla="*/ 0 h 245715"/>
                <a:gd name="connsiteX2" fmla="*/ 431006 w 892916"/>
                <a:gd name="connsiteY2" fmla="*/ 164306 h 245715"/>
                <a:gd name="connsiteX3" fmla="*/ 0 w 892916"/>
                <a:gd name="connsiteY3" fmla="*/ 0 h 245715"/>
                <a:gd name="connsiteX0" fmla="*/ 0 w 895258"/>
                <a:gd name="connsiteY0" fmla="*/ 0 h 231476"/>
                <a:gd name="connsiteX1" fmla="*/ 876300 w 895258"/>
                <a:gd name="connsiteY1" fmla="*/ 0 h 231476"/>
                <a:gd name="connsiteX2" fmla="*/ 431006 w 895258"/>
                <a:gd name="connsiteY2" fmla="*/ 164306 h 231476"/>
                <a:gd name="connsiteX3" fmla="*/ 0 w 895258"/>
                <a:gd name="connsiteY3" fmla="*/ 0 h 231476"/>
                <a:gd name="connsiteX0" fmla="*/ 17998 w 913256"/>
                <a:gd name="connsiteY0" fmla="*/ 0 h 231476"/>
                <a:gd name="connsiteX1" fmla="*/ 894298 w 913256"/>
                <a:gd name="connsiteY1" fmla="*/ 0 h 231476"/>
                <a:gd name="connsiteX2" fmla="*/ 449004 w 913256"/>
                <a:gd name="connsiteY2" fmla="*/ 164306 h 231476"/>
                <a:gd name="connsiteX3" fmla="*/ 17998 w 913256"/>
                <a:gd name="connsiteY3" fmla="*/ 0 h 231476"/>
                <a:gd name="connsiteX0" fmla="*/ 14734 w 909992"/>
                <a:gd name="connsiteY0" fmla="*/ 0 h 244979"/>
                <a:gd name="connsiteX1" fmla="*/ 891034 w 909992"/>
                <a:gd name="connsiteY1" fmla="*/ 0 h 244979"/>
                <a:gd name="connsiteX2" fmla="*/ 445740 w 909992"/>
                <a:gd name="connsiteY2" fmla="*/ 164306 h 244979"/>
                <a:gd name="connsiteX3" fmla="*/ 14734 w 909992"/>
                <a:gd name="connsiteY3" fmla="*/ 0 h 244979"/>
                <a:gd name="connsiteX0" fmla="*/ 14734 w 909992"/>
                <a:gd name="connsiteY0" fmla="*/ 0 h 237610"/>
                <a:gd name="connsiteX1" fmla="*/ 891034 w 909992"/>
                <a:gd name="connsiteY1" fmla="*/ 0 h 237610"/>
                <a:gd name="connsiteX2" fmla="*/ 445740 w 909992"/>
                <a:gd name="connsiteY2" fmla="*/ 164306 h 237610"/>
                <a:gd name="connsiteX3" fmla="*/ 14734 w 909992"/>
                <a:gd name="connsiteY3" fmla="*/ 0 h 237610"/>
                <a:gd name="connsiteX0" fmla="*/ 14734 w 909923"/>
                <a:gd name="connsiteY0" fmla="*/ 0 h 237610"/>
                <a:gd name="connsiteX1" fmla="*/ 891034 w 909923"/>
                <a:gd name="connsiteY1" fmla="*/ 0 h 237610"/>
                <a:gd name="connsiteX2" fmla="*/ 445740 w 909923"/>
                <a:gd name="connsiteY2" fmla="*/ 164306 h 237610"/>
                <a:gd name="connsiteX3" fmla="*/ 14734 w 909923"/>
                <a:gd name="connsiteY3" fmla="*/ 0 h 237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9923" h="237610">
                  <a:moveTo>
                    <a:pt x="14734" y="0"/>
                  </a:moveTo>
                  <a:lnTo>
                    <a:pt x="891034" y="0"/>
                  </a:lnTo>
                  <a:cubicBezTo>
                    <a:pt x="1016447" y="328613"/>
                    <a:pt x="477490" y="207168"/>
                    <a:pt x="445740" y="164306"/>
                  </a:cubicBezTo>
                  <a:cubicBezTo>
                    <a:pt x="411609" y="197643"/>
                    <a:pt x="-91628" y="381001"/>
                    <a:pt x="14734" y="0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DD6EBF9-2004-94D7-1CDF-8405856A9EF6}"/>
                </a:ext>
              </a:extLst>
            </p:cNvPr>
            <p:cNvSpPr/>
            <p:nvPr/>
          </p:nvSpPr>
          <p:spPr>
            <a:xfrm>
              <a:off x="4078130" y="1496792"/>
              <a:ext cx="489848" cy="120564"/>
            </a:xfrm>
            <a:custGeom>
              <a:avLst/>
              <a:gdLst>
                <a:gd name="connsiteX0" fmla="*/ 69664 w 1688959"/>
                <a:gd name="connsiteY0" fmla="*/ 598 h 274690"/>
                <a:gd name="connsiteX1" fmla="*/ 172244 w 1688959"/>
                <a:gd name="connsiteY1" fmla="*/ 37778 h 274690"/>
                <a:gd name="connsiteX2" fmla="*/ 379413 w 1688959"/>
                <a:gd name="connsiteY2" fmla="*/ 63972 h 274690"/>
                <a:gd name="connsiteX3" fmla="*/ 515144 w 1688959"/>
                <a:gd name="connsiteY3" fmla="*/ 75878 h 274690"/>
                <a:gd name="connsiteX4" fmla="*/ 667544 w 1688959"/>
                <a:gd name="connsiteY4" fmla="*/ 83022 h 274690"/>
                <a:gd name="connsiteX5" fmla="*/ 841375 w 1688959"/>
                <a:gd name="connsiteY5" fmla="*/ 80641 h 274690"/>
                <a:gd name="connsiteX6" fmla="*/ 996156 w 1688959"/>
                <a:gd name="connsiteY6" fmla="*/ 85403 h 274690"/>
                <a:gd name="connsiteX7" fmla="*/ 1169988 w 1688959"/>
                <a:gd name="connsiteY7" fmla="*/ 87784 h 274690"/>
                <a:gd name="connsiteX8" fmla="*/ 1317625 w 1688959"/>
                <a:gd name="connsiteY8" fmla="*/ 71116 h 274690"/>
                <a:gd name="connsiteX9" fmla="*/ 1517650 w 1688959"/>
                <a:gd name="connsiteY9" fmla="*/ 49684 h 274690"/>
                <a:gd name="connsiteX10" fmla="*/ 1672430 w 1688959"/>
                <a:gd name="connsiteY10" fmla="*/ 21095 h 274690"/>
                <a:gd name="connsiteX11" fmla="*/ 1685518 w 1688959"/>
                <a:gd name="connsiteY11" fmla="*/ 53569 h 274690"/>
                <a:gd name="connsiteX12" fmla="*/ 1688959 w 1688959"/>
                <a:gd name="connsiteY12" fmla="*/ 70924 h 274690"/>
                <a:gd name="connsiteX13" fmla="*/ 1564382 w 1688959"/>
                <a:gd name="connsiteY13" fmla="*/ 127935 h 274690"/>
                <a:gd name="connsiteX14" fmla="*/ 83732 w 1688959"/>
                <a:gd name="connsiteY14" fmla="*/ 99486 h 274690"/>
                <a:gd name="connsiteX15" fmla="*/ 0 w 1688959"/>
                <a:gd name="connsiteY15" fmla="*/ 54832 h 274690"/>
                <a:gd name="connsiteX16" fmla="*/ 979 w 1688959"/>
                <a:gd name="connsiteY16" fmla="*/ 30911 h 274690"/>
                <a:gd name="connsiteX17" fmla="*/ 5556 w 1688959"/>
                <a:gd name="connsiteY17" fmla="*/ 13952 h 274690"/>
                <a:gd name="connsiteX18" fmla="*/ 69664 w 1688959"/>
                <a:gd name="connsiteY18" fmla="*/ 598 h 274690"/>
                <a:gd name="connsiteX0" fmla="*/ 5556 w 1688959"/>
                <a:gd name="connsiteY0" fmla="*/ 1503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16" fmla="*/ 979 w 1688959"/>
                <a:gd name="connsiteY16" fmla="*/ 18462 h 262241"/>
                <a:gd name="connsiteX17" fmla="*/ 5556 w 1688959"/>
                <a:gd name="connsiteY17" fmla="*/ 1503 h 262241"/>
                <a:gd name="connsiteX0" fmla="*/ 979 w 1688959"/>
                <a:gd name="connsiteY0" fmla="*/ 18462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16" fmla="*/ 979 w 1688959"/>
                <a:gd name="connsiteY16" fmla="*/ 18462 h 262241"/>
                <a:gd name="connsiteX0" fmla="*/ 0 w 1688959"/>
                <a:gd name="connsiteY0" fmla="*/ 42383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0" fmla="*/ 0 w 1605227"/>
                <a:gd name="connsiteY0" fmla="*/ 87037 h 262241"/>
                <a:gd name="connsiteX1" fmla="*/ 88512 w 1605227"/>
                <a:gd name="connsiteY1" fmla="*/ 25329 h 262241"/>
                <a:gd name="connsiteX2" fmla="*/ 295681 w 1605227"/>
                <a:gd name="connsiteY2" fmla="*/ 51523 h 262241"/>
                <a:gd name="connsiteX3" fmla="*/ 431412 w 1605227"/>
                <a:gd name="connsiteY3" fmla="*/ 63429 h 262241"/>
                <a:gd name="connsiteX4" fmla="*/ 583812 w 1605227"/>
                <a:gd name="connsiteY4" fmla="*/ 70573 h 262241"/>
                <a:gd name="connsiteX5" fmla="*/ 757643 w 1605227"/>
                <a:gd name="connsiteY5" fmla="*/ 68192 h 262241"/>
                <a:gd name="connsiteX6" fmla="*/ 912424 w 1605227"/>
                <a:gd name="connsiteY6" fmla="*/ 72954 h 262241"/>
                <a:gd name="connsiteX7" fmla="*/ 1086256 w 1605227"/>
                <a:gd name="connsiteY7" fmla="*/ 75335 h 262241"/>
                <a:gd name="connsiteX8" fmla="*/ 1233893 w 1605227"/>
                <a:gd name="connsiteY8" fmla="*/ 58667 h 262241"/>
                <a:gd name="connsiteX9" fmla="*/ 1433918 w 1605227"/>
                <a:gd name="connsiteY9" fmla="*/ 37235 h 262241"/>
                <a:gd name="connsiteX10" fmla="*/ 1588698 w 1605227"/>
                <a:gd name="connsiteY10" fmla="*/ 8646 h 262241"/>
                <a:gd name="connsiteX11" fmla="*/ 1601786 w 1605227"/>
                <a:gd name="connsiteY11" fmla="*/ 41120 h 262241"/>
                <a:gd name="connsiteX12" fmla="*/ 1605227 w 1605227"/>
                <a:gd name="connsiteY12" fmla="*/ 58475 h 262241"/>
                <a:gd name="connsiteX13" fmla="*/ 1480650 w 1605227"/>
                <a:gd name="connsiteY13" fmla="*/ 115486 h 262241"/>
                <a:gd name="connsiteX14" fmla="*/ 0 w 1605227"/>
                <a:gd name="connsiteY14" fmla="*/ 87037 h 262241"/>
                <a:gd name="connsiteX0" fmla="*/ 0 w 1605227"/>
                <a:gd name="connsiteY0" fmla="*/ 85881 h 261085"/>
                <a:gd name="connsiteX1" fmla="*/ 295681 w 1605227"/>
                <a:gd name="connsiteY1" fmla="*/ 50367 h 261085"/>
                <a:gd name="connsiteX2" fmla="*/ 431412 w 1605227"/>
                <a:gd name="connsiteY2" fmla="*/ 62273 h 261085"/>
                <a:gd name="connsiteX3" fmla="*/ 583812 w 1605227"/>
                <a:gd name="connsiteY3" fmla="*/ 69417 h 261085"/>
                <a:gd name="connsiteX4" fmla="*/ 757643 w 1605227"/>
                <a:gd name="connsiteY4" fmla="*/ 67036 h 261085"/>
                <a:gd name="connsiteX5" fmla="*/ 912424 w 1605227"/>
                <a:gd name="connsiteY5" fmla="*/ 71798 h 261085"/>
                <a:gd name="connsiteX6" fmla="*/ 1086256 w 1605227"/>
                <a:gd name="connsiteY6" fmla="*/ 74179 h 261085"/>
                <a:gd name="connsiteX7" fmla="*/ 1233893 w 1605227"/>
                <a:gd name="connsiteY7" fmla="*/ 57511 h 261085"/>
                <a:gd name="connsiteX8" fmla="*/ 1433918 w 1605227"/>
                <a:gd name="connsiteY8" fmla="*/ 36079 h 261085"/>
                <a:gd name="connsiteX9" fmla="*/ 1588698 w 1605227"/>
                <a:gd name="connsiteY9" fmla="*/ 7490 h 261085"/>
                <a:gd name="connsiteX10" fmla="*/ 1601786 w 1605227"/>
                <a:gd name="connsiteY10" fmla="*/ 39964 h 261085"/>
                <a:gd name="connsiteX11" fmla="*/ 1605227 w 1605227"/>
                <a:gd name="connsiteY11" fmla="*/ 57319 h 261085"/>
                <a:gd name="connsiteX12" fmla="*/ 1480650 w 1605227"/>
                <a:gd name="connsiteY12" fmla="*/ 114330 h 261085"/>
                <a:gd name="connsiteX13" fmla="*/ 0 w 1605227"/>
                <a:gd name="connsiteY13" fmla="*/ 85881 h 261085"/>
                <a:gd name="connsiteX0" fmla="*/ 0 w 1309952"/>
                <a:gd name="connsiteY0" fmla="*/ 162081 h 305286"/>
                <a:gd name="connsiteX1" fmla="*/ 406 w 1309952"/>
                <a:gd name="connsiteY1" fmla="*/ 50367 h 305286"/>
                <a:gd name="connsiteX2" fmla="*/ 136137 w 1309952"/>
                <a:gd name="connsiteY2" fmla="*/ 62273 h 305286"/>
                <a:gd name="connsiteX3" fmla="*/ 288537 w 1309952"/>
                <a:gd name="connsiteY3" fmla="*/ 69417 h 305286"/>
                <a:gd name="connsiteX4" fmla="*/ 462368 w 1309952"/>
                <a:gd name="connsiteY4" fmla="*/ 67036 h 305286"/>
                <a:gd name="connsiteX5" fmla="*/ 617149 w 1309952"/>
                <a:gd name="connsiteY5" fmla="*/ 71798 h 305286"/>
                <a:gd name="connsiteX6" fmla="*/ 790981 w 1309952"/>
                <a:gd name="connsiteY6" fmla="*/ 74179 h 305286"/>
                <a:gd name="connsiteX7" fmla="*/ 938618 w 1309952"/>
                <a:gd name="connsiteY7" fmla="*/ 57511 h 305286"/>
                <a:gd name="connsiteX8" fmla="*/ 1138643 w 1309952"/>
                <a:gd name="connsiteY8" fmla="*/ 36079 h 305286"/>
                <a:gd name="connsiteX9" fmla="*/ 1293423 w 1309952"/>
                <a:gd name="connsiteY9" fmla="*/ 7490 h 305286"/>
                <a:gd name="connsiteX10" fmla="*/ 1306511 w 1309952"/>
                <a:gd name="connsiteY10" fmla="*/ 39964 h 305286"/>
                <a:gd name="connsiteX11" fmla="*/ 1309952 w 1309952"/>
                <a:gd name="connsiteY11" fmla="*/ 57319 h 305286"/>
                <a:gd name="connsiteX12" fmla="*/ 1185375 w 1309952"/>
                <a:gd name="connsiteY12" fmla="*/ 114330 h 305286"/>
                <a:gd name="connsiteX13" fmla="*/ 0 w 1309952"/>
                <a:gd name="connsiteY13" fmla="*/ 162081 h 305286"/>
                <a:gd name="connsiteX0" fmla="*/ 59294 w 1369246"/>
                <a:gd name="connsiteY0" fmla="*/ 162081 h 305286"/>
                <a:gd name="connsiteX1" fmla="*/ 195431 w 1369246"/>
                <a:gd name="connsiteY1" fmla="*/ 62273 h 305286"/>
                <a:gd name="connsiteX2" fmla="*/ 347831 w 1369246"/>
                <a:gd name="connsiteY2" fmla="*/ 69417 h 305286"/>
                <a:gd name="connsiteX3" fmla="*/ 521662 w 1369246"/>
                <a:gd name="connsiteY3" fmla="*/ 67036 h 305286"/>
                <a:gd name="connsiteX4" fmla="*/ 676443 w 1369246"/>
                <a:gd name="connsiteY4" fmla="*/ 71798 h 305286"/>
                <a:gd name="connsiteX5" fmla="*/ 850275 w 1369246"/>
                <a:gd name="connsiteY5" fmla="*/ 74179 h 305286"/>
                <a:gd name="connsiteX6" fmla="*/ 997912 w 1369246"/>
                <a:gd name="connsiteY6" fmla="*/ 57511 h 305286"/>
                <a:gd name="connsiteX7" fmla="*/ 1197937 w 1369246"/>
                <a:gd name="connsiteY7" fmla="*/ 36079 h 305286"/>
                <a:gd name="connsiteX8" fmla="*/ 1352717 w 1369246"/>
                <a:gd name="connsiteY8" fmla="*/ 7490 h 305286"/>
                <a:gd name="connsiteX9" fmla="*/ 1365805 w 1369246"/>
                <a:gd name="connsiteY9" fmla="*/ 39964 h 305286"/>
                <a:gd name="connsiteX10" fmla="*/ 1369246 w 1369246"/>
                <a:gd name="connsiteY10" fmla="*/ 57319 h 305286"/>
                <a:gd name="connsiteX11" fmla="*/ 1244669 w 1369246"/>
                <a:gd name="connsiteY11" fmla="*/ 114330 h 305286"/>
                <a:gd name="connsiteX12" fmla="*/ 59294 w 1369246"/>
                <a:gd name="connsiteY12" fmla="*/ 162081 h 305286"/>
                <a:gd name="connsiteX0" fmla="*/ 76644 w 1296108"/>
                <a:gd name="connsiteY0" fmla="*/ 181131 h 317709"/>
                <a:gd name="connsiteX1" fmla="*/ 122293 w 1296108"/>
                <a:gd name="connsiteY1" fmla="*/ 62273 h 317709"/>
                <a:gd name="connsiteX2" fmla="*/ 274693 w 1296108"/>
                <a:gd name="connsiteY2" fmla="*/ 69417 h 317709"/>
                <a:gd name="connsiteX3" fmla="*/ 448524 w 1296108"/>
                <a:gd name="connsiteY3" fmla="*/ 67036 h 317709"/>
                <a:gd name="connsiteX4" fmla="*/ 603305 w 1296108"/>
                <a:gd name="connsiteY4" fmla="*/ 71798 h 317709"/>
                <a:gd name="connsiteX5" fmla="*/ 777137 w 1296108"/>
                <a:gd name="connsiteY5" fmla="*/ 74179 h 317709"/>
                <a:gd name="connsiteX6" fmla="*/ 924774 w 1296108"/>
                <a:gd name="connsiteY6" fmla="*/ 57511 h 317709"/>
                <a:gd name="connsiteX7" fmla="*/ 1124799 w 1296108"/>
                <a:gd name="connsiteY7" fmla="*/ 36079 h 317709"/>
                <a:gd name="connsiteX8" fmla="*/ 1279579 w 1296108"/>
                <a:gd name="connsiteY8" fmla="*/ 7490 h 317709"/>
                <a:gd name="connsiteX9" fmla="*/ 1292667 w 1296108"/>
                <a:gd name="connsiteY9" fmla="*/ 39964 h 317709"/>
                <a:gd name="connsiteX10" fmla="*/ 1296108 w 1296108"/>
                <a:gd name="connsiteY10" fmla="*/ 57319 h 317709"/>
                <a:gd name="connsiteX11" fmla="*/ 1171531 w 1296108"/>
                <a:gd name="connsiteY11" fmla="*/ 114330 h 317709"/>
                <a:gd name="connsiteX12" fmla="*/ 76644 w 1296108"/>
                <a:gd name="connsiteY12" fmla="*/ 181131 h 317709"/>
                <a:gd name="connsiteX0" fmla="*/ 68286 w 1287750"/>
                <a:gd name="connsiteY0" fmla="*/ 181131 h 317709"/>
                <a:gd name="connsiteX1" fmla="*/ 152035 w 1287750"/>
                <a:gd name="connsiteY1" fmla="*/ 76560 h 317709"/>
                <a:gd name="connsiteX2" fmla="*/ 266335 w 1287750"/>
                <a:gd name="connsiteY2" fmla="*/ 69417 h 317709"/>
                <a:gd name="connsiteX3" fmla="*/ 440166 w 1287750"/>
                <a:gd name="connsiteY3" fmla="*/ 67036 h 317709"/>
                <a:gd name="connsiteX4" fmla="*/ 594947 w 1287750"/>
                <a:gd name="connsiteY4" fmla="*/ 71798 h 317709"/>
                <a:gd name="connsiteX5" fmla="*/ 768779 w 1287750"/>
                <a:gd name="connsiteY5" fmla="*/ 74179 h 317709"/>
                <a:gd name="connsiteX6" fmla="*/ 916416 w 1287750"/>
                <a:gd name="connsiteY6" fmla="*/ 57511 h 317709"/>
                <a:gd name="connsiteX7" fmla="*/ 1116441 w 1287750"/>
                <a:gd name="connsiteY7" fmla="*/ 36079 h 317709"/>
                <a:gd name="connsiteX8" fmla="*/ 1271221 w 1287750"/>
                <a:gd name="connsiteY8" fmla="*/ 7490 h 317709"/>
                <a:gd name="connsiteX9" fmla="*/ 1284309 w 1287750"/>
                <a:gd name="connsiteY9" fmla="*/ 39964 h 317709"/>
                <a:gd name="connsiteX10" fmla="*/ 1287750 w 1287750"/>
                <a:gd name="connsiteY10" fmla="*/ 57319 h 317709"/>
                <a:gd name="connsiteX11" fmla="*/ 1163173 w 1287750"/>
                <a:gd name="connsiteY11" fmla="*/ 114330 h 317709"/>
                <a:gd name="connsiteX12" fmla="*/ 68286 w 1287750"/>
                <a:gd name="connsiteY12" fmla="*/ 181131 h 317709"/>
                <a:gd name="connsiteX0" fmla="*/ 76394 w 1295858"/>
                <a:gd name="connsiteY0" fmla="*/ 181131 h 317709"/>
                <a:gd name="connsiteX1" fmla="*/ 160143 w 1295858"/>
                <a:gd name="connsiteY1" fmla="*/ 76560 h 317709"/>
                <a:gd name="connsiteX2" fmla="*/ 274443 w 1295858"/>
                <a:gd name="connsiteY2" fmla="*/ 69417 h 317709"/>
                <a:gd name="connsiteX3" fmla="*/ 448274 w 1295858"/>
                <a:gd name="connsiteY3" fmla="*/ 67036 h 317709"/>
                <a:gd name="connsiteX4" fmla="*/ 603055 w 1295858"/>
                <a:gd name="connsiteY4" fmla="*/ 71798 h 317709"/>
                <a:gd name="connsiteX5" fmla="*/ 776887 w 1295858"/>
                <a:gd name="connsiteY5" fmla="*/ 74179 h 317709"/>
                <a:gd name="connsiteX6" fmla="*/ 924524 w 1295858"/>
                <a:gd name="connsiteY6" fmla="*/ 57511 h 317709"/>
                <a:gd name="connsiteX7" fmla="*/ 1124549 w 1295858"/>
                <a:gd name="connsiteY7" fmla="*/ 36079 h 317709"/>
                <a:gd name="connsiteX8" fmla="*/ 1279329 w 1295858"/>
                <a:gd name="connsiteY8" fmla="*/ 7490 h 317709"/>
                <a:gd name="connsiteX9" fmla="*/ 1292417 w 1295858"/>
                <a:gd name="connsiteY9" fmla="*/ 39964 h 317709"/>
                <a:gd name="connsiteX10" fmla="*/ 1295858 w 1295858"/>
                <a:gd name="connsiteY10" fmla="*/ 57319 h 317709"/>
                <a:gd name="connsiteX11" fmla="*/ 1171281 w 1295858"/>
                <a:gd name="connsiteY11" fmla="*/ 114330 h 317709"/>
                <a:gd name="connsiteX12" fmla="*/ 76394 w 1295858"/>
                <a:gd name="connsiteY12" fmla="*/ 181131 h 317709"/>
                <a:gd name="connsiteX0" fmla="*/ 76394 w 1292417"/>
                <a:gd name="connsiteY0" fmla="*/ 181131 h 317709"/>
                <a:gd name="connsiteX1" fmla="*/ 160143 w 1292417"/>
                <a:gd name="connsiteY1" fmla="*/ 76560 h 317709"/>
                <a:gd name="connsiteX2" fmla="*/ 274443 w 1292417"/>
                <a:gd name="connsiteY2" fmla="*/ 69417 h 317709"/>
                <a:gd name="connsiteX3" fmla="*/ 448274 w 1292417"/>
                <a:gd name="connsiteY3" fmla="*/ 67036 h 317709"/>
                <a:gd name="connsiteX4" fmla="*/ 603055 w 1292417"/>
                <a:gd name="connsiteY4" fmla="*/ 71798 h 317709"/>
                <a:gd name="connsiteX5" fmla="*/ 776887 w 1292417"/>
                <a:gd name="connsiteY5" fmla="*/ 74179 h 317709"/>
                <a:gd name="connsiteX6" fmla="*/ 924524 w 1292417"/>
                <a:gd name="connsiteY6" fmla="*/ 57511 h 317709"/>
                <a:gd name="connsiteX7" fmla="*/ 1124549 w 1292417"/>
                <a:gd name="connsiteY7" fmla="*/ 36079 h 317709"/>
                <a:gd name="connsiteX8" fmla="*/ 1279329 w 1292417"/>
                <a:gd name="connsiteY8" fmla="*/ 7490 h 317709"/>
                <a:gd name="connsiteX9" fmla="*/ 1292417 w 1292417"/>
                <a:gd name="connsiteY9" fmla="*/ 39964 h 317709"/>
                <a:gd name="connsiteX10" fmla="*/ 1171281 w 1292417"/>
                <a:gd name="connsiteY10" fmla="*/ 114330 h 317709"/>
                <a:gd name="connsiteX11" fmla="*/ 76394 w 1292417"/>
                <a:gd name="connsiteY11" fmla="*/ 181131 h 317709"/>
                <a:gd name="connsiteX0" fmla="*/ 76394 w 1303664"/>
                <a:gd name="connsiteY0" fmla="*/ 181131 h 317709"/>
                <a:gd name="connsiteX1" fmla="*/ 160143 w 1303664"/>
                <a:gd name="connsiteY1" fmla="*/ 76560 h 317709"/>
                <a:gd name="connsiteX2" fmla="*/ 274443 w 1303664"/>
                <a:gd name="connsiteY2" fmla="*/ 69417 h 317709"/>
                <a:gd name="connsiteX3" fmla="*/ 448274 w 1303664"/>
                <a:gd name="connsiteY3" fmla="*/ 67036 h 317709"/>
                <a:gd name="connsiteX4" fmla="*/ 603055 w 1303664"/>
                <a:gd name="connsiteY4" fmla="*/ 71798 h 317709"/>
                <a:gd name="connsiteX5" fmla="*/ 776887 w 1303664"/>
                <a:gd name="connsiteY5" fmla="*/ 74179 h 317709"/>
                <a:gd name="connsiteX6" fmla="*/ 924524 w 1303664"/>
                <a:gd name="connsiteY6" fmla="*/ 57511 h 317709"/>
                <a:gd name="connsiteX7" fmla="*/ 1124549 w 1303664"/>
                <a:gd name="connsiteY7" fmla="*/ 36079 h 317709"/>
                <a:gd name="connsiteX8" fmla="*/ 1279329 w 1303664"/>
                <a:gd name="connsiteY8" fmla="*/ 7490 h 317709"/>
                <a:gd name="connsiteX9" fmla="*/ 1171281 w 1303664"/>
                <a:gd name="connsiteY9" fmla="*/ 114330 h 317709"/>
                <a:gd name="connsiteX10" fmla="*/ 76394 w 1303664"/>
                <a:gd name="connsiteY10" fmla="*/ 181131 h 317709"/>
                <a:gd name="connsiteX0" fmla="*/ 76394 w 1279714"/>
                <a:gd name="connsiteY0" fmla="*/ 181131 h 337196"/>
                <a:gd name="connsiteX1" fmla="*/ 160143 w 1279714"/>
                <a:gd name="connsiteY1" fmla="*/ 76560 h 337196"/>
                <a:gd name="connsiteX2" fmla="*/ 274443 w 1279714"/>
                <a:gd name="connsiteY2" fmla="*/ 69417 h 337196"/>
                <a:gd name="connsiteX3" fmla="*/ 448274 w 1279714"/>
                <a:gd name="connsiteY3" fmla="*/ 67036 h 337196"/>
                <a:gd name="connsiteX4" fmla="*/ 603055 w 1279714"/>
                <a:gd name="connsiteY4" fmla="*/ 71798 h 337196"/>
                <a:gd name="connsiteX5" fmla="*/ 776887 w 1279714"/>
                <a:gd name="connsiteY5" fmla="*/ 74179 h 337196"/>
                <a:gd name="connsiteX6" fmla="*/ 924524 w 1279714"/>
                <a:gd name="connsiteY6" fmla="*/ 57511 h 337196"/>
                <a:gd name="connsiteX7" fmla="*/ 1124549 w 1279714"/>
                <a:gd name="connsiteY7" fmla="*/ 36079 h 337196"/>
                <a:gd name="connsiteX8" fmla="*/ 1279329 w 1279714"/>
                <a:gd name="connsiteY8" fmla="*/ 7490 h 337196"/>
                <a:gd name="connsiteX9" fmla="*/ 976019 w 1279714"/>
                <a:gd name="connsiteY9" fmla="*/ 166717 h 337196"/>
                <a:gd name="connsiteX10" fmla="*/ 76394 w 1279714"/>
                <a:gd name="connsiteY10" fmla="*/ 181131 h 337196"/>
                <a:gd name="connsiteX0" fmla="*/ 76394 w 1129532"/>
                <a:gd name="connsiteY0" fmla="*/ 166486 h 322551"/>
                <a:gd name="connsiteX1" fmla="*/ 160143 w 1129532"/>
                <a:gd name="connsiteY1" fmla="*/ 61915 h 322551"/>
                <a:gd name="connsiteX2" fmla="*/ 274443 w 1129532"/>
                <a:gd name="connsiteY2" fmla="*/ 54772 h 322551"/>
                <a:gd name="connsiteX3" fmla="*/ 448274 w 1129532"/>
                <a:gd name="connsiteY3" fmla="*/ 52391 h 322551"/>
                <a:gd name="connsiteX4" fmla="*/ 603055 w 1129532"/>
                <a:gd name="connsiteY4" fmla="*/ 57153 h 322551"/>
                <a:gd name="connsiteX5" fmla="*/ 776887 w 1129532"/>
                <a:gd name="connsiteY5" fmla="*/ 59534 h 322551"/>
                <a:gd name="connsiteX6" fmla="*/ 924524 w 1129532"/>
                <a:gd name="connsiteY6" fmla="*/ 42866 h 322551"/>
                <a:gd name="connsiteX7" fmla="*/ 1124549 w 1129532"/>
                <a:gd name="connsiteY7" fmla="*/ 21434 h 322551"/>
                <a:gd name="connsiteX8" fmla="*/ 976019 w 1129532"/>
                <a:gd name="connsiteY8" fmla="*/ 152072 h 322551"/>
                <a:gd name="connsiteX9" fmla="*/ 76394 w 1129532"/>
                <a:gd name="connsiteY9" fmla="*/ 166486 h 322551"/>
                <a:gd name="connsiteX0" fmla="*/ 76394 w 1033508"/>
                <a:gd name="connsiteY0" fmla="*/ 133475 h 289540"/>
                <a:gd name="connsiteX1" fmla="*/ 160143 w 1033508"/>
                <a:gd name="connsiteY1" fmla="*/ 28904 h 289540"/>
                <a:gd name="connsiteX2" fmla="*/ 274443 w 1033508"/>
                <a:gd name="connsiteY2" fmla="*/ 21761 h 289540"/>
                <a:gd name="connsiteX3" fmla="*/ 448274 w 1033508"/>
                <a:gd name="connsiteY3" fmla="*/ 19380 h 289540"/>
                <a:gd name="connsiteX4" fmla="*/ 603055 w 1033508"/>
                <a:gd name="connsiteY4" fmla="*/ 24142 h 289540"/>
                <a:gd name="connsiteX5" fmla="*/ 776887 w 1033508"/>
                <a:gd name="connsiteY5" fmla="*/ 26523 h 289540"/>
                <a:gd name="connsiteX6" fmla="*/ 924524 w 1033508"/>
                <a:gd name="connsiteY6" fmla="*/ 9855 h 289540"/>
                <a:gd name="connsiteX7" fmla="*/ 976019 w 1033508"/>
                <a:gd name="connsiteY7" fmla="*/ 119061 h 289540"/>
                <a:gd name="connsiteX8" fmla="*/ 76394 w 1033508"/>
                <a:gd name="connsiteY8" fmla="*/ 133475 h 289540"/>
                <a:gd name="connsiteX0" fmla="*/ 76394 w 1006338"/>
                <a:gd name="connsiteY0" fmla="*/ 132461 h 288526"/>
                <a:gd name="connsiteX1" fmla="*/ 160143 w 1006338"/>
                <a:gd name="connsiteY1" fmla="*/ 27890 h 288526"/>
                <a:gd name="connsiteX2" fmla="*/ 274443 w 1006338"/>
                <a:gd name="connsiteY2" fmla="*/ 20747 h 288526"/>
                <a:gd name="connsiteX3" fmla="*/ 448274 w 1006338"/>
                <a:gd name="connsiteY3" fmla="*/ 18366 h 288526"/>
                <a:gd name="connsiteX4" fmla="*/ 603055 w 1006338"/>
                <a:gd name="connsiteY4" fmla="*/ 23128 h 288526"/>
                <a:gd name="connsiteX5" fmla="*/ 776887 w 1006338"/>
                <a:gd name="connsiteY5" fmla="*/ 25509 h 288526"/>
                <a:gd name="connsiteX6" fmla="*/ 976019 w 1006338"/>
                <a:gd name="connsiteY6" fmla="*/ 118047 h 288526"/>
                <a:gd name="connsiteX7" fmla="*/ 76394 w 1006338"/>
                <a:gd name="connsiteY7" fmla="*/ 132461 h 288526"/>
                <a:gd name="connsiteX0" fmla="*/ 76394 w 1012279"/>
                <a:gd name="connsiteY0" fmla="*/ 138964 h 295029"/>
                <a:gd name="connsiteX1" fmla="*/ 160143 w 1012279"/>
                <a:gd name="connsiteY1" fmla="*/ 34393 h 295029"/>
                <a:gd name="connsiteX2" fmla="*/ 274443 w 1012279"/>
                <a:gd name="connsiteY2" fmla="*/ 27250 h 295029"/>
                <a:gd name="connsiteX3" fmla="*/ 448274 w 1012279"/>
                <a:gd name="connsiteY3" fmla="*/ 24869 h 295029"/>
                <a:gd name="connsiteX4" fmla="*/ 603055 w 1012279"/>
                <a:gd name="connsiteY4" fmla="*/ 29631 h 295029"/>
                <a:gd name="connsiteX5" fmla="*/ 776887 w 1012279"/>
                <a:gd name="connsiteY5" fmla="*/ 32012 h 295029"/>
                <a:gd name="connsiteX6" fmla="*/ 976019 w 1012279"/>
                <a:gd name="connsiteY6" fmla="*/ 124550 h 295029"/>
                <a:gd name="connsiteX7" fmla="*/ 76394 w 1012279"/>
                <a:gd name="connsiteY7" fmla="*/ 138964 h 295029"/>
                <a:gd name="connsiteX0" fmla="*/ 76394 w 944468"/>
                <a:gd name="connsiteY0" fmla="*/ 136724 h 300918"/>
                <a:gd name="connsiteX1" fmla="*/ 160143 w 944468"/>
                <a:gd name="connsiteY1" fmla="*/ 32153 h 300918"/>
                <a:gd name="connsiteX2" fmla="*/ 274443 w 944468"/>
                <a:gd name="connsiteY2" fmla="*/ 25010 h 300918"/>
                <a:gd name="connsiteX3" fmla="*/ 448274 w 944468"/>
                <a:gd name="connsiteY3" fmla="*/ 22629 h 300918"/>
                <a:gd name="connsiteX4" fmla="*/ 603055 w 944468"/>
                <a:gd name="connsiteY4" fmla="*/ 27391 h 300918"/>
                <a:gd name="connsiteX5" fmla="*/ 776887 w 944468"/>
                <a:gd name="connsiteY5" fmla="*/ 29772 h 300918"/>
                <a:gd name="connsiteX6" fmla="*/ 895056 w 944468"/>
                <a:gd name="connsiteY6" fmla="*/ 141360 h 300918"/>
                <a:gd name="connsiteX7" fmla="*/ 76394 w 944468"/>
                <a:gd name="connsiteY7" fmla="*/ 136724 h 300918"/>
                <a:gd name="connsiteX0" fmla="*/ 76394 w 944468"/>
                <a:gd name="connsiteY0" fmla="*/ 136724 h 264385"/>
                <a:gd name="connsiteX1" fmla="*/ 160143 w 944468"/>
                <a:gd name="connsiteY1" fmla="*/ 32153 h 264385"/>
                <a:gd name="connsiteX2" fmla="*/ 274443 w 944468"/>
                <a:gd name="connsiteY2" fmla="*/ 25010 h 264385"/>
                <a:gd name="connsiteX3" fmla="*/ 448274 w 944468"/>
                <a:gd name="connsiteY3" fmla="*/ 22629 h 264385"/>
                <a:gd name="connsiteX4" fmla="*/ 603055 w 944468"/>
                <a:gd name="connsiteY4" fmla="*/ 27391 h 264385"/>
                <a:gd name="connsiteX5" fmla="*/ 776887 w 944468"/>
                <a:gd name="connsiteY5" fmla="*/ 29772 h 264385"/>
                <a:gd name="connsiteX6" fmla="*/ 895056 w 944468"/>
                <a:gd name="connsiteY6" fmla="*/ 141360 h 264385"/>
                <a:gd name="connsiteX7" fmla="*/ 76394 w 944468"/>
                <a:gd name="connsiteY7" fmla="*/ 136724 h 264385"/>
                <a:gd name="connsiteX0" fmla="*/ 76394 w 944468"/>
                <a:gd name="connsiteY0" fmla="*/ 136724 h 196870"/>
                <a:gd name="connsiteX1" fmla="*/ 160143 w 944468"/>
                <a:gd name="connsiteY1" fmla="*/ 32153 h 196870"/>
                <a:gd name="connsiteX2" fmla="*/ 274443 w 944468"/>
                <a:gd name="connsiteY2" fmla="*/ 25010 h 196870"/>
                <a:gd name="connsiteX3" fmla="*/ 448274 w 944468"/>
                <a:gd name="connsiteY3" fmla="*/ 22629 h 196870"/>
                <a:gd name="connsiteX4" fmla="*/ 603055 w 944468"/>
                <a:gd name="connsiteY4" fmla="*/ 27391 h 196870"/>
                <a:gd name="connsiteX5" fmla="*/ 776887 w 944468"/>
                <a:gd name="connsiteY5" fmla="*/ 29772 h 196870"/>
                <a:gd name="connsiteX6" fmla="*/ 895056 w 944468"/>
                <a:gd name="connsiteY6" fmla="*/ 141360 h 196870"/>
                <a:gd name="connsiteX7" fmla="*/ 76394 w 944468"/>
                <a:gd name="connsiteY7" fmla="*/ 136724 h 196870"/>
                <a:gd name="connsiteX0" fmla="*/ 80454 w 948528"/>
                <a:gd name="connsiteY0" fmla="*/ 139956 h 200102"/>
                <a:gd name="connsiteX1" fmla="*/ 164203 w 948528"/>
                <a:gd name="connsiteY1" fmla="*/ 35385 h 200102"/>
                <a:gd name="connsiteX2" fmla="*/ 278503 w 948528"/>
                <a:gd name="connsiteY2" fmla="*/ 28242 h 200102"/>
                <a:gd name="connsiteX3" fmla="*/ 452334 w 948528"/>
                <a:gd name="connsiteY3" fmla="*/ 25861 h 200102"/>
                <a:gd name="connsiteX4" fmla="*/ 607115 w 948528"/>
                <a:gd name="connsiteY4" fmla="*/ 30623 h 200102"/>
                <a:gd name="connsiteX5" fmla="*/ 780947 w 948528"/>
                <a:gd name="connsiteY5" fmla="*/ 33004 h 200102"/>
                <a:gd name="connsiteX6" fmla="*/ 899116 w 948528"/>
                <a:gd name="connsiteY6" fmla="*/ 144592 h 200102"/>
                <a:gd name="connsiteX7" fmla="*/ 80454 w 948528"/>
                <a:gd name="connsiteY7" fmla="*/ 139956 h 200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48528" h="200102">
                  <a:moveTo>
                    <a:pt x="80454" y="139956"/>
                  </a:moveTo>
                  <a:cubicBezTo>
                    <a:pt x="-94419" y="131280"/>
                    <a:pt x="54201" y="-82521"/>
                    <a:pt x="164203" y="35385"/>
                  </a:cubicBezTo>
                  <a:cubicBezTo>
                    <a:pt x="219766" y="21892"/>
                    <a:pt x="227703" y="-1127"/>
                    <a:pt x="278503" y="28242"/>
                  </a:cubicBezTo>
                  <a:cubicBezTo>
                    <a:pt x="332477" y="11573"/>
                    <a:pt x="381691" y="-7477"/>
                    <a:pt x="452334" y="25861"/>
                  </a:cubicBezTo>
                  <a:cubicBezTo>
                    <a:pt x="522978" y="10779"/>
                    <a:pt x="545996" y="2842"/>
                    <a:pt x="607115" y="30623"/>
                  </a:cubicBezTo>
                  <a:cubicBezTo>
                    <a:pt x="703953" y="2048"/>
                    <a:pt x="710303" y="11572"/>
                    <a:pt x="780947" y="33004"/>
                  </a:cubicBezTo>
                  <a:cubicBezTo>
                    <a:pt x="905020" y="-70239"/>
                    <a:pt x="1015865" y="126767"/>
                    <a:pt x="899116" y="144592"/>
                  </a:cubicBezTo>
                  <a:cubicBezTo>
                    <a:pt x="557866" y="201683"/>
                    <a:pt x="368323" y="235692"/>
                    <a:pt x="80454" y="139956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4C22B4B-FC00-E2DC-5228-06097D934E6E}"/>
                </a:ext>
              </a:extLst>
            </p:cNvPr>
            <p:cNvSpPr/>
            <p:nvPr/>
          </p:nvSpPr>
          <p:spPr>
            <a:xfrm>
              <a:off x="3742200" y="600760"/>
              <a:ext cx="1161709" cy="1272754"/>
            </a:xfrm>
            <a:custGeom>
              <a:avLst/>
              <a:gdLst>
                <a:gd name="connsiteX0" fmla="*/ 693383 w 1161709"/>
                <a:gd name="connsiteY0" fmla="*/ 721 h 1272754"/>
                <a:gd name="connsiteX1" fmla="*/ 1145708 w 1161709"/>
                <a:gd name="connsiteY1" fmla="*/ 671620 h 1272754"/>
                <a:gd name="connsiteX2" fmla="*/ 26521 w 1161709"/>
                <a:gd name="connsiteY2" fmla="*/ 735120 h 1272754"/>
                <a:gd name="connsiteX3" fmla="*/ 558333 w 1161709"/>
                <a:gd name="connsiteY3" fmla="*/ 31858 h 1272754"/>
                <a:gd name="connsiteX4" fmla="*/ 693383 w 1161709"/>
                <a:gd name="connsiteY4" fmla="*/ 721 h 1272754"/>
                <a:gd name="connsiteX5" fmla="*/ 690578 w 1161709"/>
                <a:gd name="connsiteY5" fmla="*/ 239706 h 1272754"/>
                <a:gd name="connsiteX6" fmla="*/ 667080 w 1161709"/>
                <a:gd name="connsiteY6" fmla="*/ 241406 h 1272754"/>
                <a:gd name="connsiteX7" fmla="*/ 431334 w 1161709"/>
                <a:gd name="connsiteY7" fmla="*/ 250934 h 1272754"/>
                <a:gd name="connsiteX8" fmla="*/ 115422 w 1161709"/>
                <a:gd name="connsiteY8" fmla="*/ 693846 h 1272754"/>
                <a:gd name="connsiteX9" fmla="*/ 1056809 w 1161709"/>
                <a:gd name="connsiteY9" fmla="*/ 627171 h 1272754"/>
                <a:gd name="connsiteX10" fmla="*/ 690578 w 1161709"/>
                <a:gd name="connsiteY10" fmla="*/ 239706 h 1272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1709" h="1272754">
                  <a:moveTo>
                    <a:pt x="693383" y="721"/>
                  </a:moveTo>
                  <a:cubicBezTo>
                    <a:pt x="918763" y="16327"/>
                    <a:pt x="1236857" y="284237"/>
                    <a:pt x="1145708" y="671620"/>
                  </a:cubicBezTo>
                  <a:cubicBezTo>
                    <a:pt x="1039346" y="1461137"/>
                    <a:pt x="196383" y="1463253"/>
                    <a:pt x="26521" y="735120"/>
                  </a:cubicBezTo>
                  <a:cubicBezTo>
                    <a:pt x="-107092" y="205159"/>
                    <a:pt x="294279" y="-77944"/>
                    <a:pt x="558333" y="31858"/>
                  </a:cubicBezTo>
                  <a:cubicBezTo>
                    <a:pt x="594300" y="6954"/>
                    <a:pt x="641373" y="-2881"/>
                    <a:pt x="693383" y="721"/>
                  </a:cubicBezTo>
                  <a:close/>
                  <a:moveTo>
                    <a:pt x="690578" y="239706"/>
                  </a:moveTo>
                  <a:cubicBezTo>
                    <a:pt x="682269" y="238861"/>
                    <a:pt x="674406" y="239372"/>
                    <a:pt x="667080" y="241406"/>
                  </a:cubicBezTo>
                  <a:cubicBezTo>
                    <a:pt x="564951" y="270775"/>
                    <a:pt x="518383" y="267866"/>
                    <a:pt x="431334" y="250934"/>
                  </a:cubicBezTo>
                  <a:cubicBezTo>
                    <a:pt x="316505" y="220507"/>
                    <a:pt x="124684" y="573460"/>
                    <a:pt x="115422" y="693846"/>
                  </a:cubicBezTo>
                  <a:cubicBezTo>
                    <a:pt x="244009" y="967954"/>
                    <a:pt x="810747" y="1165863"/>
                    <a:pt x="1056809" y="627171"/>
                  </a:cubicBezTo>
                  <a:cubicBezTo>
                    <a:pt x="1040190" y="570119"/>
                    <a:pt x="815212" y="252384"/>
                    <a:pt x="690578" y="239706"/>
                  </a:cubicBezTo>
                  <a:close/>
                </a:path>
              </a:pathLst>
            </a:custGeom>
            <a:solidFill>
              <a:srgbClr val="E9595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6188D4C-E3D9-A5C2-9F23-67ED507A3E78}"/>
                </a:ext>
              </a:extLst>
            </p:cNvPr>
            <p:cNvSpPr/>
            <p:nvPr/>
          </p:nvSpPr>
          <p:spPr>
            <a:xfrm>
              <a:off x="4798218" y="1227125"/>
              <a:ext cx="84137" cy="71464"/>
            </a:xfrm>
            <a:custGeom>
              <a:avLst/>
              <a:gdLst>
                <a:gd name="connsiteX0" fmla="*/ 0 w 83344"/>
                <a:gd name="connsiteY0" fmla="*/ 0 h 64294"/>
                <a:gd name="connsiteX1" fmla="*/ 83344 w 83344"/>
                <a:gd name="connsiteY1" fmla="*/ 64294 h 64294"/>
                <a:gd name="connsiteX2" fmla="*/ 83344 w 83344"/>
                <a:gd name="connsiteY2" fmla="*/ 64294 h 64294"/>
                <a:gd name="connsiteX0" fmla="*/ 0 w 83344"/>
                <a:gd name="connsiteY0" fmla="*/ 0 h 64294"/>
                <a:gd name="connsiteX1" fmla="*/ 83344 w 83344"/>
                <a:gd name="connsiteY1" fmla="*/ 64294 h 64294"/>
                <a:gd name="connsiteX2" fmla="*/ 83344 w 83344"/>
                <a:gd name="connsiteY2" fmla="*/ 64294 h 6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344" h="64294">
                  <a:moveTo>
                    <a:pt x="0" y="0"/>
                  </a:moveTo>
                  <a:cubicBezTo>
                    <a:pt x="1588" y="73818"/>
                    <a:pt x="55563" y="42863"/>
                    <a:pt x="83344" y="64294"/>
                  </a:cubicBezTo>
                  <a:lnTo>
                    <a:pt x="83344" y="64294"/>
                  </a:lnTo>
                </a:path>
              </a:pathLst>
            </a:cu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E06419C-006B-44B3-7CDA-BDD617B4B4CC}"/>
                </a:ext>
              </a:extLst>
            </p:cNvPr>
            <p:cNvSpPr/>
            <p:nvPr/>
          </p:nvSpPr>
          <p:spPr>
            <a:xfrm flipH="1">
              <a:off x="3774280" y="1289301"/>
              <a:ext cx="83344" cy="64294"/>
            </a:xfrm>
            <a:custGeom>
              <a:avLst/>
              <a:gdLst>
                <a:gd name="connsiteX0" fmla="*/ 0 w 83344"/>
                <a:gd name="connsiteY0" fmla="*/ 0 h 64294"/>
                <a:gd name="connsiteX1" fmla="*/ 83344 w 83344"/>
                <a:gd name="connsiteY1" fmla="*/ 64294 h 64294"/>
                <a:gd name="connsiteX2" fmla="*/ 83344 w 83344"/>
                <a:gd name="connsiteY2" fmla="*/ 64294 h 64294"/>
                <a:gd name="connsiteX0" fmla="*/ 0 w 83344"/>
                <a:gd name="connsiteY0" fmla="*/ 0 h 64294"/>
                <a:gd name="connsiteX1" fmla="*/ 83344 w 83344"/>
                <a:gd name="connsiteY1" fmla="*/ 64294 h 64294"/>
                <a:gd name="connsiteX2" fmla="*/ 83344 w 83344"/>
                <a:gd name="connsiteY2" fmla="*/ 64294 h 6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344" h="64294">
                  <a:moveTo>
                    <a:pt x="0" y="0"/>
                  </a:moveTo>
                  <a:cubicBezTo>
                    <a:pt x="1588" y="73818"/>
                    <a:pt x="55563" y="42863"/>
                    <a:pt x="83344" y="64294"/>
                  </a:cubicBezTo>
                  <a:lnTo>
                    <a:pt x="83344" y="64294"/>
                  </a:lnTo>
                </a:path>
              </a:pathLst>
            </a:cu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82508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DE81A69-75EE-4B5F-A0BF-4B6CA2E0EC90}"/>
              </a:ext>
            </a:extLst>
          </p:cNvPr>
          <p:cNvGrpSpPr/>
          <p:nvPr/>
        </p:nvGrpSpPr>
        <p:grpSpPr>
          <a:xfrm>
            <a:off x="1381453" y="2523784"/>
            <a:ext cx="7295494" cy="2724831"/>
            <a:chOff x="4403172" y="2921305"/>
            <a:chExt cx="1398171" cy="522210"/>
          </a:xfrm>
          <a:solidFill>
            <a:srgbClr val="E95958"/>
          </a:solidFill>
        </p:grpSpPr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7323ED9A-79DB-447C-92F4-E393FB6BC81D}"/>
                </a:ext>
              </a:extLst>
            </p:cNvPr>
            <p:cNvSpPr/>
            <p:nvPr/>
          </p:nvSpPr>
          <p:spPr>
            <a:xfrm>
              <a:off x="4403172" y="2921305"/>
              <a:ext cx="1398171" cy="522210"/>
            </a:xfrm>
            <a:custGeom>
              <a:avLst/>
              <a:gdLst>
                <a:gd name="connsiteX0" fmla="*/ 0 w 4020457"/>
                <a:gd name="connsiteY0" fmla="*/ 0 h 2438400"/>
                <a:gd name="connsiteX1" fmla="*/ 4020457 w 4020457"/>
                <a:gd name="connsiteY1" fmla="*/ 0 h 2438400"/>
                <a:gd name="connsiteX2" fmla="*/ 4020457 w 4020457"/>
                <a:gd name="connsiteY2" fmla="*/ 2438400 h 2438400"/>
                <a:gd name="connsiteX3" fmla="*/ 0 w 4020457"/>
                <a:gd name="connsiteY3" fmla="*/ 2438400 h 2438400"/>
                <a:gd name="connsiteX4" fmla="*/ 0 w 4020457"/>
                <a:gd name="connsiteY4" fmla="*/ 0 h 2438400"/>
                <a:gd name="connsiteX0" fmla="*/ 1590675 w 4020457"/>
                <a:gd name="connsiteY0" fmla="*/ 395287 h 2438400"/>
                <a:gd name="connsiteX1" fmla="*/ 4020457 w 4020457"/>
                <a:gd name="connsiteY1" fmla="*/ 0 h 2438400"/>
                <a:gd name="connsiteX2" fmla="*/ 4020457 w 4020457"/>
                <a:gd name="connsiteY2" fmla="*/ 2438400 h 2438400"/>
                <a:gd name="connsiteX3" fmla="*/ 0 w 4020457"/>
                <a:gd name="connsiteY3" fmla="*/ 2438400 h 2438400"/>
                <a:gd name="connsiteX4" fmla="*/ 1590675 w 4020457"/>
                <a:gd name="connsiteY4" fmla="*/ 395287 h 2438400"/>
                <a:gd name="connsiteX0" fmla="*/ 1590675 w 4020457"/>
                <a:gd name="connsiteY0" fmla="*/ 0 h 2043113"/>
                <a:gd name="connsiteX1" fmla="*/ 2986994 w 4020457"/>
                <a:gd name="connsiteY1" fmla="*/ 28575 h 2043113"/>
                <a:gd name="connsiteX2" fmla="*/ 4020457 w 4020457"/>
                <a:gd name="connsiteY2" fmla="*/ 2043113 h 2043113"/>
                <a:gd name="connsiteX3" fmla="*/ 0 w 4020457"/>
                <a:gd name="connsiteY3" fmla="*/ 2043113 h 2043113"/>
                <a:gd name="connsiteX4" fmla="*/ 1590675 w 4020457"/>
                <a:gd name="connsiteY4" fmla="*/ 0 h 2043113"/>
                <a:gd name="connsiteX0" fmla="*/ 1590675 w 4020457"/>
                <a:gd name="connsiteY0" fmla="*/ 220685 h 2263798"/>
                <a:gd name="connsiteX1" fmla="*/ 2291050 w 4020457"/>
                <a:gd name="connsiteY1" fmla="*/ 23 h 2263798"/>
                <a:gd name="connsiteX2" fmla="*/ 2986994 w 4020457"/>
                <a:gd name="connsiteY2" fmla="*/ 249260 h 2263798"/>
                <a:gd name="connsiteX3" fmla="*/ 4020457 w 4020457"/>
                <a:gd name="connsiteY3" fmla="*/ 2263798 h 2263798"/>
                <a:gd name="connsiteX4" fmla="*/ 0 w 4020457"/>
                <a:gd name="connsiteY4" fmla="*/ 2263798 h 2263798"/>
                <a:gd name="connsiteX5" fmla="*/ 1590675 w 4020457"/>
                <a:gd name="connsiteY5" fmla="*/ 220685 h 2263798"/>
                <a:gd name="connsiteX0" fmla="*/ 0 w 2429782"/>
                <a:gd name="connsiteY0" fmla="*/ 220685 h 2263798"/>
                <a:gd name="connsiteX1" fmla="*/ 700375 w 2429782"/>
                <a:gd name="connsiteY1" fmla="*/ 23 h 2263798"/>
                <a:gd name="connsiteX2" fmla="*/ 1396319 w 2429782"/>
                <a:gd name="connsiteY2" fmla="*/ 249260 h 2263798"/>
                <a:gd name="connsiteX3" fmla="*/ 2429782 w 2429782"/>
                <a:gd name="connsiteY3" fmla="*/ 2263798 h 2263798"/>
                <a:gd name="connsiteX4" fmla="*/ 0 w 2429782"/>
                <a:gd name="connsiteY4" fmla="*/ 220685 h 2263798"/>
                <a:gd name="connsiteX0" fmla="*/ 0 w 1396319"/>
                <a:gd name="connsiteY0" fmla="*/ 220685 h 249260"/>
                <a:gd name="connsiteX1" fmla="*/ 700375 w 1396319"/>
                <a:gd name="connsiteY1" fmla="*/ 23 h 249260"/>
                <a:gd name="connsiteX2" fmla="*/ 1396319 w 1396319"/>
                <a:gd name="connsiteY2" fmla="*/ 249260 h 249260"/>
                <a:gd name="connsiteX3" fmla="*/ 0 w 1396319"/>
                <a:gd name="connsiteY3" fmla="*/ 220685 h 249260"/>
                <a:gd name="connsiteX0" fmla="*/ 0 w 1396319"/>
                <a:gd name="connsiteY0" fmla="*/ 220685 h 419460"/>
                <a:gd name="connsiteX1" fmla="*/ 700375 w 1396319"/>
                <a:gd name="connsiteY1" fmla="*/ 23 h 419460"/>
                <a:gd name="connsiteX2" fmla="*/ 1396319 w 1396319"/>
                <a:gd name="connsiteY2" fmla="*/ 249260 h 419460"/>
                <a:gd name="connsiteX3" fmla="*/ 0 w 1396319"/>
                <a:gd name="connsiteY3" fmla="*/ 220685 h 419460"/>
                <a:gd name="connsiteX0" fmla="*/ 0 w 1396319"/>
                <a:gd name="connsiteY0" fmla="*/ 220685 h 513058"/>
                <a:gd name="connsiteX1" fmla="*/ 700375 w 1396319"/>
                <a:gd name="connsiteY1" fmla="*/ 23 h 513058"/>
                <a:gd name="connsiteX2" fmla="*/ 1396319 w 1396319"/>
                <a:gd name="connsiteY2" fmla="*/ 249260 h 513058"/>
                <a:gd name="connsiteX3" fmla="*/ 0 w 1396319"/>
                <a:gd name="connsiteY3" fmla="*/ 220685 h 513058"/>
                <a:gd name="connsiteX0" fmla="*/ 151 w 1396470"/>
                <a:gd name="connsiteY0" fmla="*/ 220685 h 460525"/>
                <a:gd name="connsiteX1" fmla="*/ 700526 w 1396470"/>
                <a:gd name="connsiteY1" fmla="*/ 23 h 460525"/>
                <a:gd name="connsiteX2" fmla="*/ 1396470 w 1396470"/>
                <a:gd name="connsiteY2" fmla="*/ 249260 h 460525"/>
                <a:gd name="connsiteX3" fmla="*/ 665601 w 1396470"/>
                <a:gd name="connsiteY3" fmla="*/ 460398 h 460525"/>
                <a:gd name="connsiteX4" fmla="*/ 151 w 1396470"/>
                <a:gd name="connsiteY4" fmla="*/ 220685 h 460525"/>
                <a:gd name="connsiteX0" fmla="*/ 1852 w 1398171"/>
                <a:gd name="connsiteY0" fmla="*/ 220685 h 460525"/>
                <a:gd name="connsiteX1" fmla="*/ 702227 w 1398171"/>
                <a:gd name="connsiteY1" fmla="*/ 23 h 460525"/>
                <a:gd name="connsiteX2" fmla="*/ 1398171 w 1398171"/>
                <a:gd name="connsiteY2" fmla="*/ 249260 h 460525"/>
                <a:gd name="connsiteX3" fmla="*/ 667302 w 1398171"/>
                <a:gd name="connsiteY3" fmla="*/ 460398 h 460525"/>
                <a:gd name="connsiteX4" fmla="*/ 1852 w 1398171"/>
                <a:gd name="connsiteY4" fmla="*/ 220685 h 460525"/>
                <a:gd name="connsiteX0" fmla="*/ 1852 w 1398171"/>
                <a:gd name="connsiteY0" fmla="*/ 220685 h 461699"/>
                <a:gd name="connsiteX1" fmla="*/ 702227 w 1398171"/>
                <a:gd name="connsiteY1" fmla="*/ 23 h 461699"/>
                <a:gd name="connsiteX2" fmla="*/ 1398171 w 1398171"/>
                <a:gd name="connsiteY2" fmla="*/ 249260 h 461699"/>
                <a:gd name="connsiteX3" fmla="*/ 667302 w 1398171"/>
                <a:gd name="connsiteY3" fmla="*/ 460398 h 461699"/>
                <a:gd name="connsiteX4" fmla="*/ 1852 w 1398171"/>
                <a:gd name="connsiteY4" fmla="*/ 220685 h 461699"/>
                <a:gd name="connsiteX0" fmla="*/ 1852 w 1398171"/>
                <a:gd name="connsiteY0" fmla="*/ 220685 h 461699"/>
                <a:gd name="connsiteX1" fmla="*/ 702227 w 1398171"/>
                <a:gd name="connsiteY1" fmla="*/ 23 h 461699"/>
                <a:gd name="connsiteX2" fmla="*/ 1398171 w 1398171"/>
                <a:gd name="connsiteY2" fmla="*/ 249260 h 461699"/>
                <a:gd name="connsiteX3" fmla="*/ 667302 w 1398171"/>
                <a:gd name="connsiteY3" fmla="*/ 460398 h 461699"/>
                <a:gd name="connsiteX4" fmla="*/ 1852 w 1398171"/>
                <a:gd name="connsiteY4" fmla="*/ 220685 h 461699"/>
                <a:gd name="connsiteX0" fmla="*/ 1852 w 1398171"/>
                <a:gd name="connsiteY0" fmla="*/ 275261 h 516275"/>
                <a:gd name="connsiteX1" fmla="*/ 702227 w 1398171"/>
                <a:gd name="connsiteY1" fmla="*/ 54599 h 516275"/>
                <a:gd name="connsiteX2" fmla="*/ 1398171 w 1398171"/>
                <a:gd name="connsiteY2" fmla="*/ 303836 h 516275"/>
                <a:gd name="connsiteX3" fmla="*/ 667302 w 1398171"/>
                <a:gd name="connsiteY3" fmla="*/ 514974 h 516275"/>
                <a:gd name="connsiteX4" fmla="*/ 1852 w 1398171"/>
                <a:gd name="connsiteY4" fmla="*/ 275261 h 516275"/>
                <a:gd name="connsiteX0" fmla="*/ 1852 w 1398171"/>
                <a:gd name="connsiteY0" fmla="*/ 275261 h 516275"/>
                <a:gd name="connsiteX1" fmla="*/ 702227 w 1398171"/>
                <a:gd name="connsiteY1" fmla="*/ 54599 h 516275"/>
                <a:gd name="connsiteX2" fmla="*/ 1398171 w 1398171"/>
                <a:gd name="connsiteY2" fmla="*/ 303836 h 516275"/>
                <a:gd name="connsiteX3" fmla="*/ 667302 w 1398171"/>
                <a:gd name="connsiteY3" fmla="*/ 514974 h 516275"/>
                <a:gd name="connsiteX4" fmla="*/ 1852 w 1398171"/>
                <a:gd name="connsiteY4" fmla="*/ 275261 h 516275"/>
                <a:gd name="connsiteX0" fmla="*/ 1852 w 1398171"/>
                <a:gd name="connsiteY0" fmla="*/ 276557 h 517571"/>
                <a:gd name="connsiteX1" fmla="*/ 702227 w 1398171"/>
                <a:gd name="connsiteY1" fmla="*/ 55895 h 517571"/>
                <a:gd name="connsiteX2" fmla="*/ 1398171 w 1398171"/>
                <a:gd name="connsiteY2" fmla="*/ 305132 h 517571"/>
                <a:gd name="connsiteX3" fmla="*/ 667302 w 1398171"/>
                <a:gd name="connsiteY3" fmla="*/ 516270 h 517571"/>
                <a:gd name="connsiteX4" fmla="*/ 1852 w 1398171"/>
                <a:gd name="connsiteY4" fmla="*/ 276557 h 517571"/>
                <a:gd name="connsiteX0" fmla="*/ 1852 w 1398171"/>
                <a:gd name="connsiteY0" fmla="*/ 278332 h 519346"/>
                <a:gd name="connsiteX1" fmla="*/ 702227 w 1398171"/>
                <a:gd name="connsiteY1" fmla="*/ 57670 h 519346"/>
                <a:gd name="connsiteX2" fmla="*/ 1398171 w 1398171"/>
                <a:gd name="connsiteY2" fmla="*/ 306907 h 519346"/>
                <a:gd name="connsiteX3" fmla="*/ 667302 w 1398171"/>
                <a:gd name="connsiteY3" fmla="*/ 518045 h 519346"/>
                <a:gd name="connsiteX4" fmla="*/ 1852 w 1398171"/>
                <a:gd name="connsiteY4" fmla="*/ 278332 h 519346"/>
                <a:gd name="connsiteX0" fmla="*/ 1852 w 1398171"/>
                <a:gd name="connsiteY0" fmla="*/ 275262 h 516276"/>
                <a:gd name="connsiteX1" fmla="*/ 702227 w 1398171"/>
                <a:gd name="connsiteY1" fmla="*/ 54600 h 516276"/>
                <a:gd name="connsiteX2" fmla="*/ 1398171 w 1398171"/>
                <a:gd name="connsiteY2" fmla="*/ 303837 h 516276"/>
                <a:gd name="connsiteX3" fmla="*/ 667302 w 1398171"/>
                <a:gd name="connsiteY3" fmla="*/ 514975 h 516276"/>
                <a:gd name="connsiteX4" fmla="*/ 1852 w 1398171"/>
                <a:gd name="connsiteY4" fmla="*/ 275262 h 516276"/>
                <a:gd name="connsiteX0" fmla="*/ 1852 w 1398171"/>
                <a:gd name="connsiteY0" fmla="*/ 277468 h 517904"/>
                <a:gd name="connsiteX1" fmla="*/ 702227 w 1398171"/>
                <a:gd name="connsiteY1" fmla="*/ 56806 h 517904"/>
                <a:gd name="connsiteX2" fmla="*/ 1398171 w 1398171"/>
                <a:gd name="connsiteY2" fmla="*/ 290168 h 517904"/>
                <a:gd name="connsiteX3" fmla="*/ 667302 w 1398171"/>
                <a:gd name="connsiteY3" fmla="*/ 517181 h 517904"/>
                <a:gd name="connsiteX4" fmla="*/ 1852 w 1398171"/>
                <a:gd name="connsiteY4" fmla="*/ 277468 h 517904"/>
                <a:gd name="connsiteX0" fmla="*/ 1852 w 1398171"/>
                <a:gd name="connsiteY0" fmla="*/ 277468 h 520829"/>
                <a:gd name="connsiteX1" fmla="*/ 702227 w 1398171"/>
                <a:gd name="connsiteY1" fmla="*/ 56806 h 520829"/>
                <a:gd name="connsiteX2" fmla="*/ 1398171 w 1398171"/>
                <a:gd name="connsiteY2" fmla="*/ 290168 h 520829"/>
                <a:gd name="connsiteX3" fmla="*/ 667302 w 1398171"/>
                <a:gd name="connsiteY3" fmla="*/ 517181 h 520829"/>
                <a:gd name="connsiteX4" fmla="*/ 1852 w 1398171"/>
                <a:gd name="connsiteY4" fmla="*/ 277468 h 520829"/>
                <a:gd name="connsiteX0" fmla="*/ 1852 w 1398171"/>
                <a:gd name="connsiteY0" fmla="*/ 277468 h 518996"/>
                <a:gd name="connsiteX1" fmla="*/ 702227 w 1398171"/>
                <a:gd name="connsiteY1" fmla="*/ 56806 h 518996"/>
                <a:gd name="connsiteX2" fmla="*/ 1398171 w 1398171"/>
                <a:gd name="connsiteY2" fmla="*/ 290168 h 518996"/>
                <a:gd name="connsiteX3" fmla="*/ 667302 w 1398171"/>
                <a:gd name="connsiteY3" fmla="*/ 517181 h 518996"/>
                <a:gd name="connsiteX4" fmla="*/ 1852 w 1398171"/>
                <a:gd name="connsiteY4" fmla="*/ 277468 h 518996"/>
                <a:gd name="connsiteX0" fmla="*/ 1852 w 1398171"/>
                <a:gd name="connsiteY0" fmla="*/ 275849 h 517377"/>
                <a:gd name="connsiteX1" fmla="*/ 702227 w 1398171"/>
                <a:gd name="connsiteY1" fmla="*/ 55187 h 517377"/>
                <a:gd name="connsiteX2" fmla="*/ 1398171 w 1398171"/>
                <a:gd name="connsiteY2" fmla="*/ 288549 h 517377"/>
                <a:gd name="connsiteX3" fmla="*/ 667302 w 1398171"/>
                <a:gd name="connsiteY3" fmla="*/ 515562 h 517377"/>
                <a:gd name="connsiteX4" fmla="*/ 1852 w 1398171"/>
                <a:gd name="connsiteY4" fmla="*/ 275849 h 517377"/>
                <a:gd name="connsiteX0" fmla="*/ 1852 w 1398171"/>
                <a:gd name="connsiteY0" fmla="*/ 275456 h 516984"/>
                <a:gd name="connsiteX1" fmla="*/ 702227 w 1398171"/>
                <a:gd name="connsiteY1" fmla="*/ 54794 h 516984"/>
                <a:gd name="connsiteX2" fmla="*/ 1398171 w 1398171"/>
                <a:gd name="connsiteY2" fmla="*/ 288156 h 516984"/>
                <a:gd name="connsiteX3" fmla="*/ 667302 w 1398171"/>
                <a:gd name="connsiteY3" fmla="*/ 515169 h 516984"/>
                <a:gd name="connsiteX4" fmla="*/ 1852 w 1398171"/>
                <a:gd name="connsiteY4" fmla="*/ 275456 h 516984"/>
                <a:gd name="connsiteX0" fmla="*/ 1852 w 1398171"/>
                <a:gd name="connsiteY0" fmla="*/ 287267 h 528795"/>
                <a:gd name="connsiteX1" fmla="*/ 702227 w 1398171"/>
                <a:gd name="connsiteY1" fmla="*/ 66605 h 528795"/>
                <a:gd name="connsiteX2" fmla="*/ 1398171 w 1398171"/>
                <a:gd name="connsiteY2" fmla="*/ 299967 h 528795"/>
                <a:gd name="connsiteX3" fmla="*/ 667302 w 1398171"/>
                <a:gd name="connsiteY3" fmla="*/ 526980 h 528795"/>
                <a:gd name="connsiteX4" fmla="*/ 1852 w 1398171"/>
                <a:gd name="connsiteY4" fmla="*/ 287267 h 528795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  <a:gd name="connsiteX0" fmla="*/ 1852 w 1398171"/>
                <a:gd name="connsiteY0" fmla="*/ 280710 h 522238"/>
                <a:gd name="connsiteX1" fmla="*/ 702227 w 1398171"/>
                <a:gd name="connsiteY1" fmla="*/ 60048 h 522238"/>
                <a:gd name="connsiteX2" fmla="*/ 1398171 w 1398171"/>
                <a:gd name="connsiteY2" fmla="*/ 293410 h 522238"/>
                <a:gd name="connsiteX3" fmla="*/ 667302 w 1398171"/>
                <a:gd name="connsiteY3" fmla="*/ 520423 h 522238"/>
                <a:gd name="connsiteX4" fmla="*/ 1852 w 1398171"/>
                <a:gd name="connsiteY4" fmla="*/ 280710 h 522238"/>
                <a:gd name="connsiteX0" fmla="*/ 1852 w 1398171"/>
                <a:gd name="connsiteY0" fmla="*/ 281760 h 523288"/>
                <a:gd name="connsiteX1" fmla="*/ 702227 w 1398171"/>
                <a:gd name="connsiteY1" fmla="*/ 61098 h 523288"/>
                <a:gd name="connsiteX2" fmla="*/ 1398171 w 1398171"/>
                <a:gd name="connsiteY2" fmla="*/ 294460 h 523288"/>
                <a:gd name="connsiteX3" fmla="*/ 667302 w 1398171"/>
                <a:gd name="connsiteY3" fmla="*/ 521473 h 523288"/>
                <a:gd name="connsiteX4" fmla="*/ 1852 w 1398171"/>
                <a:gd name="connsiteY4" fmla="*/ 281760 h 523288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8171" h="522210">
                  <a:moveTo>
                    <a:pt x="1852" y="280682"/>
                  </a:moveTo>
                  <a:cubicBezTo>
                    <a:pt x="12267" y="264278"/>
                    <a:pt x="503694" y="-134713"/>
                    <a:pt x="702227" y="60020"/>
                  </a:cubicBezTo>
                  <a:cubicBezTo>
                    <a:pt x="832608" y="-120426"/>
                    <a:pt x="1201115" y="149978"/>
                    <a:pt x="1398171" y="293382"/>
                  </a:cubicBezTo>
                  <a:cubicBezTo>
                    <a:pt x="1347371" y="537857"/>
                    <a:pt x="900022" y="525157"/>
                    <a:pt x="667302" y="520395"/>
                  </a:cubicBezTo>
                  <a:cubicBezTo>
                    <a:pt x="434582" y="515633"/>
                    <a:pt x="-33073" y="506107"/>
                    <a:pt x="1852" y="280682"/>
                  </a:cubicBez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1B72F00-C5B0-44C4-871A-3C94FD93A8F2}"/>
                </a:ext>
              </a:extLst>
            </p:cNvPr>
            <p:cNvSpPr/>
            <p:nvPr/>
          </p:nvSpPr>
          <p:spPr>
            <a:xfrm>
              <a:off x="4405572" y="3159919"/>
              <a:ext cx="1394926" cy="55281"/>
            </a:xfrm>
            <a:custGeom>
              <a:avLst/>
              <a:gdLst>
                <a:gd name="connsiteX0" fmla="*/ 0 w 1357312"/>
                <a:gd name="connsiteY0" fmla="*/ 112218 h 112218"/>
                <a:gd name="connsiteX1" fmla="*/ 414337 w 1357312"/>
                <a:gd name="connsiteY1" fmla="*/ 12205 h 112218"/>
                <a:gd name="connsiteX2" fmla="*/ 919162 w 1357312"/>
                <a:gd name="connsiteY2" fmla="*/ 12205 h 112218"/>
                <a:gd name="connsiteX3" fmla="*/ 1357312 w 1357312"/>
                <a:gd name="connsiteY3" fmla="*/ 107455 h 112218"/>
                <a:gd name="connsiteX4" fmla="*/ 1357312 w 1357312"/>
                <a:gd name="connsiteY4" fmla="*/ 107455 h 112218"/>
                <a:gd name="connsiteX0" fmla="*/ 0 w 1364456"/>
                <a:gd name="connsiteY0" fmla="*/ 119818 h 119818"/>
                <a:gd name="connsiteX1" fmla="*/ 421481 w 1364456"/>
                <a:gd name="connsiteY1" fmla="*/ 12661 h 119818"/>
                <a:gd name="connsiteX2" fmla="*/ 926306 w 1364456"/>
                <a:gd name="connsiteY2" fmla="*/ 12661 h 119818"/>
                <a:gd name="connsiteX3" fmla="*/ 1364456 w 1364456"/>
                <a:gd name="connsiteY3" fmla="*/ 107911 h 119818"/>
                <a:gd name="connsiteX4" fmla="*/ 1364456 w 1364456"/>
                <a:gd name="connsiteY4" fmla="*/ 107911 h 119818"/>
                <a:gd name="connsiteX0" fmla="*/ 0 w 1364456"/>
                <a:gd name="connsiteY0" fmla="*/ 119818 h 119818"/>
                <a:gd name="connsiteX1" fmla="*/ 421481 w 1364456"/>
                <a:gd name="connsiteY1" fmla="*/ 12661 h 119818"/>
                <a:gd name="connsiteX2" fmla="*/ 926306 w 1364456"/>
                <a:gd name="connsiteY2" fmla="*/ 12661 h 119818"/>
                <a:gd name="connsiteX3" fmla="*/ 1364456 w 1364456"/>
                <a:gd name="connsiteY3" fmla="*/ 107911 h 119818"/>
                <a:gd name="connsiteX4" fmla="*/ 1364456 w 1364456"/>
                <a:gd name="connsiteY4" fmla="*/ 107911 h 119818"/>
                <a:gd name="connsiteX0" fmla="*/ 0 w 1364456"/>
                <a:gd name="connsiteY0" fmla="*/ 131792 h 131792"/>
                <a:gd name="connsiteX1" fmla="*/ 421481 w 1364456"/>
                <a:gd name="connsiteY1" fmla="*/ 24635 h 131792"/>
                <a:gd name="connsiteX2" fmla="*/ 926306 w 1364456"/>
                <a:gd name="connsiteY2" fmla="*/ 24635 h 131792"/>
                <a:gd name="connsiteX3" fmla="*/ 1364456 w 1364456"/>
                <a:gd name="connsiteY3" fmla="*/ 119885 h 131792"/>
                <a:gd name="connsiteX4" fmla="*/ 1364456 w 1364456"/>
                <a:gd name="connsiteY4" fmla="*/ 119885 h 131792"/>
                <a:gd name="connsiteX0" fmla="*/ 0 w 1364456"/>
                <a:gd name="connsiteY0" fmla="*/ 124133 h 124133"/>
                <a:gd name="connsiteX1" fmla="*/ 421481 w 1364456"/>
                <a:gd name="connsiteY1" fmla="*/ 16976 h 124133"/>
                <a:gd name="connsiteX2" fmla="*/ 476250 w 1364456"/>
                <a:gd name="connsiteY2" fmla="*/ 307 h 124133"/>
                <a:gd name="connsiteX3" fmla="*/ 926306 w 1364456"/>
                <a:gd name="connsiteY3" fmla="*/ 16976 h 124133"/>
                <a:gd name="connsiteX4" fmla="*/ 1364456 w 1364456"/>
                <a:gd name="connsiteY4" fmla="*/ 112226 h 124133"/>
                <a:gd name="connsiteX5" fmla="*/ 1364456 w 1364456"/>
                <a:gd name="connsiteY5" fmla="*/ 112226 h 124133"/>
                <a:gd name="connsiteX0" fmla="*/ 0 w 1364456"/>
                <a:gd name="connsiteY0" fmla="*/ 131631 h 131631"/>
                <a:gd name="connsiteX1" fmla="*/ 476250 w 1364456"/>
                <a:gd name="connsiteY1" fmla="*/ 7805 h 131631"/>
                <a:gd name="connsiteX2" fmla="*/ 926306 w 1364456"/>
                <a:gd name="connsiteY2" fmla="*/ 24474 h 131631"/>
                <a:gd name="connsiteX3" fmla="*/ 1364456 w 1364456"/>
                <a:gd name="connsiteY3" fmla="*/ 119724 h 131631"/>
                <a:gd name="connsiteX4" fmla="*/ 1364456 w 1364456"/>
                <a:gd name="connsiteY4" fmla="*/ 119724 h 131631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08603 h 108603"/>
                <a:gd name="connsiteX1" fmla="*/ 450056 w 1364456"/>
                <a:gd name="connsiteY1" fmla="*/ 8590 h 108603"/>
                <a:gd name="connsiteX2" fmla="*/ 926306 w 1364456"/>
                <a:gd name="connsiteY2" fmla="*/ 1446 h 108603"/>
                <a:gd name="connsiteX3" fmla="*/ 1364456 w 1364456"/>
                <a:gd name="connsiteY3" fmla="*/ 96696 h 108603"/>
                <a:gd name="connsiteX4" fmla="*/ 1364456 w 1364456"/>
                <a:gd name="connsiteY4" fmla="*/ 96696 h 108603"/>
                <a:gd name="connsiteX0" fmla="*/ 0 w 1364456"/>
                <a:gd name="connsiteY0" fmla="*/ 111339 h 111339"/>
                <a:gd name="connsiteX1" fmla="*/ 450056 w 1364456"/>
                <a:gd name="connsiteY1" fmla="*/ 11326 h 111339"/>
                <a:gd name="connsiteX2" fmla="*/ 926306 w 1364456"/>
                <a:gd name="connsiteY2" fmla="*/ 4182 h 111339"/>
                <a:gd name="connsiteX3" fmla="*/ 1364456 w 1364456"/>
                <a:gd name="connsiteY3" fmla="*/ 99432 h 111339"/>
                <a:gd name="connsiteX4" fmla="*/ 1364456 w 1364456"/>
                <a:gd name="connsiteY4" fmla="*/ 99432 h 111339"/>
                <a:gd name="connsiteX0" fmla="*/ 0 w 1364456"/>
                <a:gd name="connsiteY0" fmla="*/ 122284 h 122284"/>
                <a:gd name="connsiteX1" fmla="*/ 450056 w 1364456"/>
                <a:gd name="connsiteY1" fmla="*/ 22271 h 122284"/>
                <a:gd name="connsiteX2" fmla="*/ 926306 w 1364456"/>
                <a:gd name="connsiteY2" fmla="*/ 15127 h 122284"/>
                <a:gd name="connsiteX3" fmla="*/ 962025 w 1364456"/>
                <a:gd name="connsiteY3" fmla="*/ 5601 h 122284"/>
                <a:gd name="connsiteX4" fmla="*/ 1364456 w 1364456"/>
                <a:gd name="connsiteY4" fmla="*/ 110377 h 122284"/>
                <a:gd name="connsiteX5" fmla="*/ 1364456 w 1364456"/>
                <a:gd name="connsiteY5" fmla="*/ 110377 h 122284"/>
                <a:gd name="connsiteX0" fmla="*/ 0 w 1364456"/>
                <a:gd name="connsiteY0" fmla="*/ 123240 h 123240"/>
                <a:gd name="connsiteX1" fmla="*/ 450056 w 1364456"/>
                <a:gd name="connsiteY1" fmla="*/ 23227 h 123240"/>
                <a:gd name="connsiteX2" fmla="*/ 962025 w 1364456"/>
                <a:gd name="connsiteY2" fmla="*/ 6557 h 123240"/>
                <a:gd name="connsiteX3" fmla="*/ 1364456 w 1364456"/>
                <a:gd name="connsiteY3" fmla="*/ 111333 h 123240"/>
                <a:gd name="connsiteX4" fmla="*/ 1364456 w 1364456"/>
                <a:gd name="connsiteY4" fmla="*/ 111333 h 123240"/>
                <a:gd name="connsiteX0" fmla="*/ 0 w 1364456"/>
                <a:gd name="connsiteY0" fmla="*/ 118131 h 118131"/>
                <a:gd name="connsiteX1" fmla="*/ 450056 w 1364456"/>
                <a:gd name="connsiteY1" fmla="*/ 18118 h 118131"/>
                <a:gd name="connsiteX2" fmla="*/ 950119 w 1364456"/>
                <a:gd name="connsiteY2" fmla="*/ 8592 h 118131"/>
                <a:gd name="connsiteX3" fmla="*/ 1364456 w 1364456"/>
                <a:gd name="connsiteY3" fmla="*/ 106224 h 118131"/>
                <a:gd name="connsiteX4" fmla="*/ 1364456 w 1364456"/>
                <a:gd name="connsiteY4" fmla="*/ 106224 h 118131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72926"/>
                <a:gd name="connsiteY0" fmla="*/ 46012 h 97632"/>
                <a:gd name="connsiteX1" fmla="*/ 458526 w 1372926"/>
                <a:gd name="connsiteY1" fmla="*/ 9526 h 97632"/>
                <a:gd name="connsiteX2" fmla="*/ 958589 w 1372926"/>
                <a:gd name="connsiteY2" fmla="*/ 0 h 97632"/>
                <a:gd name="connsiteX3" fmla="*/ 1372926 w 1372926"/>
                <a:gd name="connsiteY3" fmla="*/ 97632 h 97632"/>
                <a:gd name="connsiteX4" fmla="*/ 1372926 w 1372926"/>
                <a:gd name="connsiteY4" fmla="*/ 97632 h 97632"/>
                <a:gd name="connsiteX0" fmla="*/ 0 w 1391749"/>
                <a:gd name="connsiteY0" fmla="*/ 46012 h 97632"/>
                <a:gd name="connsiteX1" fmla="*/ 458526 w 1391749"/>
                <a:gd name="connsiteY1" fmla="*/ 9526 h 97632"/>
                <a:gd name="connsiteX2" fmla="*/ 958589 w 1391749"/>
                <a:gd name="connsiteY2" fmla="*/ 0 h 97632"/>
                <a:gd name="connsiteX3" fmla="*/ 1372926 w 1391749"/>
                <a:gd name="connsiteY3" fmla="*/ 97632 h 97632"/>
                <a:gd name="connsiteX4" fmla="*/ 1391749 w 1391749"/>
                <a:gd name="connsiteY4" fmla="*/ 59045 h 97632"/>
                <a:gd name="connsiteX0" fmla="*/ 0 w 1372926"/>
                <a:gd name="connsiteY0" fmla="*/ 46012 h 97632"/>
                <a:gd name="connsiteX1" fmla="*/ 458526 w 1372926"/>
                <a:gd name="connsiteY1" fmla="*/ 9526 h 97632"/>
                <a:gd name="connsiteX2" fmla="*/ 958589 w 1372926"/>
                <a:gd name="connsiteY2" fmla="*/ 0 h 97632"/>
                <a:gd name="connsiteX3" fmla="*/ 1372926 w 1372926"/>
                <a:gd name="connsiteY3" fmla="*/ 97632 h 97632"/>
                <a:gd name="connsiteX0" fmla="*/ 0 w 1390808"/>
                <a:gd name="connsiteY0" fmla="*/ 46012 h 56222"/>
                <a:gd name="connsiteX1" fmla="*/ 458526 w 1390808"/>
                <a:gd name="connsiteY1" fmla="*/ 9526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0808"/>
                <a:gd name="connsiteY0" fmla="*/ 46012 h 56222"/>
                <a:gd name="connsiteX1" fmla="*/ 458526 w 1390808"/>
                <a:gd name="connsiteY1" fmla="*/ 9526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0808"/>
                <a:gd name="connsiteY0" fmla="*/ 46012 h 56222"/>
                <a:gd name="connsiteX1" fmla="*/ 458526 w 1390808"/>
                <a:gd name="connsiteY1" fmla="*/ 9526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0808"/>
                <a:gd name="connsiteY0" fmla="*/ 46012 h 56222"/>
                <a:gd name="connsiteX1" fmla="*/ 458526 w 1390808"/>
                <a:gd name="connsiteY1" fmla="*/ 9526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0808"/>
                <a:gd name="connsiteY0" fmla="*/ 46012 h 56222"/>
                <a:gd name="connsiteX1" fmla="*/ 458526 w 1390808"/>
                <a:gd name="connsiteY1" fmla="*/ 5761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2926"/>
                <a:gd name="connsiteY0" fmla="*/ 42483 h 56222"/>
                <a:gd name="connsiteX1" fmla="*/ 460644 w 1392926"/>
                <a:gd name="connsiteY1" fmla="*/ 5761 h 56222"/>
                <a:gd name="connsiteX2" fmla="*/ 960707 w 1392926"/>
                <a:gd name="connsiteY2" fmla="*/ 0 h 56222"/>
                <a:gd name="connsiteX3" fmla="*/ 1392926 w 1392926"/>
                <a:gd name="connsiteY3" fmla="*/ 56222 h 56222"/>
                <a:gd name="connsiteX0" fmla="*/ 0 w 1393985"/>
                <a:gd name="connsiteY0" fmla="*/ 42130 h 56222"/>
                <a:gd name="connsiteX1" fmla="*/ 461703 w 1393985"/>
                <a:gd name="connsiteY1" fmla="*/ 5761 h 56222"/>
                <a:gd name="connsiteX2" fmla="*/ 961766 w 1393985"/>
                <a:gd name="connsiteY2" fmla="*/ 0 h 56222"/>
                <a:gd name="connsiteX3" fmla="*/ 1393985 w 1393985"/>
                <a:gd name="connsiteY3" fmla="*/ 56222 h 56222"/>
                <a:gd name="connsiteX0" fmla="*/ 0 w 1393985"/>
                <a:gd name="connsiteY0" fmla="*/ 42130 h 55281"/>
                <a:gd name="connsiteX1" fmla="*/ 461703 w 1393985"/>
                <a:gd name="connsiteY1" fmla="*/ 5761 h 55281"/>
                <a:gd name="connsiteX2" fmla="*/ 961766 w 1393985"/>
                <a:gd name="connsiteY2" fmla="*/ 0 h 55281"/>
                <a:gd name="connsiteX3" fmla="*/ 1393985 w 1393985"/>
                <a:gd name="connsiteY3" fmla="*/ 55281 h 55281"/>
                <a:gd name="connsiteX0" fmla="*/ 0 w 1394926"/>
                <a:gd name="connsiteY0" fmla="*/ 42130 h 55281"/>
                <a:gd name="connsiteX1" fmla="*/ 461703 w 1394926"/>
                <a:gd name="connsiteY1" fmla="*/ 5761 h 55281"/>
                <a:gd name="connsiteX2" fmla="*/ 961766 w 1394926"/>
                <a:gd name="connsiteY2" fmla="*/ 0 h 55281"/>
                <a:gd name="connsiteX3" fmla="*/ 1394926 w 1394926"/>
                <a:gd name="connsiteY3" fmla="*/ 55281 h 55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4926" h="55281">
                  <a:moveTo>
                    <a:pt x="0" y="42130"/>
                  </a:moveTo>
                  <a:cubicBezTo>
                    <a:pt x="160028" y="47917"/>
                    <a:pt x="272221" y="44511"/>
                    <a:pt x="461703" y="5761"/>
                  </a:cubicBezTo>
                  <a:cubicBezTo>
                    <a:pt x="586323" y="33939"/>
                    <a:pt x="745072" y="92472"/>
                    <a:pt x="961766" y="0"/>
                  </a:cubicBezTo>
                  <a:cubicBezTo>
                    <a:pt x="1096704" y="53975"/>
                    <a:pt x="1246495" y="50518"/>
                    <a:pt x="1394926" y="55281"/>
                  </a:cubicBezTo>
                </a:path>
              </a:pathLst>
            </a:custGeom>
            <a:grp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C90AEA6-A288-75A1-7375-692C8EA98828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2225553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90AEA6-A288-75A1-7375-692C8EA98828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3708CE5-8AA0-2D8D-5F07-F2532D9DC8F0}"/>
              </a:ext>
            </a:extLst>
          </p:cNvPr>
          <p:cNvGrpSpPr/>
          <p:nvPr/>
        </p:nvGrpSpPr>
        <p:grpSpPr>
          <a:xfrm>
            <a:off x="1547237" y="1835328"/>
            <a:ext cx="6963925" cy="5046753"/>
            <a:chOff x="4562872" y="2957887"/>
            <a:chExt cx="1300161" cy="94222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795243B-68E7-5B30-E5FD-02664C2CCCFF}"/>
                </a:ext>
              </a:extLst>
            </p:cNvPr>
            <p:cNvSpPr/>
            <p:nvPr/>
          </p:nvSpPr>
          <p:spPr>
            <a:xfrm>
              <a:off x="4570016" y="3147763"/>
              <a:ext cx="1273968" cy="561252"/>
            </a:xfrm>
            <a:custGeom>
              <a:avLst/>
              <a:gdLst>
                <a:gd name="connsiteX0" fmla="*/ 632519 w 1273968"/>
                <a:gd name="connsiteY0" fmla="*/ 0 h 561252"/>
                <a:gd name="connsiteX1" fmla="*/ 1273968 w 1273968"/>
                <a:gd name="connsiteY1" fmla="*/ 187523 h 561252"/>
                <a:gd name="connsiteX2" fmla="*/ 0 w 1273968"/>
                <a:gd name="connsiteY2" fmla="*/ 187523 h 561252"/>
                <a:gd name="connsiteX3" fmla="*/ 632519 w 1273968"/>
                <a:gd name="connsiteY3" fmla="*/ 0 h 561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3968" h="561252">
                  <a:moveTo>
                    <a:pt x="632519" y="0"/>
                  </a:moveTo>
                  <a:cubicBezTo>
                    <a:pt x="862409" y="0"/>
                    <a:pt x="1093787" y="62508"/>
                    <a:pt x="1273968" y="187523"/>
                  </a:cubicBezTo>
                  <a:cubicBezTo>
                    <a:pt x="956469" y="426442"/>
                    <a:pt x="673099" y="893167"/>
                    <a:pt x="0" y="187523"/>
                  </a:cubicBezTo>
                  <a:cubicBezTo>
                    <a:pt x="174228" y="62508"/>
                    <a:pt x="402630" y="0"/>
                    <a:pt x="632519" y="0"/>
                  </a:cubicBezTo>
                  <a:close/>
                </a:path>
              </a:pathLst>
            </a:custGeom>
            <a:solidFill>
              <a:srgbClr val="252B2A"/>
            </a:solidFill>
            <a:ln w="381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458B4F6-D431-29B5-67C8-04492BB94B15}"/>
                </a:ext>
              </a:extLst>
            </p:cNvPr>
            <p:cNvSpPr/>
            <p:nvPr/>
          </p:nvSpPr>
          <p:spPr>
            <a:xfrm>
              <a:off x="4854265" y="3313604"/>
              <a:ext cx="764453" cy="527173"/>
            </a:xfrm>
            <a:custGeom>
              <a:avLst/>
              <a:gdLst>
                <a:gd name="connsiteX0" fmla="*/ 253972 w 617405"/>
                <a:gd name="connsiteY0" fmla="*/ 815 h 683097"/>
                <a:gd name="connsiteX1" fmla="*/ 615553 w 617405"/>
                <a:gd name="connsiteY1" fmla="*/ 526361 h 683097"/>
                <a:gd name="connsiteX2" fmla="*/ 617405 w 617405"/>
                <a:gd name="connsiteY2" fmla="*/ 571789 h 683097"/>
                <a:gd name="connsiteX3" fmla="*/ 616493 w 617405"/>
                <a:gd name="connsiteY3" fmla="*/ 572694 h 683097"/>
                <a:gd name="connsiteX4" fmla="*/ 9072 w 617405"/>
                <a:gd name="connsiteY4" fmla="*/ 590665 h 683097"/>
                <a:gd name="connsiteX5" fmla="*/ 0 w 617405"/>
                <a:gd name="connsiteY5" fmla="*/ 583984 h 683097"/>
                <a:gd name="connsiteX6" fmla="*/ 861 w 617405"/>
                <a:gd name="connsiteY6" fmla="*/ 499439 h 683097"/>
                <a:gd name="connsiteX7" fmla="*/ 253972 w 617405"/>
                <a:gd name="connsiteY7" fmla="*/ 815 h 683097"/>
                <a:gd name="connsiteX0" fmla="*/ 253111 w 616544"/>
                <a:gd name="connsiteY0" fmla="*/ 815 h 683097"/>
                <a:gd name="connsiteX1" fmla="*/ 614692 w 616544"/>
                <a:gd name="connsiteY1" fmla="*/ 526361 h 683097"/>
                <a:gd name="connsiteX2" fmla="*/ 616544 w 616544"/>
                <a:gd name="connsiteY2" fmla="*/ 571789 h 683097"/>
                <a:gd name="connsiteX3" fmla="*/ 615632 w 616544"/>
                <a:gd name="connsiteY3" fmla="*/ 572694 h 683097"/>
                <a:gd name="connsiteX4" fmla="*/ 8211 w 616544"/>
                <a:gd name="connsiteY4" fmla="*/ 590665 h 683097"/>
                <a:gd name="connsiteX5" fmla="*/ 0 w 616544"/>
                <a:gd name="connsiteY5" fmla="*/ 499439 h 683097"/>
                <a:gd name="connsiteX6" fmla="*/ 253111 w 616544"/>
                <a:gd name="connsiteY6" fmla="*/ 815 h 683097"/>
                <a:gd name="connsiteX0" fmla="*/ 253111 w 616544"/>
                <a:gd name="connsiteY0" fmla="*/ 815 h 572694"/>
                <a:gd name="connsiteX1" fmla="*/ 614692 w 616544"/>
                <a:gd name="connsiteY1" fmla="*/ 526361 h 572694"/>
                <a:gd name="connsiteX2" fmla="*/ 616544 w 616544"/>
                <a:gd name="connsiteY2" fmla="*/ 571789 h 572694"/>
                <a:gd name="connsiteX3" fmla="*/ 615632 w 616544"/>
                <a:gd name="connsiteY3" fmla="*/ 572694 h 572694"/>
                <a:gd name="connsiteX4" fmla="*/ 0 w 616544"/>
                <a:gd name="connsiteY4" fmla="*/ 499439 h 572694"/>
                <a:gd name="connsiteX5" fmla="*/ 253111 w 616544"/>
                <a:gd name="connsiteY5" fmla="*/ 815 h 572694"/>
                <a:gd name="connsiteX0" fmla="*/ 223702 w 587135"/>
                <a:gd name="connsiteY0" fmla="*/ 815 h 673307"/>
                <a:gd name="connsiteX1" fmla="*/ 585283 w 587135"/>
                <a:gd name="connsiteY1" fmla="*/ 526361 h 673307"/>
                <a:gd name="connsiteX2" fmla="*/ 587135 w 587135"/>
                <a:gd name="connsiteY2" fmla="*/ 571789 h 673307"/>
                <a:gd name="connsiteX3" fmla="*/ 586223 w 587135"/>
                <a:gd name="connsiteY3" fmla="*/ 572694 h 673307"/>
                <a:gd name="connsiteX4" fmla="*/ 0 w 587135"/>
                <a:gd name="connsiteY4" fmla="*/ 645360 h 673307"/>
                <a:gd name="connsiteX5" fmla="*/ 223702 w 587135"/>
                <a:gd name="connsiteY5" fmla="*/ 815 h 673307"/>
                <a:gd name="connsiteX0" fmla="*/ 223702 w 587135"/>
                <a:gd name="connsiteY0" fmla="*/ 815 h 673307"/>
                <a:gd name="connsiteX1" fmla="*/ 585283 w 587135"/>
                <a:gd name="connsiteY1" fmla="*/ 526361 h 673307"/>
                <a:gd name="connsiteX2" fmla="*/ 587135 w 587135"/>
                <a:gd name="connsiteY2" fmla="*/ 571789 h 673307"/>
                <a:gd name="connsiteX3" fmla="*/ 586223 w 587135"/>
                <a:gd name="connsiteY3" fmla="*/ 572694 h 673307"/>
                <a:gd name="connsiteX4" fmla="*/ 0 w 587135"/>
                <a:gd name="connsiteY4" fmla="*/ 645360 h 673307"/>
                <a:gd name="connsiteX5" fmla="*/ 223702 w 587135"/>
                <a:gd name="connsiteY5" fmla="*/ 815 h 673307"/>
                <a:gd name="connsiteX0" fmla="*/ 223702 w 587135"/>
                <a:gd name="connsiteY0" fmla="*/ 228 h 672720"/>
                <a:gd name="connsiteX1" fmla="*/ 587135 w 587135"/>
                <a:gd name="connsiteY1" fmla="*/ 571202 h 672720"/>
                <a:gd name="connsiteX2" fmla="*/ 586223 w 587135"/>
                <a:gd name="connsiteY2" fmla="*/ 572107 h 672720"/>
                <a:gd name="connsiteX3" fmla="*/ 0 w 587135"/>
                <a:gd name="connsiteY3" fmla="*/ 644773 h 672720"/>
                <a:gd name="connsiteX4" fmla="*/ 223702 w 587135"/>
                <a:gd name="connsiteY4" fmla="*/ 228 h 672720"/>
                <a:gd name="connsiteX0" fmla="*/ 223702 w 587135"/>
                <a:gd name="connsiteY0" fmla="*/ 228 h 677821"/>
                <a:gd name="connsiteX1" fmla="*/ 587135 w 587135"/>
                <a:gd name="connsiteY1" fmla="*/ 571202 h 677821"/>
                <a:gd name="connsiteX2" fmla="*/ 565217 w 587135"/>
                <a:gd name="connsiteY2" fmla="*/ 609763 h 677821"/>
                <a:gd name="connsiteX3" fmla="*/ 0 w 587135"/>
                <a:gd name="connsiteY3" fmla="*/ 644773 h 677821"/>
                <a:gd name="connsiteX4" fmla="*/ 223702 w 587135"/>
                <a:gd name="connsiteY4" fmla="*/ 228 h 677821"/>
                <a:gd name="connsiteX0" fmla="*/ 223702 w 568563"/>
                <a:gd name="connsiteY0" fmla="*/ 50 h 677645"/>
                <a:gd name="connsiteX1" fmla="*/ 565217 w 568563"/>
                <a:gd name="connsiteY1" fmla="*/ 609585 h 677645"/>
                <a:gd name="connsiteX2" fmla="*/ 0 w 568563"/>
                <a:gd name="connsiteY2" fmla="*/ 644595 h 677645"/>
                <a:gd name="connsiteX3" fmla="*/ 223702 w 568563"/>
                <a:gd name="connsiteY3" fmla="*/ 50 h 677645"/>
                <a:gd name="connsiteX0" fmla="*/ 269917 w 569140"/>
                <a:gd name="connsiteY0" fmla="*/ 47 h 691762"/>
                <a:gd name="connsiteX1" fmla="*/ 565217 w 569140"/>
                <a:gd name="connsiteY1" fmla="*/ 623703 h 691762"/>
                <a:gd name="connsiteX2" fmla="*/ 0 w 569140"/>
                <a:gd name="connsiteY2" fmla="*/ 658713 h 691762"/>
                <a:gd name="connsiteX3" fmla="*/ 269917 w 569140"/>
                <a:gd name="connsiteY3" fmla="*/ 47 h 691762"/>
                <a:gd name="connsiteX0" fmla="*/ 269917 w 571066"/>
                <a:gd name="connsiteY0" fmla="*/ 9180 h 700895"/>
                <a:gd name="connsiteX1" fmla="*/ 565217 w 571066"/>
                <a:gd name="connsiteY1" fmla="*/ 632836 h 700895"/>
                <a:gd name="connsiteX2" fmla="*/ 0 w 571066"/>
                <a:gd name="connsiteY2" fmla="*/ 667846 h 700895"/>
                <a:gd name="connsiteX3" fmla="*/ 269917 w 571066"/>
                <a:gd name="connsiteY3" fmla="*/ 9180 h 700895"/>
                <a:gd name="connsiteX0" fmla="*/ 269917 w 567349"/>
                <a:gd name="connsiteY0" fmla="*/ 9180 h 700895"/>
                <a:gd name="connsiteX1" fmla="*/ 565217 w 567349"/>
                <a:gd name="connsiteY1" fmla="*/ 632836 h 700895"/>
                <a:gd name="connsiteX2" fmla="*/ 0 w 567349"/>
                <a:gd name="connsiteY2" fmla="*/ 667846 h 700895"/>
                <a:gd name="connsiteX3" fmla="*/ 269917 w 567349"/>
                <a:gd name="connsiteY3" fmla="*/ 9180 h 700895"/>
                <a:gd name="connsiteX0" fmla="*/ 269917 w 567165"/>
                <a:gd name="connsiteY0" fmla="*/ 6783 h 698498"/>
                <a:gd name="connsiteX1" fmla="*/ 565217 w 567165"/>
                <a:gd name="connsiteY1" fmla="*/ 630439 h 698498"/>
                <a:gd name="connsiteX2" fmla="*/ 0 w 567165"/>
                <a:gd name="connsiteY2" fmla="*/ 665449 h 698498"/>
                <a:gd name="connsiteX3" fmla="*/ 269917 w 567165"/>
                <a:gd name="connsiteY3" fmla="*/ 6783 h 698498"/>
                <a:gd name="connsiteX0" fmla="*/ 278320 w 567269"/>
                <a:gd name="connsiteY0" fmla="*/ 6454 h 731119"/>
                <a:gd name="connsiteX1" fmla="*/ 565217 w 567269"/>
                <a:gd name="connsiteY1" fmla="*/ 663060 h 731119"/>
                <a:gd name="connsiteX2" fmla="*/ 0 w 567269"/>
                <a:gd name="connsiteY2" fmla="*/ 698070 h 731119"/>
                <a:gd name="connsiteX3" fmla="*/ 278320 w 567269"/>
                <a:gd name="connsiteY3" fmla="*/ 6454 h 731119"/>
                <a:gd name="connsiteX0" fmla="*/ 278320 w 567269"/>
                <a:gd name="connsiteY0" fmla="*/ 6454 h 731119"/>
                <a:gd name="connsiteX1" fmla="*/ 565217 w 567269"/>
                <a:gd name="connsiteY1" fmla="*/ 663060 h 731119"/>
                <a:gd name="connsiteX2" fmla="*/ 0 w 567269"/>
                <a:gd name="connsiteY2" fmla="*/ 698070 h 731119"/>
                <a:gd name="connsiteX3" fmla="*/ 278320 w 567269"/>
                <a:gd name="connsiteY3" fmla="*/ 6454 h 731119"/>
                <a:gd name="connsiteX0" fmla="*/ 278320 w 567269"/>
                <a:gd name="connsiteY0" fmla="*/ 6454 h 731119"/>
                <a:gd name="connsiteX1" fmla="*/ 565217 w 567269"/>
                <a:gd name="connsiteY1" fmla="*/ 663060 h 731119"/>
                <a:gd name="connsiteX2" fmla="*/ 0 w 567269"/>
                <a:gd name="connsiteY2" fmla="*/ 698070 h 731119"/>
                <a:gd name="connsiteX3" fmla="*/ 278320 w 567269"/>
                <a:gd name="connsiteY3" fmla="*/ 6454 h 731119"/>
                <a:gd name="connsiteX0" fmla="*/ 278320 w 567269"/>
                <a:gd name="connsiteY0" fmla="*/ 6454 h 876572"/>
                <a:gd name="connsiteX1" fmla="*/ 565217 w 567269"/>
                <a:gd name="connsiteY1" fmla="*/ 663060 h 876572"/>
                <a:gd name="connsiteX2" fmla="*/ 0 w 567269"/>
                <a:gd name="connsiteY2" fmla="*/ 698070 h 876572"/>
                <a:gd name="connsiteX3" fmla="*/ 278320 w 567269"/>
                <a:gd name="connsiteY3" fmla="*/ 6454 h 876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7269" h="876572">
                  <a:moveTo>
                    <a:pt x="278320" y="6454"/>
                  </a:moveTo>
                  <a:cubicBezTo>
                    <a:pt x="450247" y="-69988"/>
                    <a:pt x="585696" y="555637"/>
                    <a:pt x="565217" y="663060"/>
                  </a:cubicBezTo>
                  <a:cubicBezTo>
                    <a:pt x="309111" y="1065228"/>
                    <a:pt x="60420" y="793383"/>
                    <a:pt x="0" y="698070"/>
                  </a:cubicBezTo>
                  <a:cubicBezTo>
                    <a:pt x="7001" y="231337"/>
                    <a:pt x="112779" y="-30916"/>
                    <a:pt x="278320" y="6454"/>
                  </a:cubicBezTo>
                  <a:close/>
                </a:path>
              </a:pathLst>
            </a:custGeom>
            <a:solidFill>
              <a:srgbClr val="D7797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76CAF5F-DB64-A038-2F6D-C0DB014BC8E6}"/>
                </a:ext>
              </a:extLst>
            </p:cNvPr>
            <p:cNvSpPr/>
            <p:nvPr/>
          </p:nvSpPr>
          <p:spPr>
            <a:xfrm>
              <a:off x="4844742" y="3630854"/>
              <a:ext cx="764452" cy="156322"/>
            </a:xfrm>
            <a:custGeom>
              <a:avLst/>
              <a:gdLst>
                <a:gd name="connsiteX0" fmla="*/ 69664 w 1688959"/>
                <a:gd name="connsiteY0" fmla="*/ 598 h 274690"/>
                <a:gd name="connsiteX1" fmla="*/ 172244 w 1688959"/>
                <a:gd name="connsiteY1" fmla="*/ 37778 h 274690"/>
                <a:gd name="connsiteX2" fmla="*/ 379413 w 1688959"/>
                <a:gd name="connsiteY2" fmla="*/ 63972 h 274690"/>
                <a:gd name="connsiteX3" fmla="*/ 515144 w 1688959"/>
                <a:gd name="connsiteY3" fmla="*/ 75878 h 274690"/>
                <a:gd name="connsiteX4" fmla="*/ 667544 w 1688959"/>
                <a:gd name="connsiteY4" fmla="*/ 83022 h 274690"/>
                <a:gd name="connsiteX5" fmla="*/ 841375 w 1688959"/>
                <a:gd name="connsiteY5" fmla="*/ 80641 h 274690"/>
                <a:gd name="connsiteX6" fmla="*/ 996156 w 1688959"/>
                <a:gd name="connsiteY6" fmla="*/ 85403 h 274690"/>
                <a:gd name="connsiteX7" fmla="*/ 1169988 w 1688959"/>
                <a:gd name="connsiteY7" fmla="*/ 87784 h 274690"/>
                <a:gd name="connsiteX8" fmla="*/ 1317625 w 1688959"/>
                <a:gd name="connsiteY8" fmla="*/ 71116 h 274690"/>
                <a:gd name="connsiteX9" fmla="*/ 1517650 w 1688959"/>
                <a:gd name="connsiteY9" fmla="*/ 49684 h 274690"/>
                <a:gd name="connsiteX10" fmla="*/ 1672430 w 1688959"/>
                <a:gd name="connsiteY10" fmla="*/ 21095 h 274690"/>
                <a:gd name="connsiteX11" fmla="*/ 1685518 w 1688959"/>
                <a:gd name="connsiteY11" fmla="*/ 53569 h 274690"/>
                <a:gd name="connsiteX12" fmla="*/ 1688959 w 1688959"/>
                <a:gd name="connsiteY12" fmla="*/ 70924 h 274690"/>
                <a:gd name="connsiteX13" fmla="*/ 1564382 w 1688959"/>
                <a:gd name="connsiteY13" fmla="*/ 127935 h 274690"/>
                <a:gd name="connsiteX14" fmla="*/ 83732 w 1688959"/>
                <a:gd name="connsiteY14" fmla="*/ 99486 h 274690"/>
                <a:gd name="connsiteX15" fmla="*/ 0 w 1688959"/>
                <a:gd name="connsiteY15" fmla="*/ 54832 h 274690"/>
                <a:gd name="connsiteX16" fmla="*/ 979 w 1688959"/>
                <a:gd name="connsiteY16" fmla="*/ 30911 h 274690"/>
                <a:gd name="connsiteX17" fmla="*/ 5556 w 1688959"/>
                <a:gd name="connsiteY17" fmla="*/ 13952 h 274690"/>
                <a:gd name="connsiteX18" fmla="*/ 69664 w 1688959"/>
                <a:gd name="connsiteY18" fmla="*/ 598 h 274690"/>
                <a:gd name="connsiteX0" fmla="*/ 5556 w 1688959"/>
                <a:gd name="connsiteY0" fmla="*/ 1503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16" fmla="*/ 979 w 1688959"/>
                <a:gd name="connsiteY16" fmla="*/ 18462 h 262241"/>
                <a:gd name="connsiteX17" fmla="*/ 5556 w 1688959"/>
                <a:gd name="connsiteY17" fmla="*/ 1503 h 262241"/>
                <a:gd name="connsiteX0" fmla="*/ 979 w 1688959"/>
                <a:gd name="connsiteY0" fmla="*/ 18462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16" fmla="*/ 979 w 1688959"/>
                <a:gd name="connsiteY16" fmla="*/ 18462 h 262241"/>
                <a:gd name="connsiteX0" fmla="*/ 0 w 1688959"/>
                <a:gd name="connsiteY0" fmla="*/ 42383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0" fmla="*/ 0 w 1605227"/>
                <a:gd name="connsiteY0" fmla="*/ 87037 h 262241"/>
                <a:gd name="connsiteX1" fmla="*/ 88512 w 1605227"/>
                <a:gd name="connsiteY1" fmla="*/ 25329 h 262241"/>
                <a:gd name="connsiteX2" fmla="*/ 295681 w 1605227"/>
                <a:gd name="connsiteY2" fmla="*/ 51523 h 262241"/>
                <a:gd name="connsiteX3" fmla="*/ 431412 w 1605227"/>
                <a:gd name="connsiteY3" fmla="*/ 63429 h 262241"/>
                <a:gd name="connsiteX4" fmla="*/ 583812 w 1605227"/>
                <a:gd name="connsiteY4" fmla="*/ 70573 h 262241"/>
                <a:gd name="connsiteX5" fmla="*/ 757643 w 1605227"/>
                <a:gd name="connsiteY5" fmla="*/ 68192 h 262241"/>
                <a:gd name="connsiteX6" fmla="*/ 912424 w 1605227"/>
                <a:gd name="connsiteY6" fmla="*/ 72954 h 262241"/>
                <a:gd name="connsiteX7" fmla="*/ 1086256 w 1605227"/>
                <a:gd name="connsiteY7" fmla="*/ 75335 h 262241"/>
                <a:gd name="connsiteX8" fmla="*/ 1233893 w 1605227"/>
                <a:gd name="connsiteY8" fmla="*/ 58667 h 262241"/>
                <a:gd name="connsiteX9" fmla="*/ 1433918 w 1605227"/>
                <a:gd name="connsiteY9" fmla="*/ 37235 h 262241"/>
                <a:gd name="connsiteX10" fmla="*/ 1588698 w 1605227"/>
                <a:gd name="connsiteY10" fmla="*/ 8646 h 262241"/>
                <a:gd name="connsiteX11" fmla="*/ 1601786 w 1605227"/>
                <a:gd name="connsiteY11" fmla="*/ 41120 h 262241"/>
                <a:gd name="connsiteX12" fmla="*/ 1605227 w 1605227"/>
                <a:gd name="connsiteY12" fmla="*/ 58475 h 262241"/>
                <a:gd name="connsiteX13" fmla="*/ 1480650 w 1605227"/>
                <a:gd name="connsiteY13" fmla="*/ 115486 h 262241"/>
                <a:gd name="connsiteX14" fmla="*/ 0 w 1605227"/>
                <a:gd name="connsiteY14" fmla="*/ 87037 h 262241"/>
                <a:gd name="connsiteX0" fmla="*/ 0 w 1605227"/>
                <a:gd name="connsiteY0" fmla="*/ 85881 h 261085"/>
                <a:gd name="connsiteX1" fmla="*/ 295681 w 1605227"/>
                <a:gd name="connsiteY1" fmla="*/ 50367 h 261085"/>
                <a:gd name="connsiteX2" fmla="*/ 431412 w 1605227"/>
                <a:gd name="connsiteY2" fmla="*/ 62273 h 261085"/>
                <a:gd name="connsiteX3" fmla="*/ 583812 w 1605227"/>
                <a:gd name="connsiteY3" fmla="*/ 69417 h 261085"/>
                <a:gd name="connsiteX4" fmla="*/ 757643 w 1605227"/>
                <a:gd name="connsiteY4" fmla="*/ 67036 h 261085"/>
                <a:gd name="connsiteX5" fmla="*/ 912424 w 1605227"/>
                <a:gd name="connsiteY5" fmla="*/ 71798 h 261085"/>
                <a:gd name="connsiteX6" fmla="*/ 1086256 w 1605227"/>
                <a:gd name="connsiteY6" fmla="*/ 74179 h 261085"/>
                <a:gd name="connsiteX7" fmla="*/ 1233893 w 1605227"/>
                <a:gd name="connsiteY7" fmla="*/ 57511 h 261085"/>
                <a:gd name="connsiteX8" fmla="*/ 1433918 w 1605227"/>
                <a:gd name="connsiteY8" fmla="*/ 36079 h 261085"/>
                <a:gd name="connsiteX9" fmla="*/ 1588698 w 1605227"/>
                <a:gd name="connsiteY9" fmla="*/ 7490 h 261085"/>
                <a:gd name="connsiteX10" fmla="*/ 1601786 w 1605227"/>
                <a:gd name="connsiteY10" fmla="*/ 39964 h 261085"/>
                <a:gd name="connsiteX11" fmla="*/ 1605227 w 1605227"/>
                <a:gd name="connsiteY11" fmla="*/ 57319 h 261085"/>
                <a:gd name="connsiteX12" fmla="*/ 1480650 w 1605227"/>
                <a:gd name="connsiteY12" fmla="*/ 114330 h 261085"/>
                <a:gd name="connsiteX13" fmla="*/ 0 w 1605227"/>
                <a:gd name="connsiteY13" fmla="*/ 85881 h 261085"/>
                <a:gd name="connsiteX0" fmla="*/ 0 w 1309952"/>
                <a:gd name="connsiteY0" fmla="*/ 162081 h 305286"/>
                <a:gd name="connsiteX1" fmla="*/ 406 w 1309952"/>
                <a:gd name="connsiteY1" fmla="*/ 50367 h 305286"/>
                <a:gd name="connsiteX2" fmla="*/ 136137 w 1309952"/>
                <a:gd name="connsiteY2" fmla="*/ 62273 h 305286"/>
                <a:gd name="connsiteX3" fmla="*/ 288537 w 1309952"/>
                <a:gd name="connsiteY3" fmla="*/ 69417 h 305286"/>
                <a:gd name="connsiteX4" fmla="*/ 462368 w 1309952"/>
                <a:gd name="connsiteY4" fmla="*/ 67036 h 305286"/>
                <a:gd name="connsiteX5" fmla="*/ 617149 w 1309952"/>
                <a:gd name="connsiteY5" fmla="*/ 71798 h 305286"/>
                <a:gd name="connsiteX6" fmla="*/ 790981 w 1309952"/>
                <a:gd name="connsiteY6" fmla="*/ 74179 h 305286"/>
                <a:gd name="connsiteX7" fmla="*/ 938618 w 1309952"/>
                <a:gd name="connsiteY7" fmla="*/ 57511 h 305286"/>
                <a:gd name="connsiteX8" fmla="*/ 1138643 w 1309952"/>
                <a:gd name="connsiteY8" fmla="*/ 36079 h 305286"/>
                <a:gd name="connsiteX9" fmla="*/ 1293423 w 1309952"/>
                <a:gd name="connsiteY9" fmla="*/ 7490 h 305286"/>
                <a:gd name="connsiteX10" fmla="*/ 1306511 w 1309952"/>
                <a:gd name="connsiteY10" fmla="*/ 39964 h 305286"/>
                <a:gd name="connsiteX11" fmla="*/ 1309952 w 1309952"/>
                <a:gd name="connsiteY11" fmla="*/ 57319 h 305286"/>
                <a:gd name="connsiteX12" fmla="*/ 1185375 w 1309952"/>
                <a:gd name="connsiteY12" fmla="*/ 114330 h 305286"/>
                <a:gd name="connsiteX13" fmla="*/ 0 w 1309952"/>
                <a:gd name="connsiteY13" fmla="*/ 162081 h 305286"/>
                <a:gd name="connsiteX0" fmla="*/ 59294 w 1369246"/>
                <a:gd name="connsiteY0" fmla="*/ 162081 h 305286"/>
                <a:gd name="connsiteX1" fmla="*/ 195431 w 1369246"/>
                <a:gd name="connsiteY1" fmla="*/ 62273 h 305286"/>
                <a:gd name="connsiteX2" fmla="*/ 347831 w 1369246"/>
                <a:gd name="connsiteY2" fmla="*/ 69417 h 305286"/>
                <a:gd name="connsiteX3" fmla="*/ 521662 w 1369246"/>
                <a:gd name="connsiteY3" fmla="*/ 67036 h 305286"/>
                <a:gd name="connsiteX4" fmla="*/ 676443 w 1369246"/>
                <a:gd name="connsiteY4" fmla="*/ 71798 h 305286"/>
                <a:gd name="connsiteX5" fmla="*/ 850275 w 1369246"/>
                <a:gd name="connsiteY5" fmla="*/ 74179 h 305286"/>
                <a:gd name="connsiteX6" fmla="*/ 997912 w 1369246"/>
                <a:gd name="connsiteY6" fmla="*/ 57511 h 305286"/>
                <a:gd name="connsiteX7" fmla="*/ 1197937 w 1369246"/>
                <a:gd name="connsiteY7" fmla="*/ 36079 h 305286"/>
                <a:gd name="connsiteX8" fmla="*/ 1352717 w 1369246"/>
                <a:gd name="connsiteY8" fmla="*/ 7490 h 305286"/>
                <a:gd name="connsiteX9" fmla="*/ 1365805 w 1369246"/>
                <a:gd name="connsiteY9" fmla="*/ 39964 h 305286"/>
                <a:gd name="connsiteX10" fmla="*/ 1369246 w 1369246"/>
                <a:gd name="connsiteY10" fmla="*/ 57319 h 305286"/>
                <a:gd name="connsiteX11" fmla="*/ 1244669 w 1369246"/>
                <a:gd name="connsiteY11" fmla="*/ 114330 h 305286"/>
                <a:gd name="connsiteX12" fmla="*/ 59294 w 1369246"/>
                <a:gd name="connsiteY12" fmla="*/ 162081 h 305286"/>
                <a:gd name="connsiteX0" fmla="*/ 76644 w 1296108"/>
                <a:gd name="connsiteY0" fmla="*/ 181131 h 317709"/>
                <a:gd name="connsiteX1" fmla="*/ 122293 w 1296108"/>
                <a:gd name="connsiteY1" fmla="*/ 62273 h 317709"/>
                <a:gd name="connsiteX2" fmla="*/ 274693 w 1296108"/>
                <a:gd name="connsiteY2" fmla="*/ 69417 h 317709"/>
                <a:gd name="connsiteX3" fmla="*/ 448524 w 1296108"/>
                <a:gd name="connsiteY3" fmla="*/ 67036 h 317709"/>
                <a:gd name="connsiteX4" fmla="*/ 603305 w 1296108"/>
                <a:gd name="connsiteY4" fmla="*/ 71798 h 317709"/>
                <a:gd name="connsiteX5" fmla="*/ 777137 w 1296108"/>
                <a:gd name="connsiteY5" fmla="*/ 74179 h 317709"/>
                <a:gd name="connsiteX6" fmla="*/ 924774 w 1296108"/>
                <a:gd name="connsiteY6" fmla="*/ 57511 h 317709"/>
                <a:gd name="connsiteX7" fmla="*/ 1124799 w 1296108"/>
                <a:gd name="connsiteY7" fmla="*/ 36079 h 317709"/>
                <a:gd name="connsiteX8" fmla="*/ 1279579 w 1296108"/>
                <a:gd name="connsiteY8" fmla="*/ 7490 h 317709"/>
                <a:gd name="connsiteX9" fmla="*/ 1292667 w 1296108"/>
                <a:gd name="connsiteY9" fmla="*/ 39964 h 317709"/>
                <a:gd name="connsiteX10" fmla="*/ 1296108 w 1296108"/>
                <a:gd name="connsiteY10" fmla="*/ 57319 h 317709"/>
                <a:gd name="connsiteX11" fmla="*/ 1171531 w 1296108"/>
                <a:gd name="connsiteY11" fmla="*/ 114330 h 317709"/>
                <a:gd name="connsiteX12" fmla="*/ 76644 w 1296108"/>
                <a:gd name="connsiteY12" fmla="*/ 181131 h 317709"/>
                <a:gd name="connsiteX0" fmla="*/ 68286 w 1287750"/>
                <a:gd name="connsiteY0" fmla="*/ 181131 h 317709"/>
                <a:gd name="connsiteX1" fmla="*/ 152035 w 1287750"/>
                <a:gd name="connsiteY1" fmla="*/ 76560 h 317709"/>
                <a:gd name="connsiteX2" fmla="*/ 266335 w 1287750"/>
                <a:gd name="connsiteY2" fmla="*/ 69417 h 317709"/>
                <a:gd name="connsiteX3" fmla="*/ 440166 w 1287750"/>
                <a:gd name="connsiteY3" fmla="*/ 67036 h 317709"/>
                <a:gd name="connsiteX4" fmla="*/ 594947 w 1287750"/>
                <a:gd name="connsiteY4" fmla="*/ 71798 h 317709"/>
                <a:gd name="connsiteX5" fmla="*/ 768779 w 1287750"/>
                <a:gd name="connsiteY5" fmla="*/ 74179 h 317709"/>
                <a:gd name="connsiteX6" fmla="*/ 916416 w 1287750"/>
                <a:gd name="connsiteY6" fmla="*/ 57511 h 317709"/>
                <a:gd name="connsiteX7" fmla="*/ 1116441 w 1287750"/>
                <a:gd name="connsiteY7" fmla="*/ 36079 h 317709"/>
                <a:gd name="connsiteX8" fmla="*/ 1271221 w 1287750"/>
                <a:gd name="connsiteY8" fmla="*/ 7490 h 317709"/>
                <a:gd name="connsiteX9" fmla="*/ 1284309 w 1287750"/>
                <a:gd name="connsiteY9" fmla="*/ 39964 h 317709"/>
                <a:gd name="connsiteX10" fmla="*/ 1287750 w 1287750"/>
                <a:gd name="connsiteY10" fmla="*/ 57319 h 317709"/>
                <a:gd name="connsiteX11" fmla="*/ 1163173 w 1287750"/>
                <a:gd name="connsiteY11" fmla="*/ 114330 h 317709"/>
                <a:gd name="connsiteX12" fmla="*/ 68286 w 1287750"/>
                <a:gd name="connsiteY12" fmla="*/ 181131 h 317709"/>
                <a:gd name="connsiteX0" fmla="*/ 76394 w 1295858"/>
                <a:gd name="connsiteY0" fmla="*/ 181131 h 317709"/>
                <a:gd name="connsiteX1" fmla="*/ 160143 w 1295858"/>
                <a:gd name="connsiteY1" fmla="*/ 76560 h 317709"/>
                <a:gd name="connsiteX2" fmla="*/ 274443 w 1295858"/>
                <a:gd name="connsiteY2" fmla="*/ 69417 h 317709"/>
                <a:gd name="connsiteX3" fmla="*/ 448274 w 1295858"/>
                <a:gd name="connsiteY3" fmla="*/ 67036 h 317709"/>
                <a:gd name="connsiteX4" fmla="*/ 603055 w 1295858"/>
                <a:gd name="connsiteY4" fmla="*/ 71798 h 317709"/>
                <a:gd name="connsiteX5" fmla="*/ 776887 w 1295858"/>
                <a:gd name="connsiteY5" fmla="*/ 74179 h 317709"/>
                <a:gd name="connsiteX6" fmla="*/ 924524 w 1295858"/>
                <a:gd name="connsiteY6" fmla="*/ 57511 h 317709"/>
                <a:gd name="connsiteX7" fmla="*/ 1124549 w 1295858"/>
                <a:gd name="connsiteY7" fmla="*/ 36079 h 317709"/>
                <a:gd name="connsiteX8" fmla="*/ 1279329 w 1295858"/>
                <a:gd name="connsiteY8" fmla="*/ 7490 h 317709"/>
                <a:gd name="connsiteX9" fmla="*/ 1292417 w 1295858"/>
                <a:gd name="connsiteY9" fmla="*/ 39964 h 317709"/>
                <a:gd name="connsiteX10" fmla="*/ 1295858 w 1295858"/>
                <a:gd name="connsiteY10" fmla="*/ 57319 h 317709"/>
                <a:gd name="connsiteX11" fmla="*/ 1171281 w 1295858"/>
                <a:gd name="connsiteY11" fmla="*/ 114330 h 317709"/>
                <a:gd name="connsiteX12" fmla="*/ 76394 w 1295858"/>
                <a:gd name="connsiteY12" fmla="*/ 181131 h 317709"/>
                <a:gd name="connsiteX0" fmla="*/ 76394 w 1292417"/>
                <a:gd name="connsiteY0" fmla="*/ 181131 h 317709"/>
                <a:gd name="connsiteX1" fmla="*/ 160143 w 1292417"/>
                <a:gd name="connsiteY1" fmla="*/ 76560 h 317709"/>
                <a:gd name="connsiteX2" fmla="*/ 274443 w 1292417"/>
                <a:gd name="connsiteY2" fmla="*/ 69417 h 317709"/>
                <a:gd name="connsiteX3" fmla="*/ 448274 w 1292417"/>
                <a:gd name="connsiteY3" fmla="*/ 67036 h 317709"/>
                <a:gd name="connsiteX4" fmla="*/ 603055 w 1292417"/>
                <a:gd name="connsiteY4" fmla="*/ 71798 h 317709"/>
                <a:gd name="connsiteX5" fmla="*/ 776887 w 1292417"/>
                <a:gd name="connsiteY5" fmla="*/ 74179 h 317709"/>
                <a:gd name="connsiteX6" fmla="*/ 924524 w 1292417"/>
                <a:gd name="connsiteY6" fmla="*/ 57511 h 317709"/>
                <a:gd name="connsiteX7" fmla="*/ 1124549 w 1292417"/>
                <a:gd name="connsiteY7" fmla="*/ 36079 h 317709"/>
                <a:gd name="connsiteX8" fmla="*/ 1279329 w 1292417"/>
                <a:gd name="connsiteY8" fmla="*/ 7490 h 317709"/>
                <a:gd name="connsiteX9" fmla="*/ 1292417 w 1292417"/>
                <a:gd name="connsiteY9" fmla="*/ 39964 h 317709"/>
                <a:gd name="connsiteX10" fmla="*/ 1171281 w 1292417"/>
                <a:gd name="connsiteY10" fmla="*/ 114330 h 317709"/>
                <a:gd name="connsiteX11" fmla="*/ 76394 w 1292417"/>
                <a:gd name="connsiteY11" fmla="*/ 181131 h 317709"/>
                <a:gd name="connsiteX0" fmla="*/ 76394 w 1303664"/>
                <a:gd name="connsiteY0" fmla="*/ 181131 h 317709"/>
                <a:gd name="connsiteX1" fmla="*/ 160143 w 1303664"/>
                <a:gd name="connsiteY1" fmla="*/ 76560 h 317709"/>
                <a:gd name="connsiteX2" fmla="*/ 274443 w 1303664"/>
                <a:gd name="connsiteY2" fmla="*/ 69417 h 317709"/>
                <a:gd name="connsiteX3" fmla="*/ 448274 w 1303664"/>
                <a:gd name="connsiteY3" fmla="*/ 67036 h 317709"/>
                <a:gd name="connsiteX4" fmla="*/ 603055 w 1303664"/>
                <a:gd name="connsiteY4" fmla="*/ 71798 h 317709"/>
                <a:gd name="connsiteX5" fmla="*/ 776887 w 1303664"/>
                <a:gd name="connsiteY5" fmla="*/ 74179 h 317709"/>
                <a:gd name="connsiteX6" fmla="*/ 924524 w 1303664"/>
                <a:gd name="connsiteY6" fmla="*/ 57511 h 317709"/>
                <a:gd name="connsiteX7" fmla="*/ 1124549 w 1303664"/>
                <a:gd name="connsiteY7" fmla="*/ 36079 h 317709"/>
                <a:gd name="connsiteX8" fmla="*/ 1279329 w 1303664"/>
                <a:gd name="connsiteY8" fmla="*/ 7490 h 317709"/>
                <a:gd name="connsiteX9" fmla="*/ 1171281 w 1303664"/>
                <a:gd name="connsiteY9" fmla="*/ 114330 h 317709"/>
                <a:gd name="connsiteX10" fmla="*/ 76394 w 1303664"/>
                <a:gd name="connsiteY10" fmla="*/ 181131 h 317709"/>
                <a:gd name="connsiteX0" fmla="*/ 76394 w 1279714"/>
                <a:gd name="connsiteY0" fmla="*/ 181131 h 337196"/>
                <a:gd name="connsiteX1" fmla="*/ 160143 w 1279714"/>
                <a:gd name="connsiteY1" fmla="*/ 76560 h 337196"/>
                <a:gd name="connsiteX2" fmla="*/ 274443 w 1279714"/>
                <a:gd name="connsiteY2" fmla="*/ 69417 h 337196"/>
                <a:gd name="connsiteX3" fmla="*/ 448274 w 1279714"/>
                <a:gd name="connsiteY3" fmla="*/ 67036 h 337196"/>
                <a:gd name="connsiteX4" fmla="*/ 603055 w 1279714"/>
                <a:gd name="connsiteY4" fmla="*/ 71798 h 337196"/>
                <a:gd name="connsiteX5" fmla="*/ 776887 w 1279714"/>
                <a:gd name="connsiteY5" fmla="*/ 74179 h 337196"/>
                <a:gd name="connsiteX6" fmla="*/ 924524 w 1279714"/>
                <a:gd name="connsiteY6" fmla="*/ 57511 h 337196"/>
                <a:gd name="connsiteX7" fmla="*/ 1124549 w 1279714"/>
                <a:gd name="connsiteY7" fmla="*/ 36079 h 337196"/>
                <a:gd name="connsiteX8" fmla="*/ 1279329 w 1279714"/>
                <a:gd name="connsiteY8" fmla="*/ 7490 h 337196"/>
                <a:gd name="connsiteX9" fmla="*/ 976019 w 1279714"/>
                <a:gd name="connsiteY9" fmla="*/ 166717 h 337196"/>
                <a:gd name="connsiteX10" fmla="*/ 76394 w 1279714"/>
                <a:gd name="connsiteY10" fmla="*/ 181131 h 337196"/>
                <a:gd name="connsiteX0" fmla="*/ 76394 w 1129532"/>
                <a:gd name="connsiteY0" fmla="*/ 166486 h 322551"/>
                <a:gd name="connsiteX1" fmla="*/ 160143 w 1129532"/>
                <a:gd name="connsiteY1" fmla="*/ 61915 h 322551"/>
                <a:gd name="connsiteX2" fmla="*/ 274443 w 1129532"/>
                <a:gd name="connsiteY2" fmla="*/ 54772 h 322551"/>
                <a:gd name="connsiteX3" fmla="*/ 448274 w 1129532"/>
                <a:gd name="connsiteY3" fmla="*/ 52391 h 322551"/>
                <a:gd name="connsiteX4" fmla="*/ 603055 w 1129532"/>
                <a:gd name="connsiteY4" fmla="*/ 57153 h 322551"/>
                <a:gd name="connsiteX5" fmla="*/ 776887 w 1129532"/>
                <a:gd name="connsiteY5" fmla="*/ 59534 h 322551"/>
                <a:gd name="connsiteX6" fmla="*/ 924524 w 1129532"/>
                <a:gd name="connsiteY6" fmla="*/ 42866 h 322551"/>
                <a:gd name="connsiteX7" fmla="*/ 1124549 w 1129532"/>
                <a:gd name="connsiteY7" fmla="*/ 21434 h 322551"/>
                <a:gd name="connsiteX8" fmla="*/ 976019 w 1129532"/>
                <a:gd name="connsiteY8" fmla="*/ 152072 h 322551"/>
                <a:gd name="connsiteX9" fmla="*/ 76394 w 1129532"/>
                <a:gd name="connsiteY9" fmla="*/ 166486 h 322551"/>
                <a:gd name="connsiteX0" fmla="*/ 76394 w 1033508"/>
                <a:gd name="connsiteY0" fmla="*/ 133475 h 289540"/>
                <a:gd name="connsiteX1" fmla="*/ 160143 w 1033508"/>
                <a:gd name="connsiteY1" fmla="*/ 28904 h 289540"/>
                <a:gd name="connsiteX2" fmla="*/ 274443 w 1033508"/>
                <a:gd name="connsiteY2" fmla="*/ 21761 h 289540"/>
                <a:gd name="connsiteX3" fmla="*/ 448274 w 1033508"/>
                <a:gd name="connsiteY3" fmla="*/ 19380 h 289540"/>
                <a:gd name="connsiteX4" fmla="*/ 603055 w 1033508"/>
                <a:gd name="connsiteY4" fmla="*/ 24142 h 289540"/>
                <a:gd name="connsiteX5" fmla="*/ 776887 w 1033508"/>
                <a:gd name="connsiteY5" fmla="*/ 26523 h 289540"/>
                <a:gd name="connsiteX6" fmla="*/ 924524 w 1033508"/>
                <a:gd name="connsiteY6" fmla="*/ 9855 h 289540"/>
                <a:gd name="connsiteX7" fmla="*/ 976019 w 1033508"/>
                <a:gd name="connsiteY7" fmla="*/ 119061 h 289540"/>
                <a:gd name="connsiteX8" fmla="*/ 76394 w 1033508"/>
                <a:gd name="connsiteY8" fmla="*/ 133475 h 289540"/>
                <a:gd name="connsiteX0" fmla="*/ 76394 w 1006338"/>
                <a:gd name="connsiteY0" fmla="*/ 132461 h 288526"/>
                <a:gd name="connsiteX1" fmla="*/ 160143 w 1006338"/>
                <a:gd name="connsiteY1" fmla="*/ 27890 h 288526"/>
                <a:gd name="connsiteX2" fmla="*/ 274443 w 1006338"/>
                <a:gd name="connsiteY2" fmla="*/ 20747 h 288526"/>
                <a:gd name="connsiteX3" fmla="*/ 448274 w 1006338"/>
                <a:gd name="connsiteY3" fmla="*/ 18366 h 288526"/>
                <a:gd name="connsiteX4" fmla="*/ 603055 w 1006338"/>
                <a:gd name="connsiteY4" fmla="*/ 23128 h 288526"/>
                <a:gd name="connsiteX5" fmla="*/ 776887 w 1006338"/>
                <a:gd name="connsiteY5" fmla="*/ 25509 h 288526"/>
                <a:gd name="connsiteX6" fmla="*/ 976019 w 1006338"/>
                <a:gd name="connsiteY6" fmla="*/ 118047 h 288526"/>
                <a:gd name="connsiteX7" fmla="*/ 76394 w 1006338"/>
                <a:gd name="connsiteY7" fmla="*/ 132461 h 288526"/>
                <a:gd name="connsiteX0" fmla="*/ 76394 w 1012279"/>
                <a:gd name="connsiteY0" fmla="*/ 138964 h 295029"/>
                <a:gd name="connsiteX1" fmla="*/ 160143 w 1012279"/>
                <a:gd name="connsiteY1" fmla="*/ 34393 h 295029"/>
                <a:gd name="connsiteX2" fmla="*/ 274443 w 1012279"/>
                <a:gd name="connsiteY2" fmla="*/ 27250 h 295029"/>
                <a:gd name="connsiteX3" fmla="*/ 448274 w 1012279"/>
                <a:gd name="connsiteY3" fmla="*/ 24869 h 295029"/>
                <a:gd name="connsiteX4" fmla="*/ 603055 w 1012279"/>
                <a:gd name="connsiteY4" fmla="*/ 29631 h 295029"/>
                <a:gd name="connsiteX5" fmla="*/ 776887 w 1012279"/>
                <a:gd name="connsiteY5" fmla="*/ 32012 h 295029"/>
                <a:gd name="connsiteX6" fmla="*/ 976019 w 1012279"/>
                <a:gd name="connsiteY6" fmla="*/ 124550 h 295029"/>
                <a:gd name="connsiteX7" fmla="*/ 76394 w 1012279"/>
                <a:gd name="connsiteY7" fmla="*/ 138964 h 295029"/>
                <a:gd name="connsiteX0" fmla="*/ 76394 w 944468"/>
                <a:gd name="connsiteY0" fmla="*/ 136724 h 300918"/>
                <a:gd name="connsiteX1" fmla="*/ 160143 w 944468"/>
                <a:gd name="connsiteY1" fmla="*/ 32153 h 300918"/>
                <a:gd name="connsiteX2" fmla="*/ 274443 w 944468"/>
                <a:gd name="connsiteY2" fmla="*/ 25010 h 300918"/>
                <a:gd name="connsiteX3" fmla="*/ 448274 w 944468"/>
                <a:gd name="connsiteY3" fmla="*/ 22629 h 300918"/>
                <a:gd name="connsiteX4" fmla="*/ 603055 w 944468"/>
                <a:gd name="connsiteY4" fmla="*/ 27391 h 300918"/>
                <a:gd name="connsiteX5" fmla="*/ 776887 w 944468"/>
                <a:gd name="connsiteY5" fmla="*/ 29772 h 300918"/>
                <a:gd name="connsiteX6" fmla="*/ 895056 w 944468"/>
                <a:gd name="connsiteY6" fmla="*/ 141360 h 300918"/>
                <a:gd name="connsiteX7" fmla="*/ 76394 w 944468"/>
                <a:gd name="connsiteY7" fmla="*/ 136724 h 300918"/>
                <a:gd name="connsiteX0" fmla="*/ 76394 w 944468"/>
                <a:gd name="connsiteY0" fmla="*/ 136724 h 264385"/>
                <a:gd name="connsiteX1" fmla="*/ 160143 w 944468"/>
                <a:gd name="connsiteY1" fmla="*/ 32153 h 264385"/>
                <a:gd name="connsiteX2" fmla="*/ 274443 w 944468"/>
                <a:gd name="connsiteY2" fmla="*/ 25010 h 264385"/>
                <a:gd name="connsiteX3" fmla="*/ 448274 w 944468"/>
                <a:gd name="connsiteY3" fmla="*/ 22629 h 264385"/>
                <a:gd name="connsiteX4" fmla="*/ 603055 w 944468"/>
                <a:gd name="connsiteY4" fmla="*/ 27391 h 264385"/>
                <a:gd name="connsiteX5" fmla="*/ 776887 w 944468"/>
                <a:gd name="connsiteY5" fmla="*/ 29772 h 264385"/>
                <a:gd name="connsiteX6" fmla="*/ 895056 w 944468"/>
                <a:gd name="connsiteY6" fmla="*/ 141360 h 264385"/>
                <a:gd name="connsiteX7" fmla="*/ 76394 w 944468"/>
                <a:gd name="connsiteY7" fmla="*/ 136724 h 264385"/>
                <a:gd name="connsiteX0" fmla="*/ 76394 w 944468"/>
                <a:gd name="connsiteY0" fmla="*/ 136724 h 196870"/>
                <a:gd name="connsiteX1" fmla="*/ 160143 w 944468"/>
                <a:gd name="connsiteY1" fmla="*/ 32153 h 196870"/>
                <a:gd name="connsiteX2" fmla="*/ 274443 w 944468"/>
                <a:gd name="connsiteY2" fmla="*/ 25010 h 196870"/>
                <a:gd name="connsiteX3" fmla="*/ 448274 w 944468"/>
                <a:gd name="connsiteY3" fmla="*/ 22629 h 196870"/>
                <a:gd name="connsiteX4" fmla="*/ 603055 w 944468"/>
                <a:gd name="connsiteY4" fmla="*/ 27391 h 196870"/>
                <a:gd name="connsiteX5" fmla="*/ 776887 w 944468"/>
                <a:gd name="connsiteY5" fmla="*/ 29772 h 196870"/>
                <a:gd name="connsiteX6" fmla="*/ 895056 w 944468"/>
                <a:gd name="connsiteY6" fmla="*/ 141360 h 196870"/>
                <a:gd name="connsiteX7" fmla="*/ 76394 w 944468"/>
                <a:gd name="connsiteY7" fmla="*/ 136724 h 196870"/>
                <a:gd name="connsiteX0" fmla="*/ 80454 w 948528"/>
                <a:gd name="connsiteY0" fmla="*/ 139956 h 200102"/>
                <a:gd name="connsiteX1" fmla="*/ 164203 w 948528"/>
                <a:gd name="connsiteY1" fmla="*/ 35385 h 200102"/>
                <a:gd name="connsiteX2" fmla="*/ 278503 w 948528"/>
                <a:gd name="connsiteY2" fmla="*/ 28242 h 200102"/>
                <a:gd name="connsiteX3" fmla="*/ 452334 w 948528"/>
                <a:gd name="connsiteY3" fmla="*/ 25861 h 200102"/>
                <a:gd name="connsiteX4" fmla="*/ 607115 w 948528"/>
                <a:gd name="connsiteY4" fmla="*/ 30623 h 200102"/>
                <a:gd name="connsiteX5" fmla="*/ 780947 w 948528"/>
                <a:gd name="connsiteY5" fmla="*/ 33004 h 200102"/>
                <a:gd name="connsiteX6" fmla="*/ 899116 w 948528"/>
                <a:gd name="connsiteY6" fmla="*/ 144592 h 200102"/>
                <a:gd name="connsiteX7" fmla="*/ 80454 w 948528"/>
                <a:gd name="connsiteY7" fmla="*/ 139956 h 200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48528" h="200102">
                  <a:moveTo>
                    <a:pt x="80454" y="139956"/>
                  </a:moveTo>
                  <a:cubicBezTo>
                    <a:pt x="-94419" y="131280"/>
                    <a:pt x="54201" y="-82521"/>
                    <a:pt x="164203" y="35385"/>
                  </a:cubicBezTo>
                  <a:cubicBezTo>
                    <a:pt x="219766" y="21892"/>
                    <a:pt x="227703" y="-1127"/>
                    <a:pt x="278503" y="28242"/>
                  </a:cubicBezTo>
                  <a:cubicBezTo>
                    <a:pt x="332477" y="11573"/>
                    <a:pt x="381691" y="-7477"/>
                    <a:pt x="452334" y="25861"/>
                  </a:cubicBezTo>
                  <a:cubicBezTo>
                    <a:pt x="522978" y="10779"/>
                    <a:pt x="545996" y="2842"/>
                    <a:pt x="607115" y="30623"/>
                  </a:cubicBezTo>
                  <a:cubicBezTo>
                    <a:pt x="703953" y="2048"/>
                    <a:pt x="710303" y="11572"/>
                    <a:pt x="780947" y="33004"/>
                  </a:cubicBezTo>
                  <a:cubicBezTo>
                    <a:pt x="905020" y="-70239"/>
                    <a:pt x="1015865" y="126767"/>
                    <a:pt x="899116" y="144592"/>
                  </a:cubicBezTo>
                  <a:cubicBezTo>
                    <a:pt x="557866" y="201683"/>
                    <a:pt x="368323" y="235692"/>
                    <a:pt x="80454" y="139956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345EF6-72DF-5DEC-FA42-50BE95ED71FA}"/>
                </a:ext>
              </a:extLst>
            </p:cNvPr>
            <p:cNvSpPr/>
            <p:nvPr/>
          </p:nvSpPr>
          <p:spPr>
            <a:xfrm>
              <a:off x="4562872" y="2957887"/>
              <a:ext cx="1300161" cy="942226"/>
            </a:xfrm>
            <a:custGeom>
              <a:avLst/>
              <a:gdLst>
                <a:gd name="connsiteX0" fmla="*/ 824433 w 1300161"/>
                <a:gd name="connsiteY0" fmla="*/ 155 h 942226"/>
                <a:gd name="connsiteX1" fmla="*/ 1300161 w 1300161"/>
                <a:gd name="connsiteY1" fmla="*/ 373966 h 942226"/>
                <a:gd name="connsiteX2" fmla="*/ 0 w 1300161"/>
                <a:gd name="connsiteY2" fmla="*/ 381110 h 942226"/>
                <a:gd name="connsiteX3" fmla="*/ 635794 w 1300161"/>
                <a:gd name="connsiteY3" fmla="*/ 44024 h 942226"/>
                <a:gd name="connsiteX4" fmla="*/ 824433 w 1300161"/>
                <a:gd name="connsiteY4" fmla="*/ 155 h 942226"/>
                <a:gd name="connsiteX5" fmla="*/ 639663 w 1300161"/>
                <a:gd name="connsiteY5" fmla="*/ 189876 h 942226"/>
                <a:gd name="connsiteX6" fmla="*/ 7144 w 1300161"/>
                <a:gd name="connsiteY6" fmla="*/ 377399 h 942226"/>
                <a:gd name="connsiteX7" fmla="*/ 1281112 w 1300161"/>
                <a:gd name="connsiteY7" fmla="*/ 377399 h 942226"/>
                <a:gd name="connsiteX8" fmla="*/ 639663 w 1300161"/>
                <a:gd name="connsiteY8" fmla="*/ 189876 h 942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00161" h="942226">
                  <a:moveTo>
                    <a:pt x="824433" y="155"/>
                  </a:moveTo>
                  <a:cubicBezTo>
                    <a:pt x="1024532" y="5547"/>
                    <a:pt x="1240034" y="151582"/>
                    <a:pt x="1300161" y="373966"/>
                  </a:cubicBezTo>
                  <a:cubicBezTo>
                    <a:pt x="1023936" y="1202641"/>
                    <a:pt x="159543" y="1055003"/>
                    <a:pt x="0" y="381110"/>
                  </a:cubicBezTo>
                  <a:cubicBezTo>
                    <a:pt x="81756" y="81423"/>
                    <a:pt x="349251" y="-77770"/>
                    <a:pt x="635794" y="44024"/>
                  </a:cubicBezTo>
                  <a:cubicBezTo>
                    <a:pt x="692746" y="12187"/>
                    <a:pt x="757734" y="-1643"/>
                    <a:pt x="824433" y="155"/>
                  </a:cubicBezTo>
                  <a:close/>
                  <a:moveTo>
                    <a:pt x="639663" y="189876"/>
                  </a:moveTo>
                  <a:cubicBezTo>
                    <a:pt x="409774" y="189876"/>
                    <a:pt x="181372" y="252384"/>
                    <a:pt x="7144" y="377399"/>
                  </a:cubicBezTo>
                  <a:cubicBezTo>
                    <a:pt x="680243" y="1083043"/>
                    <a:pt x="963613" y="616318"/>
                    <a:pt x="1281112" y="377399"/>
                  </a:cubicBezTo>
                  <a:cubicBezTo>
                    <a:pt x="1100931" y="252384"/>
                    <a:pt x="869553" y="189876"/>
                    <a:pt x="639663" y="189876"/>
                  </a:cubicBezTo>
                  <a:close/>
                </a:path>
              </a:pathLst>
            </a:custGeom>
            <a:solidFill>
              <a:srgbClr val="E9595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732D5F7-C6FF-6AA1-EB1B-5B89721D5203}"/>
                </a:ext>
              </a:extLst>
            </p:cNvPr>
            <p:cNvSpPr/>
            <p:nvPr/>
          </p:nvSpPr>
          <p:spPr>
            <a:xfrm>
              <a:off x="4663671" y="3141285"/>
              <a:ext cx="1086658" cy="246030"/>
            </a:xfrm>
            <a:custGeom>
              <a:avLst/>
              <a:gdLst>
                <a:gd name="connsiteX0" fmla="*/ 505802 w 1086658"/>
                <a:gd name="connsiteY0" fmla="*/ 0 h 246030"/>
                <a:gd name="connsiteX1" fmla="*/ 566331 w 1086658"/>
                <a:gd name="connsiteY1" fmla="*/ 132 h 246030"/>
                <a:gd name="connsiteX2" fmla="*/ 706922 w 1086658"/>
                <a:gd name="connsiteY2" fmla="*/ 9719 h 246030"/>
                <a:gd name="connsiteX3" fmla="*/ 1032586 w 1086658"/>
                <a:gd name="connsiteY3" fmla="*/ 103481 h 246030"/>
                <a:gd name="connsiteX4" fmla="*/ 1086658 w 1086658"/>
                <a:gd name="connsiteY4" fmla="*/ 134306 h 246030"/>
                <a:gd name="connsiteX5" fmla="*/ 1058222 w 1086658"/>
                <a:gd name="connsiteY5" fmla="*/ 160619 h 246030"/>
                <a:gd name="connsiteX6" fmla="*/ 1004050 w 1086658"/>
                <a:gd name="connsiteY6" fmla="*/ 169765 h 246030"/>
                <a:gd name="connsiteX7" fmla="*/ 864547 w 1086658"/>
                <a:gd name="connsiteY7" fmla="*/ 186758 h 246030"/>
                <a:gd name="connsiteX8" fmla="*/ 749546 w 1086658"/>
                <a:gd name="connsiteY8" fmla="*/ 206913 h 246030"/>
                <a:gd name="connsiteX9" fmla="*/ 540885 w 1086658"/>
                <a:gd name="connsiteY9" fmla="*/ 221140 h 246030"/>
                <a:gd name="connsiteX10" fmla="*/ 340523 w 1086658"/>
                <a:gd name="connsiteY10" fmla="*/ 200985 h 246030"/>
                <a:gd name="connsiteX11" fmla="*/ 228288 w 1086658"/>
                <a:gd name="connsiteY11" fmla="*/ 167789 h 246030"/>
                <a:gd name="connsiteX12" fmla="*/ 89181 w 1086658"/>
                <a:gd name="connsiteY12" fmla="*/ 164627 h 246030"/>
                <a:gd name="connsiteX13" fmla="*/ 31330 w 1086658"/>
                <a:gd name="connsiteY13" fmla="*/ 152883 h 246030"/>
                <a:gd name="connsiteX14" fmla="*/ 0 w 1086658"/>
                <a:gd name="connsiteY14" fmla="*/ 128406 h 246030"/>
                <a:gd name="connsiteX15" fmla="*/ 42535 w 1086658"/>
                <a:gd name="connsiteY15" fmla="*/ 103481 h 246030"/>
                <a:gd name="connsiteX16" fmla="*/ 363734 w 1086658"/>
                <a:gd name="connsiteY16" fmla="*/ 9719 h 246030"/>
                <a:gd name="connsiteX17" fmla="*/ 505802 w 1086658"/>
                <a:gd name="connsiteY17" fmla="*/ 0 h 246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86658" h="246030">
                  <a:moveTo>
                    <a:pt x="505802" y="0"/>
                  </a:moveTo>
                  <a:lnTo>
                    <a:pt x="566331" y="132"/>
                  </a:lnTo>
                  <a:lnTo>
                    <a:pt x="706922" y="9719"/>
                  </a:lnTo>
                  <a:cubicBezTo>
                    <a:pt x="820593" y="25346"/>
                    <a:pt x="931343" y="56600"/>
                    <a:pt x="1032586" y="103481"/>
                  </a:cubicBezTo>
                  <a:lnTo>
                    <a:pt x="1086658" y="134306"/>
                  </a:lnTo>
                  <a:lnTo>
                    <a:pt x="1058222" y="160619"/>
                  </a:lnTo>
                  <a:cubicBezTo>
                    <a:pt x="1044702" y="167190"/>
                    <a:pt x="1027169" y="170645"/>
                    <a:pt x="1004050" y="169765"/>
                  </a:cubicBezTo>
                  <a:cubicBezTo>
                    <a:pt x="960052" y="204830"/>
                    <a:pt x="910522" y="222062"/>
                    <a:pt x="864547" y="186758"/>
                  </a:cubicBezTo>
                  <a:cubicBezTo>
                    <a:pt x="843471" y="211918"/>
                    <a:pt x="826016" y="235762"/>
                    <a:pt x="749546" y="206913"/>
                  </a:cubicBezTo>
                  <a:cubicBezTo>
                    <a:pt x="714572" y="269353"/>
                    <a:pt x="562423" y="243666"/>
                    <a:pt x="540885" y="221140"/>
                  </a:cubicBezTo>
                  <a:cubicBezTo>
                    <a:pt x="524089" y="234181"/>
                    <a:pt x="361007" y="270736"/>
                    <a:pt x="340523" y="200985"/>
                  </a:cubicBezTo>
                  <a:cubicBezTo>
                    <a:pt x="268730" y="242085"/>
                    <a:pt x="233689" y="206122"/>
                    <a:pt x="228288" y="167789"/>
                  </a:cubicBezTo>
                  <a:cubicBezTo>
                    <a:pt x="181919" y="215343"/>
                    <a:pt x="120138" y="183465"/>
                    <a:pt x="89181" y="164627"/>
                  </a:cubicBezTo>
                  <a:cubicBezTo>
                    <a:pt x="64877" y="163753"/>
                    <a:pt x="46088" y="159531"/>
                    <a:pt x="31330" y="152883"/>
                  </a:cubicBezTo>
                  <a:lnTo>
                    <a:pt x="0" y="128406"/>
                  </a:lnTo>
                  <a:lnTo>
                    <a:pt x="42535" y="103481"/>
                  </a:lnTo>
                  <a:cubicBezTo>
                    <a:pt x="141546" y="56600"/>
                    <a:pt x="250808" y="25346"/>
                    <a:pt x="363734" y="9719"/>
                  </a:cubicBezTo>
                  <a:lnTo>
                    <a:pt x="505802" y="0"/>
                  </a:ln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C46F752-EFAD-A330-8621-FA31D9E55B39}"/>
                </a:ext>
              </a:extLst>
            </p:cNvPr>
            <p:cNvCxnSpPr>
              <a:stCxn id="12" idx="9"/>
              <a:endCxn id="10" idx="3"/>
            </p:cNvCxnSpPr>
            <p:nvPr/>
          </p:nvCxnSpPr>
          <p:spPr>
            <a:xfrm>
              <a:off x="5204556" y="3362425"/>
              <a:ext cx="4738" cy="288632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>
                  <a:alpha val="50000"/>
                </a:sysClr>
              </a:solidFill>
              <a:prstDash val="solid"/>
              <a:miter lim="800000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141507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DE81A69-75EE-4B5F-A0BF-4B6CA2E0EC90}"/>
              </a:ext>
            </a:extLst>
          </p:cNvPr>
          <p:cNvGrpSpPr/>
          <p:nvPr/>
        </p:nvGrpSpPr>
        <p:grpSpPr>
          <a:xfrm>
            <a:off x="1381453" y="2523784"/>
            <a:ext cx="7295494" cy="2724831"/>
            <a:chOff x="4403172" y="2921305"/>
            <a:chExt cx="1398171" cy="522210"/>
          </a:xfrm>
          <a:solidFill>
            <a:srgbClr val="E95958"/>
          </a:solidFill>
        </p:grpSpPr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7323ED9A-79DB-447C-92F4-E393FB6BC81D}"/>
                </a:ext>
              </a:extLst>
            </p:cNvPr>
            <p:cNvSpPr/>
            <p:nvPr/>
          </p:nvSpPr>
          <p:spPr>
            <a:xfrm>
              <a:off x="4403172" y="2921305"/>
              <a:ext cx="1398171" cy="522210"/>
            </a:xfrm>
            <a:custGeom>
              <a:avLst/>
              <a:gdLst>
                <a:gd name="connsiteX0" fmla="*/ 0 w 4020457"/>
                <a:gd name="connsiteY0" fmla="*/ 0 h 2438400"/>
                <a:gd name="connsiteX1" fmla="*/ 4020457 w 4020457"/>
                <a:gd name="connsiteY1" fmla="*/ 0 h 2438400"/>
                <a:gd name="connsiteX2" fmla="*/ 4020457 w 4020457"/>
                <a:gd name="connsiteY2" fmla="*/ 2438400 h 2438400"/>
                <a:gd name="connsiteX3" fmla="*/ 0 w 4020457"/>
                <a:gd name="connsiteY3" fmla="*/ 2438400 h 2438400"/>
                <a:gd name="connsiteX4" fmla="*/ 0 w 4020457"/>
                <a:gd name="connsiteY4" fmla="*/ 0 h 2438400"/>
                <a:gd name="connsiteX0" fmla="*/ 1590675 w 4020457"/>
                <a:gd name="connsiteY0" fmla="*/ 395287 h 2438400"/>
                <a:gd name="connsiteX1" fmla="*/ 4020457 w 4020457"/>
                <a:gd name="connsiteY1" fmla="*/ 0 h 2438400"/>
                <a:gd name="connsiteX2" fmla="*/ 4020457 w 4020457"/>
                <a:gd name="connsiteY2" fmla="*/ 2438400 h 2438400"/>
                <a:gd name="connsiteX3" fmla="*/ 0 w 4020457"/>
                <a:gd name="connsiteY3" fmla="*/ 2438400 h 2438400"/>
                <a:gd name="connsiteX4" fmla="*/ 1590675 w 4020457"/>
                <a:gd name="connsiteY4" fmla="*/ 395287 h 2438400"/>
                <a:gd name="connsiteX0" fmla="*/ 1590675 w 4020457"/>
                <a:gd name="connsiteY0" fmla="*/ 0 h 2043113"/>
                <a:gd name="connsiteX1" fmla="*/ 2986994 w 4020457"/>
                <a:gd name="connsiteY1" fmla="*/ 28575 h 2043113"/>
                <a:gd name="connsiteX2" fmla="*/ 4020457 w 4020457"/>
                <a:gd name="connsiteY2" fmla="*/ 2043113 h 2043113"/>
                <a:gd name="connsiteX3" fmla="*/ 0 w 4020457"/>
                <a:gd name="connsiteY3" fmla="*/ 2043113 h 2043113"/>
                <a:gd name="connsiteX4" fmla="*/ 1590675 w 4020457"/>
                <a:gd name="connsiteY4" fmla="*/ 0 h 2043113"/>
                <a:gd name="connsiteX0" fmla="*/ 1590675 w 4020457"/>
                <a:gd name="connsiteY0" fmla="*/ 220685 h 2263798"/>
                <a:gd name="connsiteX1" fmla="*/ 2291050 w 4020457"/>
                <a:gd name="connsiteY1" fmla="*/ 23 h 2263798"/>
                <a:gd name="connsiteX2" fmla="*/ 2986994 w 4020457"/>
                <a:gd name="connsiteY2" fmla="*/ 249260 h 2263798"/>
                <a:gd name="connsiteX3" fmla="*/ 4020457 w 4020457"/>
                <a:gd name="connsiteY3" fmla="*/ 2263798 h 2263798"/>
                <a:gd name="connsiteX4" fmla="*/ 0 w 4020457"/>
                <a:gd name="connsiteY4" fmla="*/ 2263798 h 2263798"/>
                <a:gd name="connsiteX5" fmla="*/ 1590675 w 4020457"/>
                <a:gd name="connsiteY5" fmla="*/ 220685 h 2263798"/>
                <a:gd name="connsiteX0" fmla="*/ 0 w 2429782"/>
                <a:gd name="connsiteY0" fmla="*/ 220685 h 2263798"/>
                <a:gd name="connsiteX1" fmla="*/ 700375 w 2429782"/>
                <a:gd name="connsiteY1" fmla="*/ 23 h 2263798"/>
                <a:gd name="connsiteX2" fmla="*/ 1396319 w 2429782"/>
                <a:gd name="connsiteY2" fmla="*/ 249260 h 2263798"/>
                <a:gd name="connsiteX3" fmla="*/ 2429782 w 2429782"/>
                <a:gd name="connsiteY3" fmla="*/ 2263798 h 2263798"/>
                <a:gd name="connsiteX4" fmla="*/ 0 w 2429782"/>
                <a:gd name="connsiteY4" fmla="*/ 220685 h 2263798"/>
                <a:gd name="connsiteX0" fmla="*/ 0 w 1396319"/>
                <a:gd name="connsiteY0" fmla="*/ 220685 h 249260"/>
                <a:gd name="connsiteX1" fmla="*/ 700375 w 1396319"/>
                <a:gd name="connsiteY1" fmla="*/ 23 h 249260"/>
                <a:gd name="connsiteX2" fmla="*/ 1396319 w 1396319"/>
                <a:gd name="connsiteY2" fmla="*/ 249260 h 249260"/>
                <a:gd name="connsiteX3" fmla="*/ 0 w 1396319"/>
                <a:gd name="connsiteY3" fmla="*/ 220685 h 249260"/>
                <a:gd name="connsiteX0" fmla="*/ 0 w 1396319"/>
                <a:gd name="connsiteY0" fmla="*/ 220685 h 419460"/>
                <a:gd name="connsiteX1" fmla="*/ 700375 w 1396319"/>
                <a:gd name="connsiteY1" fmla="*/ 23 h 419460"/>
                <a:gd name="connsiteX2" fmla="*/ 1396319 w 1396319"/>
                <a:gd name="connsiteY2" fmla="*/ 249260 h 419460"/>
                <a:gd name="connsiteX3" fmla="*/ 0 w 1396319"/>
                <a:gd name="connsiteY3" fmla="*/ 220685 h 419460"/>
                <a:gd name="connsiteX0" fmla="*/ 0 w 1396319"/>
                <a:gd name="connsiteY0" fmla="*/ 220685 h 513058"/>
                <a:gd name="connsiteX1" fmla="*/ 700375 w 1396319"/>
                <a:gd name="connsiteY1" fmla="*/ 23 h 513058"/>
                <a:gd name="connsiteX2" fmla="*/ 1396319 w 1396319"/>
                <a:gd name="connsiteY2" fmla="*/ 249260 h 513058"/>
                <a:gd name="connsiteX3" fmla="*/ 0 w 1396319"/>
                <a:gd name="connsiteY3" fmla="*/ 220685 h 513058"/>
                <a:gd name="connsiteX0" fmla="*/ 151 w 1396470"/>
                <a:gd name="connsiteY0" fmla="*/ 220685 h 460525"/>
                <a:gd name="connsiteX1" fmla="*/ 700526 w 1396470"/>
                <a:gd name="connsiteY1" fmla="*/ 23 h 460525"/>
                <a:gd name="connsiteX2" fmla="*/ 1396470 w 1396470"/>
                <a:gd name="connsiteY2" fmla="*/ 249260 h 460525"/>
                <a:gd name="connsiteX3" fmla="*/ 665601 w 1396470"/>
                <a:gd name="connsiteY3" fmla="*/ 460398 h 460525"/>
                <a:gd name="connsiteX4" fmla="*/ 151 w 1396470"/>
                <a:gd name="connsiteY4" fmla="*/ 220685 h 460525"/>
                <a:gd name="connsiteX0" fmla="*/ 1852 w 1398171"/>
                <a:gd name="connsiteY0" fmla="*/ 220685 h 460525"/>
                <a:gd name="connsiteX1" fmla="*/ 702227 w 1398171"/>
                <a:gd name="connsiteY1" fmla="*/ 23 h 460525"/>
                <a:gd name="connsiteX2" fmla="*/ 1398171 w 1398171"/>
                <a:gd name="connsiteY2" fmla="*/ 249260 h 460525"/>
                <a:gd name="connsiteX3" fmla="*/ 667302 w 1398171"/>
                <a:gd name="connsiteY3" fmla="*/ 460398 h 460525"/>
                <a:gd name="connsiteX4" fmla="*/ 1852 w 1398171"/>
                <a:gd name="connsiteY4" fmla="*/ 220685 h 460525"/>
                <a:gd name="connsiteX0" fmla="*/ 1852 w 1398171"/>
                <a:gd name="connsiteY0" fmla="*/ 220685 h 461699"/>
                <a:gd name="connsiteX1" fmla="*/ 702227 w 1398171"/>
                <a:gd name="connsiteY1" fmla="*/ 23 h 461699"/>
                <a:gd name="connsiteX2" fmla="*/ 1398171 w 1398171"/>
                <a:gd name="connsiteY2" fmla="*/ 249260 h 461699"/>
                <a:gd name="connsiteX3" fmla="*/ 667302 w 1398171"/>
                <a:gd name="connsiteY3" fmla="*/ 460398 h 461699"/>
                <a:gd name="connsiteX4" fmla="*/ 1852 w 1398171"/>
                <a:gd name="connsiteY4" fmla="*/ 220685 h 461699"/>
                <a:gd name="connsiteX0" fmla="*/ 1852 w 1398171"/>
                <a:gd name="connsiteY0" fmla="*/ 220685 h 461699"/>
                <a:gd name="connsiteX1" fmla="*/ 702227 w 1398171"/>
                <a:gd name="connsiteY1" fmla="*/ 23 h 461699"/>
                <a:gd name="connsiteX2" fmla="*/ 1398171 w 1398171"/>
                <a:gd name="connsiteY2" fmla="*/ 249260 h 461699"/>
                <a:gd name="connsiteX3" fmla="*/ 667302 w 1398171"/>
                <a:gd name="connsiteY3" fmla="*/ 460398 h 461699"/>
                <a:gd name="connsiteX4" fmla="*/ 1852 w 1398171"/>
                <a:gd name="connsiteY4" fmla="*/ 220685 h 461699"/>
                <a:gd name="connsiteX0" fmla="*/ 1852 w 1398171"/>
                <a:gd name="connsiteY0" fmla="*/ 275261 h 516275"/>
                <a:gd name="connsiteX1" fmla="*/ 702227 w 1398171"/>
                <a:gd name="connsiteY1" fmla="*/ 54599 h 516275"/>
                <a:gd name="connsiteX2" fmla="*/ 1398171 w 1398171"/>
                <a:gd name="connsiteY2" fmla="*/ 303836 h 516275"/>
                <a:gd name="connsiteX3" fmla="*/ 667302 w 1398171"/>
                <a:gd name="connsiteY3" fmla="*/ 514974 h 516275"/>
                <a:gd name="connsiteX4" fmla="*/ 1852 w 1398171"/>
                <a:gd name="connsiteY4" fmla="*/ 275261 h 516275"/>
                <a:gd name="connsiteX0" fmla="*/ 1852 w 1398171"/>
                <a:gd name="connsiteY0" fmla="*/ 275261 h 516275"/>
                <a:gd name="connsiteX1" fmla="*/ 702227 w 1398171"/>
                <a:gd name="connsiteY1" fmla="*/ 54599 h 516275"/>
                <a:gd name="connsiteX2" fmla="*/ 1398171 w 1398171"/>
                <a:gd name="connsiteY2" fmla="*/ 303836 h 516275"/>
                <a:gd name="connsiteX3" fmla="*/ 667302 w 1398171"/>
                <a:gd name="connsiteY3" fmla="*/ 514974 h 516275"/>
                <a:gd name="connsiteX4" fmla="*/ 1852 w 1398171"/>
                <a:gd name="connsiteY4" fmla="*/ 275261 h 516275"/>
                <a:gd name="connsiteX0" fmla="*/ 1852 w 1398171"/>
                <a:gd name="connsiteY0" fmla="*/ 276557 h 517571"/>
                <a:gd name="connsiteX1" fmla="*/ 702227 w 1398171"/>
                <a:gd name="connsiteY1" fmla="*/ 55895 h 517571"/>
                <a:gd name="connsiteX2" fmla="*/ 1398171 w 1398171"/>
                <a:gd name="connsiteY2" fmla="*/ 305132 h 517571"/>
                <a:gd name="connsiteX3" fmla="*/ 667302 w 1398171"/>
                <a:gd name="connsiteY3" fmla="*/ 516270 h 517571"/>
                <a:gd name="connsiteX4" fmla="*/ 1852 w 1398171"/>
                <a:gd name="connsiteY4" fmla="*/ 276557 h 517571"/>
                <a:gd name="connsiteX0" fmla="*/ 1852 w 1398171"/>
                <a:gd name="connsiteY0" fmla="*/ 278332 h 519346"/>
                <a:gd name="connsiteX1" fmla="*/ 702227 w 1398171"/>
                <a:gd name="connsiteY1" fmla="*/ 57670 h 519346"/>
                <a:gd name="connsiteX2" fmla="*/ 1398171 w 1398171"/>
                <a:gd name="connsiteY2" fmla="*/ 306907 h 519346"/>
                <a:gd name="connsiteX3" fmla="*/ 667302 w 1398171"/>
                <a:gd name="connsiteY3" fmla="*/ 518045 h 519346"/>
                <a:gd name="connsiteX4" fmla="*/ 1852 w 1398171"/>
                <a:gd name="connsiteY4" fmla="*/ 278332 h 519346"/>
                <a:gd name="connsiteX0" fmla="*/ 1852 w 1398171"/>
                <a:gd name="connsiteY0" fmla="*/ 275262 h 516276"/>
                <a:gd name="connsiteX1" fmla="*/ 702227 w 1398171"/>
                <a:gd name="connsiteY1" fmla="*/ 54600 h 516276"/>
                <a:gd name="connsiteX2" fmla="*/ 1398171 w 1398171"/>
                <a:gd name="connsiteY2" fmla="*/ 303837 h 516276"/>
                <a:gd name="connsiteX3" fmla="*/ 667302 w 1398171"/>
                <a:gd name="connsiteY3" fmla="*/ 514975 h 516276"/>
                <a:gd name="connsiteX4" fmla="*/ 1852 w 1398171"/>
                <a:gd name="connsiteY4" fmla="*/ 275262 h 516276"/>
                <a:gd name="connsiteX0" fmla="*/ 1852 w 1398171"/>
                <a:gd name="connsiteY0" fmla="*/ 277468 h 517904"/>
                <a:gd name="connsiteX1" fmla="*/ 702227 w 1398171"/>
                <a:gd name="connsiteY1" fmla="*/ 56806 h 517904"/>
                <a:gd name="connsiteX2" fmla="*/ 1398171 w 1398171"/>
                <a:gd name="connsiteY2" fmla="*/ 290168 h 517904"/>
                <a:gd name="connsiteX3" fmla="*/ 667302 w 1398171"/>
                <a:gd name="connsiteY3" fmla="*/ 517181 h 517904"/>
                <a:gd name="connsiteX4" fmla="*/ 1852 w 1398171"/>
                <a:gd name="connsiteY4" fmla="*/ 277468 h 517904"/>
                <a:gd name="connsiteX0" fmla="*/ 1852 w 1398171"/>
                <a:gd name="connsiteY0" fmla="*/ 277468 h 520829"/>
                <a:gd name="connsiteX1" fmla="*/ 702227 w 1398171"/>
                <a:gd name="connsiteY1" fmla="*/ 56806 h 520829"/>
                <a:gd name="connsiteX2" fmla="*/ 1398171 w 1398171"/>
                <a:gd name="connsiteY2" fmla="*/ 290168 h 520829"/>
                <a:gd name="connsiteX3" fmla="*/ 667302 w 1398171"/>
                <a:gd name="connsiteY3" fmla="*/ 517181 h 520829"/>
                <a:gd name="connsiteX4" fmla="*/ 1852 w 1398171"/>
                <a:gd name="connsiteY4" fmla="*/ 277468 h 520829"/>
                <a:gd name="connsiteX0" fmla="*/ 1852 w 1398171"/>
                <a:gd name="connsiteY0" fmla="*/ 277468 h 518996"/>
                <a:gd name="connsiteX1" fmla="*/ 702227 w 1398171"/>
                <a:gd name="connsiteY1" fmla="*/ 56806 h 518996"/>
                <a:gd name="connsiteX2" fmla="*/ 1398171 w 1398171"/>
                <a:gd name="connsiteY2" fmla="*/ 290168 h 518996"/>
                <a:gd name="connsiteX3" fmla="*/ 667302 w 1398171"/>
                <a:gd name="connsiteY3" fmla="*/ 517181 h 518996"/>
                <a:gd name="connsiteX4" fmla="*/ 1852 w 1398171"/>
                <a:gd name="connsiteY4" fmla="*/ 277468 h 518996"/>
                <a:gd name="connsiteX0" fmla="*/ 1852 w 1398171"/>
                <a:gd name="connsiteY0" fmla="*/ 275849 h 517377"/>
                <a:gd name="connsiteX1" fmla="*/ 702227 w 1398171"/>
                <a:gd name="connsiteY1" fmla="*/ 55187 h 517377"/>
                <a:gd name="connsiteX2" fmla="*/ 1398171 w 1398171"/>
                <a:gd name="connsiteY2" fmla="*/ 288549 h 517377"/>
                <a:gd name="connsiteX3" fmla="*/ 667302 w 1398171"/>
                <a:gd name="connsiteY3" fmla="*/ 515562 h 517377"/>
                <a:gd name="connsiteX4" fmla="*/ 1852 w 1398171"/>
                <a:gd name="connsiteY4" fmla="*/ 275849 h 517377"/>
                <a:gd name="connsiteX0" fmla="*/ 1852 w 1398171"/>
                <a:gd name="connsiteY0" fmla="*/ 275456 h 516984"/>
                <a:gd name="connsiteX1" fmla="*/ 702227 w 1398171"/>
                <a:gd name="connsiteY1" fmla="*/ 54794 h 516984"/>
                <a:gd name="connsiteX2" fmla="*/ 1398171 w 1398171"/>
                <a:gd name="connsiteY2" fmla="*/ 288156 h 516984"/>
                <a:gd name="connsiteX3" fmla="*/ 667302 w 1398171"/>
                <a:gd name="connsiteY3" fmla="*/ 515169 h 516984"/>
                <a:gd name="connsiteX4" fmla="*/ 1852 w 1398171"/>
                <a:gd name="connsiteY4" fmla="*/ 275456 h 516984"/>
                <a:gd name="connsiteX0" fmla="*/ 1852 w 1398171"/>
                <a:gd name="connsiteY0" fmla="*/ 287267 h 528795"/>
                <a:gd name="connsiteX1" fmla="*/ 702227 w 1398171"/>
                <a:gd name="connsiteY1" fmla="*/ 66605 h 528795"/>
                <a:gd name="connsiteX2" fmla="*/ 1398171 w 1398171"/>
                <a:gd name="connsiteY2" fmla="*/ 299967 h 528795"/>
                <a:gd name="connsiteX3" fmla="*/ 667302 w 1398171"/>
                <a:gd name="connsiteY3" fmla="*/ 526980 h 528795"/>
                <a:gd name="connsiteX4" fmla="*/ 1852 w 1398171"/>
                <a:gd name="connsiteY4" fmla="*/ 287267 h 528795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  <a:gd name="connsiteX0" fmla="*/ 1852 w 1398171"/>
                <a:gd name="connsiteY0" fmla="*/ 280710 h 522238"/>
                <a:gd name="connsiteX1" fmla="*/ 702227 w 1398171"/>
                <a:gd name="connsiteY1" fmla="*/ 60048 h 522238"/>
                <a:gd name="connsiteX2" fmla="*/ 1398171 w 1398171"/>
                <a:gd name="connsiteY2" fmla="*/ 293410 h 522238"/>
                <a:gd name="connsiteX3" fmla="*/ 667302 w 1398171"/>
                <a:gd name="connsiteY3" fmla="*/ 520423 h 522238"/>
                <a:gd name="connsiteX4" fmla="*/ 1852 w 1398171"/>
                <a:gd name="connsiteY4" fmla="*/ 280710 h 522238"/>
                <a:gd name="connsiteX0" fmla="*/ 1852 w 1398171"/>
                <a:gd name="connsiteY0" fmla="*/ 281760 h 523288"/>
                <a:gd name="connsiteX1" fmla="*/ 702227 w 1398171"/>
                <a:gd name="connsiteY1" fmla="*/ 61098 h 523288"/>
                <a:gd name="connsiteX2" fmla="*/ 1398171 w 1398171"/>
                <a:gd name="connsiteY2" fmla="*/ 294460 h 523288"/>
                <a:gd name="connsiteX3" fmla="*/ 667302 w 1398171"/>
                <a:gd name="connsiteY3" fmla="*/ 521473 h 523288"/>
                <a:gd name="connsiteX4" fmla="*/ 1852 w 1398171"/>
                <a:gd name="connsiteY4" fmla="*/ 281760 h 523288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8171" h="522210">
                  <a:moveTo>
                    <a:pt x="1852" y="280682"/>
                  </a:moveTo>
                  <a:cubicBezTo>
                    <a:pt x="12267" y="264278"/>
                    <a:pt x="503694" y="-134713"/>
                    <a:pt x="702227" y="60020"/>
                  </a:cubicBezTo>
                  <a:cubicBezTo>
                    <a:pt x="832608" y="-120426"/>
                    <a:pt x="1201115" y="149978"/>
                    <a:pt x="1398171" y="293382"/>
                  </a:cubicBezTo>
                  <a:cubicBezTo>
                    <a:pt x="1347371" y="537857"/>
                    <a:pt x="900022" y="525157"/>
                    <a:pt x="667302" y="520395"/>
                  </a:cubicBezTo>
                  <a:cubicBezTo>
                    <a:pt x="434582" y="515633"/>
                    <a:pt x="-33073" y="506107"/>
                    <a:pt x="1852" y="280682"/>
                  </a:cubicBezTo>
                  <a:close/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1B72F00-C5B0-44C4-871A-3C94FD93A8F2}"/>
                </a:ext>
              </a:extLst>
            </p:cNvPr>
            <p:cNvSpPr/>
            <p:nvPr/>
          </p:nvSpPr>
          <p:spPr>
            <a:xfrm>
              <a:off x="4405572" y="3159919"/>
              <a:ext cx="1394926" cy="55281"/>
            </a:xfrm>
            <a:custGeom>
              <a:avLst/>
              <a:gdLst>
                <a:gd name="connsiteX0" fmla="*/ 0 w 1357312"/>
                <a:gd name="connsiteY0" fmla="*/ 112218 h 112218"/>
                <a:gd name="connsiteX1" fmla="*/ 414337 w 1357312"/>
                <a:gd name="connsiteY1" fmla="*/ 12205 h 112218"/>
                <a:gd name="connsiteX2" fmla="*/ 919162 w 1357312"/>
                <a:gd name="connsiteY2" fmla="*/ 12205 h 112218"/>
                <a:gd name="connsiteX3" fmla="*/ 1357312 w 1357312"/>
                <a:gd name="connsiteY3" fmla="*/ 107455 h 112218"/>
                <a:gd name="connsiteX4" fmla="*/ 1357312 w 1357312"/>
                <a:gd name="connsiteY4" fmla="*/ 107455 h 112218"/>
                <a:gd name="connsiteX0" fmla="*/ 0 w 1364456"/>
                <a:gd name="connsiteY0" fmla="*/ 119818 h 119818"/>
                <a:gd name="connsiteX1" fmla="*/ 421481 w 1364456"/>
                <a:gd name="connsiteY1" fmla="*/ 12661 h 119818"/>
                <a:gd name="connsiteX2" fmla="*/ 926306 w 1364456"/>
                <a:gd name="connsiteY2" fmla="*/ 12661 h 119818"/>
                <a:gd name="connsiteX3" fmla="*/ 1364456 w 1364456"/>
                <a:gd name="connsiteY3" fmla="*/ 107911 h 119818"/>
                <a:gd name="connsiteX4" fmla="*/ 1364456 w 1364456"/>
                <a:gd name="connsiteY4" fmla="*/ 107911 h 119818"/>
                <a:gd name="connsiteX0" fmla="*/ 0 w 1364456"/>
                <a:gd name="connsiteY0" fmla="*/ 119818 h 119818"/>
                <a:gd name="connsiteX1" fmla="*/ 421481 w 1364456"/>
                <a:gd name="connsiteY1" fmla="*/ 12661 h 119818"/>
                <a:gd name="connsiteX2" fmla="*/ 926306 w 1364456"/>
                <a:gd name="connsiteY2" fmla="*/ 12661 h 119818"/>
                <a:gd name="connsiteX3" fmla="*/ 1364456 w 1364456"/>
                <a:gd name="connsiteY3" fmla="*/ 107911 h 119818"/>
                <a:gd name="connsiteX4" fmla="*/ 1364456 w 1364456"/>
                <a:gd name="connsiteY4" fmla="*/ 107911 h 119818"/>
                <a:gd name="connsiteX0" fmla="*/ 0 w 1364456"/>
                <a:gd name="connsiteY0" fmla="*/ 131792 h 131792"/>
                <a:gd name="connsiteX1" fmla="*/ 421481 w 1364456"/>
                <a:gd name="connsiteY1" fmla="*/ 24635 h 131792"/>
                <a:gd name="connsiteX2" fmla="*/ 926306 w 1364456"/>
                <a:gd name="connsiteY2" fmla="*/ 24635 h 131792"/>
                <a:gd name="connsiteX3" fmla="*/ 1364456 w 1364456"/>
                <a:gd name="connsiteY3" fmla="*/ 119885 h 131792"/>
                <a:gd name="connsiteX4" fmla="*/ 1364456 w 1364456"/>
                <a:gd name="connsiteY4" fmla="*/ 119885 h 131792"/>
                <a:gd name="connsiteX0" fmla="*/ 0 w 1364456"/>
                <a:gd name="connsiteY0" fmla="*/ 124133 h 124133"/>
                <a:gd name="connsiteX1" fmla="*/ 421481 w 1364456"/>
                <a:gd name="connsiteY1" fmla="*/ 16976 h 124133"/>
                <a:gd name="connsiteX2" fmla="*/ 476250 w 1364456"/>
                <a:gd name="connsiteY2" fmla="*/ 307 h 124133"/>
                <a:gd name="connsiteX3" fmla="*/ 926306 w 1364456"/>
                <a:gd name="connsiteY3" fmla="*/ 16976 h 124133"/>
                <a:gd name="connsiteX4" fmla="*/ 1364456 w 1364456"/>
                <a:gd name="connsiteY4" fmla="*/ 112226 h 124133"/>
                <a:gd name="connsiteX5" fmla="*/ 1364456 w 1364456"/>
                <a:gd name="connsiteY5" fmla="*/ 112226 h 124133"/>
                <a:gd name="connsiteX0" fmla="*/ 0 w 1364456"/>
                <a:gd name="connsiteY0" fmla="*/ 131631 h 131631"/>
                <a:gd name="connsiteX1" fmla="*/ 476250 w 1364456"/>
                <a:gd name="connsiteY1" fmla="*/ 7805 h 131631"/>
                <a:gd name="connsiteX2" fmla="*/ 926306 w 1364456"/>
                <a:gd name="connsiteY2" fmla="*/ 24474 h 131631"/>
                <a:gd name="connsiteX3" fmla="*/ 1364456 w 1364456"/>
                <a:gd name="connsiteY3" fmla="*/ 119724 h 131631"/>
                <a:gd name="connsiteX4" fmla="*/ 1364456 w 1364456"/>
                <a:gd name="connsiteY4" fmla="*/ 119724 h 131631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08603 h 108603"/>
                <a:gd name="connsiteX1" fmla="*/ 450056 w 1364456"/>
                <a:gd name="connsiteY1" fmla="*/ 8590 h 108603"/>
                <a:gd name="connsiteX2" fmla="*/ 926306 w 1364456"/>
                <a:gd name="connsiteY2" fmla="*/ 1446 h 108603"/>
                <a:gd name="connsiteX3" fmla="*/ 1364456 w 1364456"/>
                <a:gd name="connsiteY3" fmla="*/ 96696 h 108603"/>
                <a:gd name="connsiteX4" fmla="*/ 1364456 w 1364456"/>
                <a:gd name="connsiteY4" fmla="*/ 96696 h 108603"/>
                <a:gd name="connsiteX0" fmla="*/ 0 w 1364456"/>
                <a:gd name="connsiteY0" fmla="*/ 111339 h 111339"/>
                <a:gd name="connsiteX1" fmla="*/ 450056 w 1364456"/>
                <a:gd name="connsiteY1" fmla="*/ 11326 h 111339"/>
                <a:gd name="connsiteX2" fmla="*/ 926306 w 1364456"/>
                <a:gd name="connsiteY2" fmla="*/ 4182 h 111339"/>
                <a:gd name="connsiteX3" fmla="*/ 1364456 w 1364456"/>
                <a:gd name="connsiteY3" fmla="*/ 99432 h 111339"/>
                <a:gd name="connsiteX4" fmla="*/ 1364456 w 1364456"/>
                <a:gd name="connsiteY4" fmla="*/ 99432 h 111339"/>
                <a:gd name="connsiteX0" fmla="*/ 0 w 1364456"/>
                <a:gd name="connsiteY0" fmla="*/ 122284 h 122284"/>
                <a:gd name="connsiteX1" fmla="*/ 450056 w 1364456"/>
                <a:gd name="connsiteY1" fmla="*/ 22271 h 122284"/>
                <a:gd name="connsiteX2" fmla="*/ 926306 w 1364456"/>
                <a:gd name="connsiteY2" fmla="*/ 15127 h 122284"/>
                <a:gd name="connsiteX3" fmla="*/ 962025 w 1364456"/>
                <a:gd name="connsiteY3" fmla="*/ 5601 h 122284"/>
                <a:gd name="connsiteX4" fmla="*/ 1364456 w 1364456"/>
                <a:gd name="connsiteY4" fmla="*/ 110377 h 122284"/>
                <a:gd name="connsiteX5" fmla="*/ 1364456 w 1364456"/>
                <a:gd name="connsiteY5" fmla="*/ 110377 h 122284"/>
                <a:gd name="connsiteX0" fmla="*/ 0 w 1364456"/>
                <a:gd name="connsiteY0" fmla="*/ 123240 h 123240"/>
                <a:gd name="connsiteX1" fmla="*/ 450056 w 1364456"/>
                <a:gd name="connsiteY1" fmla="*/ 23227 h 123240"/>
                <a:gd name="connsiteX2" fmla="*/ 962025 w 1364456"/>
                <a:gd name="connsiteY2" fmla="*/ 6557 h 123240"/>
                <a:gd name="connsiteX3" fmla="*/ 1364456 w 1364456"/>
                <a:gd name="connsiteY3" fmla="*/ 111333 h 123240"/>
                <a:gd name="connsiteX4" fmla="*/ 1364456 w 1364456"/>
                <a:gd name="connsiteY4" fmla="*/ 111333 h 123240"/>
                <a:gd name="connsiteX0" fmla="*/ 0 w 1364456"/>
                <a:gd name="connsiteY0" fmla="*/ 118131 h 118131"/>
                <a:gd name="connsiteX1" fmla="*/ 450056 w 1364456"/>
                <a:gd name="connsiteY1" fmla="*/ 18118 h 118131"/>
                <a:gd name="connsiteX2" fmla="*/ 950119 w 1364456"/>
                <a:gd name="connsiteY2" fmla="*/ 8592 h 118131"/>
                <a:gd name="connsiteX3" fmla="*/ 1364456 w 1364456"/>
                <a:gd name="connsiteY3" fmla="*/ 106224 h 118131"/>
                <a:gd name="connsiteX4" fmla="*/ 1364456 w 1364456"/>
                <a:gd name="connsiteY4" fmla="*/ 106224 h 118131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72926"/>
                <a:gd name="connsiteY0" fmla="*/ 46012 h 97632"/>
                <a:gd name="connsiteX1" fmla="*/ 458526 w 1372926"/>
                <a:gd name="connsiteY1" fmla="*/ 9526 h 97632"/>
                <a:gd name="connsiteX2" fmla="*/ 958589 w 1372926"/>
                <a:gd name="connsiteY2" fmla="*/ 0 h 97632"/>
                <a:gd name="connsiteX3" fmla="*/ 1372926 w 1372926"/>
                <a:gd name="connsiteY3" fmla="*/ 97632 h 97632"/>
                <a:gd name="connsiteX4" fmla="*/ 1372926 w 1372926"/>
                <a:gd name="connsiteY4" fmla="*/ 97632 h 97632"/>
                <a:gd name="connsiteX0" fmla="*/ 0 w 1391749"/>
                <a:gd name="connsiteY0" fmla="*/ 46012 h 97632"/>
                <a:gd name="connsiteX1" fmla="*/ 458526 w 1391749"/>
                <a:gd name="connsiteY1" fmla="*/ 9526 h 97632"/>
                <a:gd name="connsiteX2" fmla="*/ 958589 w 1391749"/>
                <a:gd name="connsiteY2" fmla="*/ 0 h 97632"/>
                <a:gd name="connsiteX3" fmla="*/ 1372926 w 1391749"/>
                <a:gd name="connsiteY3" fmla="*/ 97632 h 97632"/>
                <a:gd name="connsiteX4" fmla="*/ 1391749 w 1391749"/>
                <a:gd name="connsiteY4" fmla="*/ 59045 h 97632"/>
                <a:gd name="connsiteX0" fmla="*/ 0 w 1372926"/>
                <a:gd name="connsiteY0" fmla="*/ 46012 h 97632"/>
                <a:gd name="connsiteX1" fmla="*/ 458526 w 1372926"/>
                <a:gd name="connsiteY1" fmla="*/ 9526 h 97632"/>
                <a:gd name="connsiteX2" fmla="*/ 958589 w 1372926"/>
                <a:gd name="connsiteY2" fmla="*/ 0 h 97632"/>
                <a:gd name="connsiteX3" fmla="*/ 1372926 w 1372926"/>
                <a:gd name="connsiteY3" fmla="*/ 97632 h 97632"/>
                <a:gd name="connsiteX0" fmla="*/ 0 w 1390808"/>
                <a:gd name="connsiteY0" fmla="*/ 46012 h 56222"/>
                <a:gd name="connsiteX1" fmla="*/ 458526 w 1390808"/>
                <a:gd name="connsiteY1" fmla="*/ 9526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0808"/>
                <a:gd name="connsiteY0" fmla="*/ 46012 h 56222"/>
                <a:gd name="connsiteX1" fmla="*/ 458526 w 1390808"/>
                <a:gd name="connsiteY1" fmla="*/ 9526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0808"/>
                <a:gd name="connsiteY0" fmla="*/ 46012 h 56222"/>
                <a:gd name="connsiteX1" fmla="*/ 458526 w 1390808"/>
                <a:gd name="connsiteY1" fmla="*/ 9526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0808"/>
                <a:gd name="connsiteY0" fmla="*/ 46012 h 56222"/>
                <a:gd name="connsiteX1" fmla="*/ 458526 w 1390808"/>
                <a:gd name="connsiteY1" fmla="*/ 9526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0808"/>
                <a:gd name="connsiteY0" fmla="*/ 46012 h 56222"/>
                <a:gd name="connsiteX1" fmla="*/ 458526 w 1390808"/>
                <a:gd name="connsiteY1" fmla="*/ 5761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2926"/>
                <a:gd name="connsiteY0" fmla="*/ 42483 h 56222"/>
                <a:gd name="connsiteX1" fmla="*/ 460644 w 1392926"/>
                <a:gd name="connsiteY1" fmla="*/ 5761 h 56222"/>
                <a:gd name="connsiteX2" fmla="*/ 960707 w 1392926"/>
                <a:gd name="connsiteY2" fmla="*/ 0 h 56222"/>
                <a:gd name="connsiteX3" fmla="*/ 1392926 w 1392926"/>
                <a:gd name="connsiteY3" fmla="*/ 56222 h 56222"/>
                <a:gd name="connsiteX0" fmla="*/ 0 w 1393985"/>
                <a:gd name="connsiteY0" fmla="*/ 42130 h 56222"/>
                <a:gd name="connsiteX1" fmla="*/ 461703 w 1393985"/>
                <a:gd name="connsiteY1" fmla="*/ 5761 h 56222"/>
                <a:gd name="connsiteX2" fmla="*/ 961766 w 1393985"/>
                <a:gd name="connsiteY2" fmla="*/ 0 h 56222"/>
                <a:gd name="connsiteX3" fmla="*/ 1393985 w 1393985"/>
                <a:gd name="connsiteY3" fmla="*/ 56222 h 56222"/>
                <a:gd name="connsiteX0" fmla="*/ 0 w 1393985"/>
                <a:gd name="connsiteY0" fmla="*/ 42130 h 55281"/>
                <a:gd name="connsiteX1" fmla="*/ 461703 w 1393985"/>
                <a:gd name="connsiteY1" fmla="*/ 5761 h 55281"/>
                <a:gd name="connsiteX2" fmla="*/ 961766 w 1393985"/>
                <a:gd name="connsiteY2" fmla="*/ 0 h 55281"/>
                <a:gd name="connsiteX3" fmla="*/ 1393985 w 1393985"/>
                <a:gd name="connsiteY3" fmla="*/ 55281 h 55281"/>
                <a:gd name="connsiteX0" fmla="*/ 0 w 1394926"/>
                <a:gd name="connsiteY0" fmla="*/ 42130 h 55281"/>
                <a:gd name="connsiteX1" fmla="*/ 461703 w 1394926"/>
                <a:gd name="connsiteY1" fmla="*/ 5761 h 55281"/>
                <a:gd name="connsiteX2" fmla="*/ 961766 w 1394926"/>
                <a:gd name="connsiteY2" fmla="*/ 0 h 55281"/>
                <a:gd name="connsiteX3" fmla="*/ 1394926 w 1394926"/>
                <a:gd name="connsiteY3" fmla="*/ 55281 h 55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4926" h="55281">
                  <a:moveTo>
                    <a:pt x="0" y="42130"/>
                  </a:moveTo>
                  <a:cubicBezTo>
                    <a:pt x="160028" y="47917"/>
                    <a:pt x="272221" y="44511"/>
                    <a:pt x="461703" y="5761"/>
                  </a:cubicBezTo>
                  <a:cubicBezTo>
                    <a:pt x="586323" y="33939"/>
                    <a:pt x="745072" y="92472"/>
                    <a:pt x="961766" y="0"/>
                  </a:cubicBezTo>
                  <a:cubicBezTo>
                    <a:pt x="1096704" y="53975"/>
                    <a:pt x="1246495" y="50518"/>
                    <a:pt x="1394926" y="55281"/>
                  </a:cubicBezTo>
                </a:path>
              </a:pathLst>
            </a:custGeom>
            <a:grp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C90AEA6-A288-75A1-7375-692C8EA98828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24117010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90AEA6-A288-75A1-7375-692C8EA98828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Q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B147D10-CAA9-8176-45BF-0EBD86F79CCE}"/>
              </a:ext>
            </a:extLst>
          </p:cNvPr>
          <p:cNvGrpSpPr/>
          <p:nvPr/>
        </p:nvGrpSpPr>
        <p:grpSpPr>
          <a:xfrm>
            <a:off x="2603715" y="1200339"/>
            <a:ext cx="5236364" cy="5736896"/>
            <a:chOff x="3742200" y="600760"/>
            <a:chExt cx="1161709" cy="1272754"/>
          </a:xfrm>
        </p:grpSpPr>
        <p:sp>
          <p:nvSpPr>
            <p:cNvPr id="8" name="Rectangle 13">
              <a:extLst>
                <a:ext uri="{FF2B5EF4-FFF2-40B4-BE49-F238E27FC236}">
                  <a16:creationId xmlns:a16="http://schemas.microsoft.com/office/drawing/2014/main" id="{FF70E83A-B1C1-34B4-DF8F-E9C49605E796}"/>
                </a:ext>
              </a:extLst>
            </p:cNvPr>
            <p:cNvSpPr/>
            <p:nvPr/>
          </p:nvSpPr>
          <p:spPr>
            <a:xfrm>
              <a:off x="3857624" y="840077"/>
              <a:ext cx="941387" cy="727937"/>
            </a:xfrm>
            <a:custGeom>
              <a:avLst/>
              <a:gdLst>
                <a:gd name="connsiteX0" fmla="*/ 0 w 812800"/>
                <a:gd name="connsiteY0" fmla="*/ 0 h 1016000"/>
                <a:gd name="connsiteX1" fmla="*/ 812800 w 812800"/>
                <a:gd name="connsiteY1" fmla="*/ 0 h 1016000"/>
                <a:gd name="connsiteX2" fmla="*/ 812800 w 812800"/>
                <a:gd name="connsiteY2" fmla="*/ 1016000 h 1016000"/>
                <a:gd name="connsiteX3" fmla="*/ 0 w 812800"/>
                <a:gd name="connsiteY3" fmla="*/ 1016000 h 1016000"/>
                <a:gd name="connsiteX4" fmla="*/ 0 w 812800"/>
                <a:gd name="connsiteY4" fmla="*/ 0 h 1016000"/>
                <a:gd name="connsiteX0" fmla="*/ 0 w 812800"/>
                <a:gd name="connsiteY0" fmla="*/ 69850 h 1085850"/>
                <a:gd name="connsiteX1" fmla="*/ 336550 w 812800"/>
                <a:gd name="connsiteY1" fmla="*/ 0 h 1085850"/>
                <a:gd name="connsiteX2" fmla="*/ 812800 w 812800"/>
                <a:gd name="connsiteY2" fmla="*/ 69850 h 1085850"/>
                <a:gd name="connsiteX3" fmla="*/ 812800 w 812800"/>
                <a:gd name="connsiteY3" fmla="*/ 1085850 h 1085850"/>
                <a:gd name="connsiteX4" fmla="*/ 0 w 812800"/>
                <a:gd name="connsiteY4" fmla="*/ 1085850 h 1085850"/>
                <a:gd name="connsiteX5" fmla="*/ 0 w 812800"/>
                <a:gd name="connsiteY5" fmla="*/ 69850 h 1085850"/>
                <a:gd name="connsiteX0" fmla="*/ 0 w 914400"/>
                <a:gd name="connsiteY0" fmla="*/ 69850 h 1085850"/>
                <a:gd name="connsiteX1" fmla="*/ 336550 w 914400"/>
                <a:gd name="connsiteY1" fmla="*/ 0 h 1085850"/>
                <a:gd name="connsiteX2" fmla="*/ 914400 w 914400"/>
                <a:gd name="connsiteY2" fmla="*/ 615950 h 1085850"/>
                <a:gd name="connsiteX3" fmla="*/ 812800 w 914400"/>
                <a:gd name="connsiteY3" fmla="*/ 1085850 h 1085850"/>
                <a:gd name="connsiteX4" fmla="*/ 0 w 914400"/>
                <a:gd name="connsiteY4" fmla="*/ 1085850 h 1085850"/>
                <a:gd name="connsiteX5" fmla="*/ 0 w 914400"/>
                <a:gd name="connsiteY5" fmla="*/ 69850 h 1085850"/>
                <a:gd name="connsiteX0" fmla="*/ 0 w 1143000"/>
                <a:gd name="connsiteY0" fmla="*/ 660400 h 1085850"/>
                <a:gd name="connsiteX1" fmla="*/ 565150 w 1143000"/>
                <a:gd name="connsiteY1" fmla="*/ 0 h 1085850"/>
                <a:gd name="connsiteX2" fmla="*/ 1143000 w 1143000"/>
                <a:gd name="connsiteY2" fmla="*/ 615950 h 1085850"/>
                <a:gd name="connsiteX3" fmla="*/ 1041400 w 1143000"/>
                <a:gd name="connsiteY3" fmla="*/ 1085850 h 1085850"/>
                <a:gd name="connsiteX4" fmla="*/ 228600 w 1143000"/>
                <a:gd name="connsiteY4" fmla="*/ 1085850 h 1085850"/>
                <a:gd name="connsiteX5" fmla="*/ 0 w 1143000"/>
                <a:gd name="connsiteY5" fmla="*/ 660400 h 1085850"/>
                <a:gd name="connsiteX0" fmla="*/ 0 w 1143000"/>
                <a:gd name="connsiteY0" fmla="*/ 660400 h 1085850"/>
                <a:gd name="connsiteX1" fmla="*/ 565150 w 1143000"/>
                <a:gd name="connsiteY1" fmla="*/ 0 h 1085850"/>
                <a:gd name="connsiteX2" fmla="*/ 1143000 w 1143000"/>
                <a:gd name="connsiteY2" fmla="*/ 615950 h 1085850"/>
                <a:gd name="connsiteX3" fmla="*/ 1041400 w 1143000"/>
                <a:gd name="connsiteY3" fmla="*/ 1085850 h 1085850"/>
                <a:gd name="connsiteX4" fmla="*/ 0 w 1143000"/>
                <a:gd name="connsiteY4" fmla="*/ 660400 h 1085850"/>
                <a:gd name="connsiteX0" fmla="*/ 0 w 1143000"/>
                <a:gd name="connsiteY0" fmla="*/ 660400 h 660400"/>
                <a:gd name="connsiteX1" fmla="*/ 565150 w 1143000"/>
                <a:gd name="connsiteY1" fmla="*/ 0 h 660400"/>
                <a:gd name="connsiteX2" fmla="*/ 1143000 w 1143000"/>
                <a:gd name="connsiteY2" fmla="*/ 615950 h 660400"/>
                <a:gd name="connsiteX3" fmla="*/ 0 w 1143000"/>
                <a:gd name="connsiteY3" fmla="*/ 660400 h 660400"/>
                <a:gd name="connsiteX0" fmla="*/ 0 w 1143000"/>
                <a:gd name="connsiteY0" fmla="*/ 660400 h 660400"/>
                <a:gd name="connsiteX1" fmla="*/ 565150 w 1143000"/>
                <a:gd name="connsiteY1" fmla="*/ 0 h 660400"/>
                <a:gd name="connsiteX2" fmla="*/ 1143000 w 1143000"/>
                <a:gd name="connsiteY2" fmla="*/ 644525 h 660400"/>
                <a:gd name="connsiteX3" fmla="*/ 0 w 1143000"/>
                <a:gd name="connsiteY3" fmla="*/ 660400 h 660400"/>
                <a:gd name="connsiteX0" fmla="*/ 0 w 1119187"/>
                <a:gd name="connsiteY0" fmla="*/ 708025 h 708025"/>
                <a:gd name="connsiteX1" fmla="*/ 541337 w 1119187"/>
                <a:gd name="connsiteY1" fmla="*/ 0 h 708025"/>
                <a:gd name="connsiteX2" fmla="*/ 1119187 w 1119187"/>
                <a:gd name="connsiteY2" fmla="*/ 644525 h 708025"/>
                <a:gd name="connsiteX3" fmla="*/ 0 w 1119187"/>
                <a:gd name="connsiteY3" fmla="*/ 708025 h 708025"/>
                <a:gd name="connsiteX0" fmla="*/ 28792 w 1147979"/>
                <a:gd name="connsiteY0" fmla="*/ 708025 h 708025"/>
                <a:gd name="connsiteX1" fmla="*/ 570129 w 1147979"/>
                <a:gd name="connsiteY1" fmla="*/ 0 h 708025"/>
                <a:gd name="connsiteX2" fmla="*/ 1147979 w 1147979"/>
                <a:gd name="connsiteY2" fmla="*/ 644525 h 708025"/>
                <a:gd name="connsiteX3" fmla="*/ 28792 w 1147979"/>
                <a:gd name="connsiteY3" fmla="*/ 708025 h 708025"/>
                <a:gd name="connsiteX0" fmla="*/ 35769 w 1154956"/>
                <a:gd name="connsiteY0" fmla="*/ 734257 h 734257"/>
                <a:gd name="connsiteX1" fmla="*/ 577106 w 1154956"/>
                <a:gd name="connsiteY1" fmla="*/ 26232 h 734257"/>
                <a:gd name="connsiteX2" fmla="*/ 1154956 w 1154956"/>
                <a:gd name="connsiteY2" fmla="*/ 670757 h 734257"/>
                <a:gd name="connsiteX3" fmla="*/ 35769 w 1154956"/>
                <a:gd name="connsiteY3" fmla="*/ 734257 h 734257"/>
                <a:gd name="connsiteX0" fmla="*/ 28957 w 1148144"/>
                <a:gd name="connsiteY0" fmla="*/ 731866 h 731866"/>
                <a:gd name="connsiteX1" fmla="*/ 570294 w 1148144"/>
                <a:gd name="connsiteY1" fmla="*/ 23841 h 731866"/>
                <a:gd name="connsiteX2" fmla="*/ 1148144 w 1148144"/>
                <a:gd name="connsiteY2" fmla="*/ 668366 h 731866"/>
                <a:gd name="connsiteX3" fmla="*/ 28957 w 1148144"/>
                <a:gd name="connsiteY3" fmla="*/ 731866 h 731866"/>
                <a:gd name="connsiteX0" fmla="*/ 28957 w 1169232"/>
                <a:gd name="connsiteY0" fmla="*/ 731866 h 731866"/>
                <a:gd name="connsiteX1" fmla="*/ 570294 w 1169232"/>
                <a:gd name="connsiteY1" fmla="*/ 23841 h 731866"/>
                <a:gd name="connsiteX2" fmla="*/ 1148144 w 1169232"/>
                <a:gd name="connsiteY2" fmla="*/ 668366 h 731866"/>
                <a:gd name="connsiteX3" fmla="*/ 28957 w 1169232"/>
                <a:gd name="connsiteY3" fmla="*/ 731866 h 731866"/>
                <a:gd name="connsiteX0" fmla="*/ 28957 w 1168411"/>
                <a:gd name="connsiteY0" fmla="*/ 732942 h 732942"/>
                <a:gd name="connsiteX1" fmla="*/ 570294 w 1168411"/>
                <a:gd name="connsiteY1" fmla="*/ 24917 h 732942"/>
                <a:gd name="connsiteX2" fmla="*/ 1148144 w 1168411"/>
                <a:gd name="connsiteY2" fmla="*/ 669442 h 732942"/>
                <a:gd name="connsiteX3" fmla="*/ 28957 w 1168411"/>
                <a:gd name="connsiteY3" fmla="*/ 732942 h 732942"/>
                <a:gd name="connsiteX0" fmla="*/ 29468 w 1168627"/>
                <a:gd name="connsiteY0" fmla="*/ 728509 h 728509"/>
                <a:gd name="connsiteX1" fmla="*/ 561280 w 1168627"/>
                <a:gd name="connsiteY1" fmla="*/ 25247 h 728509"/>
                <a:gd name="connsiteX2" fmla="*/ 1148655 w 1168627"/>
                <a:gd name="connsiteY2" fmla="*/ 665009 h 728509"/>
                <a:gd name="connsiteX3" fmla="*/ 29468 w 1168627"/>
                <a:gd name="connsiteY3" fmla="*/ 728509 h 728509"/>
                <a:gd name="connsiteX0" fmla="*/ 29468 w 1168627"/>
                <a:gd name="connsiteY0" fmla="*/ 728509 h 1028108"/>
                <a:gd name="connsiteX1" fmla="*/ 561280 w 1168627"/>
                <a:gd name="connsiteY1" fmla="*/ 25247 h 1028108"/>
                <a:gd name="connsiteX2" fmla="*/ 1148655 w 1168627"/>
                <a:gd name="connsiteY2" fmla="*/ 665009 h 1028108"/>
                <a:gd name="connsiteX3" fmla="*/ 29468 w 1168627"/>
                <a:gd name="connsiteY3" fmla="*/ 728509 h 1028108"/>
                <a:gd name="connsiteX0" fmla="*/ 29468 w 1168627"/>
                <a:gd name="connsiteY0" fmla="*/ 728509 h 1271016"/>
                <a:gd name="connsiteX1" fmla="*/ 561280 w 1168627"/>
                <a:gd name="connsiteY1" fmla="*/ 25247 h 1271016"/>
                <a:gd name="connsiteX2" fmla="*/ 1148655 w 1168627"/>
                <a:gd name="connsiteY2" fmla="*/ 665009 h 1271016"/>
                <a:gd name="connsiteX3" fmla="*/ 29468 w 1168627"/>
                <a:gd name="connsiteY3" fmla="*/ 728509 h 1271016"/>
                <a:gd name="connsiteX0" fmla="*/ 29468 w 1168627"/>
                <a:gd name="connsiteY0" fmla="*/ 728509 h 1266143"/>
                <a:gd name="connsiteX1" fmla="*/ 561280 w 1168627"/>
                <a:gd name="connsiteY1" fmla="*/ 25247 h 1266143"/>
                <a:gd name="connsiteX2" fmla="*/ 1148655 w 1168627"/>
                <a:gd name="connsiteY2" fmla="*/ 665009 h 1266143"/>
                <a:gd name="connsiteX3" fmla="*/ 29468 w 1168627"/>
                <a:gd name="connsiteY3" fmla="*/ 728509 h 1266143"/>
                <a:gd name="connsiteX0" fmla="*/ 29468 w 1168627"/>
                <a:gd name="connsiteY0" fmla="*/ 740872 h 1278506"/>
                <a:gd name="connsiteX1" fmla="*/ 561280 w 1168627"/>
                <a:gd name="connsiteY1" fmla="*/ 37610 h 1278506"/>
                <a:gd name="connsiteX2" fmla="*/ 1148655 w 1168627"/>
                <a:gd name="connsiteY2" fmla="*/ 677372 h 1278506"/>
                <a:gd name="connsiteX3" fmla="*/ 29468 w 1168627"/>
                <a:gd name="connsiteY3" fmla="*/ 740872 h 1278506"/>
                <a:gd name="connsiteX0" fmla="*/ 29468 w 1168260"/>
                <a:gd name="connsiteY0" fmla="*/ 735149 h 1272783"/>
                <a:gd name="connsiteX1" fmla="*/ 561280 w 1168260"/>
                <a:gd name="connsiteY1" fmla="*/ 31887 h 1272783"/>
                <a:gd name="connsiteX2" fmla="*/ 1148655 w 1168260"/>
                <a:gd name="connsiteY2" fmla="*/ 671649 h 1272783"/>
                <a:gd name="connsiteX3" fmla="*/ 29468 w 1168260"/>
                <a:gd name="connsiteY3" fmla="*/ 735149 h 1272783"/>
                <a:gd name="connsiteX0" fmla="*/ 29468 w 1168442"/>
                <a:gd name="connsiteY0" fmla="*/ 739715 h 1277349"/>
                <a:gd name="connsiteX1" fmla="*/ 561280 w 1168442"/>
                <a:gd name="connsiteY1" fmla="*/ 36453 h 1277349"/>
                <a:gd name="connsiteX2" fmla="*/ 1148655 w 1168442"/>
                <a:gd name="connsiteY2" fmla="*/ 676215 h 1277349"/>
                <a:gd name="connsiteX3" fmla="*/ 29468 w 1168442"/>
                <a:gd name="connsiteY3" fmla="*/ 739715 h 1277349"/>
                <a:gd name="connsiteX0" fmla="*/ 29468 w 1167654"/>
                <a:gd name="connsiteY0" fmla="*/ 738243 h 1275877"/>
                <a:gd name="connsiteX1" fmla="*/ 561280 w 1167654"/>
                <a:gd name="connsiteY1" fmla="*/ 34981 h 1275877"/>
                <a:gd name="connsiteX2" fmla="*/ 1148655 w 1167654"/>
                <a:gd name="connsiteY2" fmla="*/ 674743 h 1275877"/>
                <a:gd name="connsiteX3" fmla="*/ 29468 w 1167654"/>
                <a:gd name="connsiteY3" fmla="*/ 738243 h 1275877"/>
                <a:gd name="connsiteX0" fmla="*/ 29468 w 1168391"/>
                <a:gd name="connsiteY0" fmla="*/ 732679 h 1270313"/>
                <a:gd name="connsiteX1" fmla="*/ 561280 w 1168391"/>
                <a:gd name="connsiteY1" fmla="*/ 29417 h 1270313"/>
                <a:gd name="connsiteX2" fmla="*/ 1148655 w 1168391"/>
                <a:gd name="connsiteY2" fmla="*/ 669179 h 1270313"/>
                <a:gd name="connsiteX3" fmla="*/ 29468 w 1168391"/>
                <a:gd name="connsiteY3" fmla="*/ 732679 h 1270313"/>
                <a:gd name="connsiteX0" fmla="*/ 26521 w 1165444"/>
                <a:gd name="connsiteY0" fmla="*/ 732679 h 1270313"/>
                <a:gd name="connsiteX1" fmla="*/ 558333 w 1165444"/>
                <a:gd name="connsiteY1" fmla="*/ 29417 h 1270313"/>
                <a:gd name="connsiteX2" fmla="*/ 1145708 w 1165444"/>
                <a:gd name="connsiteY2" fmla="*/ 669179 h 1270313"/>
                <a:gd name="connsiteX3" fmla="*/ 26521 w 1165444"/>
                <a:gd name="connsiteY3" fmla="*/ 732679 h 1270313"/>
                <a:gd name="connsiteX0" fmla="*/ 26521 w 1163073"/>
                <a:gd name="connsiteY0" fmla="*/ 731631 h 1269265"/>
                <a:gd name="connsiteX1" fmla="*/ 558333 w 1163073"/>
                <a:gd name="connsiteY1" fmla="*/ 28369 h 1269265"/>
                <a:gd name="connsiteX2" fmla="*/ 1145708 w 1163073"/>
                <a:gd name="connsiteY2" fmla="*/ 668131 h 1269265"/>
                <a:gd name="connsiteX3" fmla="*/ 26521 w 1163073"/>
                <a:gd name="connsiteY3" fmla="*/ 731631 h 1269265"/>
                <a:gd name="connsiteX0" fmla="*/ 26521 w 1163247"/>
                <a:gd name="connsiteY0" fmla="*/ 735981 h 1273615"/>
                <a:gd name="connsiteX1" fmla="*/ 558333 w 1163247"/>
                <a:gd name="connsiteY1" fmla="*/ 32719 h 1273615"/>
                <a:gd name="connsiteX2" fmla="*/ 1145708 w 1163247"/>
                <a:gd name="connsiteY2" fmla="*/ 672481 h 1273615"/>
                <a:gd name="connsiteX3" fmla="*/ 26521 w 1163247"/>
                <a:gd name="connsiteY3" fmla="*/ 735981 h 1273615"/>
                <a:gd name="connsiteX0" fmla="*/ 26521 w 1161709"/>
                <a:gd name="connsiteY0" fmla="*/ 735120 h 1272754"/>
                <a:gd name="connsiteX1" fmla="*/ 558333 w 1161709"/>
                <a:gd name="connsiteY1" fmla="*/ 31858 h 1272754"/>
                <a:gd name="connsiteX2" fmla="*/ 1145708 w 1161709"/>
                <a:gd name="connsiteY2" fmla="*/ 671620 h 1272754"/>
                <a:gd name="connsiteX3" fmla="*/ 26521 w 1161709"/>
                <a:gd name="connsiteY3" fmla="*/ 735120 h 1272754"/>
                <a:gd name="connsiteX0" fmla="*/ 26521 w 1081715"/>
                <a:gd name="connsiteY0" fmla="*/ 726691 h 1397189"/>
                <a:gd name="connsiteX1" fmla="*/ 558333 w 1081715"/>
                <a:gd name="connsiteY1" fmla="*/ 23429 h 1397189"/>
                <a:gd name="connsiteX2" fmla="*/ 1063158 w 1081715"/>
                <a:gd name="connsiteY2" fmla="*/ 907666 h 1397189"/>
                <a:gd name="connsiteX3" fmla="*/ 26521 w 1081715"/>
                <a:gd name="connsiteY3" fmla="*/ 726691 h 1397189"/>
                <a:gd name="connsiteX0" fmla="*/ 31926 w 998220"/>
                <a:gd name="connsiteY0" fmla="*/ 971341 h 1507442"/>
                <a:gd name="connsiteX1" fmla="*/ 474838 w 998220"/>
                <a:gd name="connsiteY1" fmla="*/ 20429 h 1507442"/>
                <a:gd name="connsiteX2" fmla="*/ 979663 w 998220"/>
                <a:gd name="connsiteY2" fmla="*/ 904666 h 1507442"/>
                <a:gd name="connsiteX3" fmla="*/ 31926 w 998220"/>
                <a:gd name="connsiteY3" fmla="*/ 971341 h 1507442"/>
                <a:gd name="connsiteX0" fmla="*/ 31926 w 998220"/>
                <a:gd name="connsiteY0" fmla="*/ 971341 h 1348854"/>
                <a:gd name="connsiteX1" fmla="*/ 474838 w 998220"/>
                <a:gd name="connsiteY1" fmla="*/ 20429 h 1348854"/>
                <a:gd name="connsiteX2" fmla="*/ 979663 w 998220"/>
                <a:gd name="connsiteY2" fmla="*/ 904666 h 1348854"/>
                <a:gd name="connsiteX3" fmla="*/ 31926 w 998220"/>
                <a:gd name="connsiteY3" fmla="*/ 971341 h 1348854"/>
                <a:gd name="connsiteX0" fmla="*/ 31926 w 998220"/>
                <a:gd name="connsiteY0" fmla="*/ 971341 h 1244748"/>
                <a:gd name="connsiteX1" fmla="*/ 474838 w 998220"/>
                <a:gd name="connsiteY1" fmla="*/ 20429 h 1244748"/>
                <a:gd name="connsiteX2" fmla="*/ 979663 w 998220"/>
                <a:gd name="connsiteY2" fmla="*/ 904666 h 1244748"/>
                <a:gd name="connsiteX3" fmla="*/ 31926 w 998220"/>
                <a:gd name="connsiteY3" fmla="*/ 971341 h 1244748"/>
                <a:gd name="connsiteX0" fmla="*/ 44481 w 1007111"/>
                <a:gd name="connsiteY0" fmla="*/ 510552 h 783959"/>
                <a:gd name="connsiteX1" fmla="*/ 360393 w 1007111"/>
                <a:gd name="connsiteY1" fmla="*/ 67640 h 783959"/>
                <a:gd name="connsiteX2" fmla="*/ 992218 w 1007111"/>
                <a:gd name="connsiteY2" fmla="*/ 443877 h 783959"/>
                <a:gd name="connsiteX3" fmla="*/ 44481 w 1007111"/>
                <a:gd name="connsiteY3" fmla="*/ 510552 h 783959"/>
                <a:gd name="connsiteX0" fmla="*/ 44481 w 1008640"/>
                <a:gd name="connsiteY0" fmla="*/ 505934 h 779341"/>
                <a:gd name="connsiteX1" fmla="*/ 360393 w 1008640"/>
                <a:gd name="connsiteY1" fmla="*/ 63022 h 779341"/>
                <a:gd name="connsiteX2" fmla="*/ 627095 w 1008640"/>
                <a:gd name="connsiteY2" fmla="*/ 48731 h 779341"/>
                <a:gd name="connsiteX3" fmla="*/ 992218 w 1008640"/>
                <a:gd name="connsiteY3" fmla="*/ 439259 h 779341"/>
                <a:gd name="connsiteX4" fmla="*/ 44481 w 1008640"/>
                <a:gd name="connsiteY4" fmla="*/ 505934 h 779341"/>
                <a:gd name="connsiteX0" fmla="*/ 0 w 964159"/>
                <a:gd name="connsiteY0" fmla="*/ 505934 h 779341"/>
                <a:gd name="connsiteX1" fmla="*/ 315912 w 964159"/>
                <a:gd name="connsiteY1" fmla="*/ 63022 h 779341"/>
                <a:gd name="connsiteX2" fmla="*/ 582614 w 964159"/>
                <a:gd name="connsiteY2" fmla="*/ 48731 h 779341"/>
                <a:gd name="connsiteX3" fmla="*/ 947737 w 964159"/>
                <a:gd name="connsiteY3" fmla="*/ 439259 h 779341"/>
                <a:gd name="connsiteX4" fmla="*/ 0 w 964159"/>
                <a:gd name="connsiteY4" fmla="*/ 505934 h 779341"/>
                <a:gd name="connsiteX0" fmla="*/ 0 w 964159"/>
                <a:gd name="connsiteY0" fmla="*/ 505934 h 779341"/>
                <a:gd name="connsiteX1" fmla="*/ 315912 w 964159"/>
                <a:gd name="connsiteY1" fmla="*/ 63022 h 779341"/>
                <a:gd name="connsiteX2" fmla="*/ 582614 w 964159"/>
                <a:gd name="connsiteY2" fmla="*/ 48731 h 779341"/>
                <a:gd name="connsiteX3" fmla="*/ 947737 w 964159"/>
                <a:gd name="connsiteY3" fmla="*/ 439259 h 779341"/>
                <a:gd name="connsiteX4" fmla="*/ 0 w 964159"/>
                <a:gd name="connsiteY4" fmla="*/ 505934 h 779341"/>
                <a:gd name="connsiteX0" fmla="*/ 0 w 964159"/>
                <a:gd name="connsiteY0" fmla="*/ 505934 h 779341"/>
                <a:gd name="connsiteX1" fmla="*/ 315912 w 964159"/>
                <a:gd name="connsiteY1" fmla="*/ 63022 h 779341"/>
                <a:gd name="connsiteX2" fmla="*/ 582614 w 964159"/>
                <a:gd name="connsiteY2" fmla="*/ 48731 h 779341"/>
                <a:gd name="connsiteX3" fmla="*/ 947737 w 964159"/>
                <a:gd name="connsiteY3" fmla="*/ 439259 h 779341"/>
                <a:gd name="connsiteX4" fmla="*/ 0 w 964159"/>
                <a:gd name="connsiteY4" fmla="*/ 505934 h 779341"/>
                <a:gd name="connsiteX0" fmla="*/ 0 w 964159"/>
                <a:gd name="connsiteY0" fmla="*/ 475998 h 749405"/>
                <a:gd name="connsiteX1" fmla="*/ 315912 w 964159"/>
                <a:gd name="connsiteY1" fmla="*/ 33086 h 749405"/>
                <a:gd name="connsiteX2" fmla="*/ 582614 w 964159"/>
                <a:gd name="connsiteY2" fmla="*/ 18795 h 749405"/>
                <a:gd name="connsiteX3" fmla="*/ 947737 w 964159"/>
                <a:gd name="connsiteY3" fmla="*/ 409323 h 749405"/>
                <a:gd name="connsiteX4" fmla="*/ 0 w 964159"/>
                <a:gd name="connsiteY4" fmla="*/ 475998 h 749405"/>
                <a:gd name="connsiteX0" fmla="*/ 0 w 964159"/>
                <a:gd name="connsiteY0" fmla="*/ 457203 h 730610"/>
                <a:gd name="connsiteX1" fmla="*/ 315912 w 964159"/>
                <a:gd name="connsiteY1" fmla="*/ 14291 h 730610"/>
                <a:gd name="connsiteX2" fmla="*/ 582614 w 964159"/>
                <a:gd name="connsiteY2" fmla="*/ 0 h 730610"/>
                <a:gd name="connsiteX3" fmla="*/ 947737 w 964159"/>
                <a:gd name="connsiteY3" fmla="*/ 390528 h 730610"/>
                <a:gd name="connsiteX4" fmla="*/ 0 w 964159"/>
                <a:gd name="connsiteY4" fmla="*/ 457203 h 730610"/>
                <a:gd name="connsiteX0" fmla="*/ 0 w 964159"/>
                <a:gd name="connsiteY0" fmla="*/ 457203 h 730610"/>
                <a:gd name="connsiteX1" fmla="*/ 315912 w 964159"/>
                <a:gd name="connsiteY1" fmla="*/ 14291 h 730610"/>
                <a:gd name="connsiteX2" fmla="*/ 582614 w 964159"/>
                <a:gd name="connsiteY2" fmla="*/ 0 h 730610"/>
                <a:gd name="connsiteX3" fmla="*/ 947737 w 964159"/>
                <a:gd name="connsiteY3" fmla="*/ 390528 h 730610"/>
                <a:gd name="connsiteX4" fmla="*/ 0 w 964159"/>
                <a:gd name="connsiteY4" fmla="*/ 457203 h 730610"/>
                <a:gd name="connsiteX0" fmla="*/ 0 w 947737"/>
                <a:gd name="connsiteY0" fmla="*/ 457203 h 730610"/>
                <a:gd name="connsiteX1" fmla="*/ 315912 w 947737"/>
                <a:gd name="connsiteY1" fmla="*/ 14291 h 730610"/>
                <a:gd name="connsiteX2" fmla="*/ 582614 w 947737"/>
                <a:gd name="connsiteY2" fmla="*/ 0 h 730610"/>
                <a:gd name="connsiteX3" fmla="*/ 947737 w 947737"/>
                <a:gd name="connsiteY3" fmla="*/ 390528 h 730610"/>
                <a:gd name="connsiteX4" fmla="*/ 0 w 947737"/>
                <a:gd name="connsiteY4" fmla="*/ 457203 h 730610"/>
                <a:gd name="connsiteX0" fmla="*/ 0 w 941387"/>
                <a:gd name="connsiteY0" fmla="*/ 457203 h 730610"/>
                <a:gd name="connsiteX1" fmla="*/ 315912 w 941387"/>
                <a:gd name="connsiteY1" fmla="*/ 14291 h 730610"/>
                <a:gd name="connsiteX2" fmla="*/ 582614 w 941387"/>
                <a:gd name="connsiteY2" fmla="*/ 0 h 730610"/>
                <a:gd name="connsiteX3" fmla="*/ 941387 w 941387"/>
                <a:gd name="connsiteY3" fmla="*/ 390528 h 730610"/>
                <a:gd name="connsiteX4" fmla="*/ 0 w 941387"/>
                <a:gd name="connsiteY4" fmla="*/ 457203 h 730610"/>
                <a:gd name="connsiteX0" fmla="*/ 0 w 941387"/>
                <a:gd name="connsiteY0" fmla="*/ 457203 h 730610"/>
                <a:gd name="connsiteX1" fmla="*/ 315912 w 941387"/>
                <a:gd name="connsiteY1" fmla="*/ 14291 h 730610"/>
                <a:gd name="connsiteX2" fmla="*/ 582614 w 941387"/>
                <a:gd name="connsiteY2" fmla="*/ 0 h 730610"/>
                <a:gd name="connsiteX3" fmla="*/ 941387 w 941387"/>
                <a:gd name="connsiteY3" fmla="*/ 390528 h 730610"/>
                <a:gd name="connsiteX4" fmla="*/ 0 w 941387"/>
                <a:gd name="connsiteY4" fmla="*/ 457203 h 730610"/>
                <a:gd name="connsiteX0" fmla="*/ 0 w 941387"/>
                <a:gd name="connsiteY0" fmla="*/ 457203 h 730610"/>
                <a:gd name="connsiteX1" fmla="*/ 315912 w 941387"/>
                <a:gd name="connsiteY1" fmla="*/ 14291 h 730610"/>
                <a:gd name="connsiteX2" fmla="*/ 582614 w 941387"/>
                <a:gd name="connsiteY2" fmla="*/ 0 h 730610"/>
                <a:gd name="connsiteX3" fmla="*/ 941387 w 941387"/>
                <a:gd name="connsiteY3" fmla="*/ 390528 h 730610"/>
                <a:gd name="connsiteX4" fmla="*/ 0 w 941387"/>
                <a:gd name="connsiteY4" fmla="*/ 457203 h 730610"/>
                <a:gd name="connsiteX0" fmla="*/ 0 w 941387"/>
                <a:gd name="connsiteY0" fmla="*/ 457733 h 731140"/>
                <a:gd name="connsiteX1" fmla="*/ 315912 w 941387"/>
                <a:gd name="connsiteY1" fmla="*/ 14821 h 731140"/>
                <a:gd name="connsiteX2" fmla="*/ 582614 w 941387"/>
                <a:gd name="connsiteY2" fmla="*/ 530 h 731140"/>
                <a:gd name="connsiteX3" fmla="*/ 941387 w 941387"/>
                <a:gd name="connsiteY3" fmla="*/ 391058 h 731140"/>
                <a:gd name="connsiteX4" fmla="*/ 0 w 941387"/>
                <a:gd name="connsiteY4" fmla="*/ 457733 h 731140"/>
                <a:gd name="connsiteX0" fmla="*/ 0 w 941387"/>
                <a:gd name="connsiteY0" fmla="*/ 457292 h 730699"/>
                <a:gd name="connsiteX1" fmla="*/ 315912 w 941387"/>
                <a:gd name="connsiteY1" fmla="*/ 14380 h 730699"/>
                <a:gd name="connsiteX2" fmla="*/ 582614 w 941387"/>
                <a:gd name="connsiteY2" fmla="*/ 89 h 730699"/>
                <a:gd name="connsiteX3" fmla="*/ 941387 w 941387"/>
                <a:gd name="connsiteY3" fmla="*/ 390617 h 730699"/>
                <a:gd name="connsiteX4" fmla="*/ 0 w 941387"/>
                <a:gd name="connsiteY4" fmla="*/ 457292 h 730699"/>
                <a:gd name="connsiteX0" fmla="*/ 0 w 941387"/>
                <a:gd name="connsiteY0" fmla="*/ 463230 h 736637"/>
                <a:gd name="connsiteX1" fmla="*/ 315912 w 941387"/>
                <a:gd name="connsiteY1" fmla="*/ 20318 h 736637"/>
                <a:gd name="connsiteX2" fmla="*/ 582614 w 941387"/>
                <a:gd name="connsiteY2" fmla="*/ 6027 h 736637"/>
                <a:gd name="connsiteX3" fmla="*/ 941387 w 941387"/>
                <a:gd name="connsiteY3" fmla="*/ 396555 h 736637"/>
                <a:gd name="connsiteX4" fmla="*/ 0 w 941387"/>
                <a:gd name="connsiteY4" fmla="*/ 463230 h 736637"/>
                <a:gd name="connsiteX0" fmla="*/ 0 w 941387"/>
                <a:gd name="connsiteY0" fmla="*/ 460884 h 734291"/>
                <a:gd name="connsiteX1" fmla="*/ 315912 w 941387"/>
                <a:gd name="connsiteY1" fmla="*/ 17972 h 734291"/>
                <a:gd name="connsiteX2" fmla="*/ 568327 w 941387"/>
                <a:gd name="connsiteY2" fmla="*/ 6062 h 734291"/>
                <a:gd name="connsiteX3" fmla="*/ 941387 w 941387"/>
                <a:gd name="connsiteY3" fmla="*/ 394209 h 734291"/>
                <a:gd name="connsiteX4" fmla="*/ 0 w 941387"/>
                <a:gd name="connsiteY4" fmla="*/ 460884 h 734291"/>
                <a:gd name="connsiteX0" fmla="*/ 0 w 941387"/>
                <a:gd name="connsiteY0" fmla="*/ 453842 h 727249"/>
                <a:gd name="connsiteX1" fmla="*/ 315912 w 941387"/>
                <a:gd name="connsiteY1" fmla="*/ 10930 h 727249"/>
                <a:gd name="connsiteX2" fmla="*/ 554039 w 941387"/>
                <a:gd name="connsiteY2" fmla="*/ 6164 h 727249"/>
                <a:gd name="connsiteX3" fmla="*/ 941387 w 941387"/>
                <a:gd name="connsiteY3" fmla="*/ 387167 h 727249"/>
                <a:gd name="connsiteX4" fmla="*/ 0 w 941387"/>
                <a:gd name="connsiteY4" fmla="*/ 453842 h 727249"/>
                <a:gd name="connsiteX0" fmla="*/ 0 w 941387"/>
                <a:gd name="connsiteY0" fmla="*/ 453842 h 727249"/>
                <a:gd name="connsiteX1" fmla="*/ 315912 w 941387"/>
                <a:gd name="connsiteY1" fmla="*/ 10930 h 727249"/>
                <a:gd name="connsiteX2" fmla="*/ 554039 w 941387"/>
                <a:gd name="connsiteY2" fmla="*/ 6164 h 727249"/>
                <a:gd name="connsiteX3" fmla="*/ 941387 w 941387"/>
                <a:gd name="connsiteY3" fmla="*/ 387167 h 727249"/>
                <a:gd name="connsiteX4" fmla="*/ 0 w 941387"/>
                <a:gd name="connsiteY4" fmla="*/ 453842 h 727249"/>
                <a:gd name="connsiteX0" fmla="*/ 0 w 941387"/>
                <a:gd name="connsiteY0" fmla="*/ 446804 h 720211"/>
                <a:gd name="connsiteX1" fmla="*/ 315912 w 941387"/>
                <a:gd name="connsiteY1" fmla="*/ 3892 h 720211"/>
                <a:gd name="connsiteX2" fmla="*/ 532608 w 941387"/>
                <a:gd name="connsiteY2" fmla="*/ 6270 h 720211"/>
                <a:gd name="connsiteX3" fmla="*/ 941387 w 941387"/>
                <a:gd name="connsiteY3" fmla="*/ 380129 h 720211"/>
                <a:gd name="connsiteX4" fmla="*/ 0 w 941387"/>
                <a:gd name="connsiteY4" fmla="*/ 446804 h 720211"/>
                <a:gd name="connsiteX0" fmla="*/ 0 w 941387"/>
                <a:gd name="connsiteY0" fmla="*/ 454673 h 728080"/>
                <a:gd name="connsiteX1" fmla="*/ 315912 w 941387"/>
                <a:gd name="connsiteY1" fmla="*/ 11761 h 728080"/>
                <a:gd name="connsiteX2" fmla="*/ 532608 w 941387"/>
                <a:gd name="connsiteY2" fmla="*/ 14139 h 728080"/>
                <a:gd name="connsiteX3" fmla="*/ 941387 w 941387"/>
                <a:gd name="connsiteY3" fmla="*/ 387998 h 728080"/>
                <a:gd name="connsiteX4" fmla="*/ 0 w 941387"/>
                <a:gd name="connsiteY4" fmla="*/ 454673 h 728080"/>
                <a:gd name="connsiteX0" fmla="*/ 0 w 941387"/>
                <a:gd name="connsiteY0" fmla="*/ 454673 h 728080"/>
                <a:gd name="connsiteX1" fmla="*/ 315912 w 941387"/>
                <a:gd name="connsiteY1" fmla="*/ 11761 h 728080"/>
                <a:gd name="connsiteX2" fmla="*/ 532608 w 941387"/>
                <a:gd name="connsiteY2" fmla="*/ 14139 h 728080"/>
                <a:gd name="connsiteX3" fmla="*/ 941387 w 941387"/>
                <a:gd name="connsiteY3" fmla="*/ 387998 h 728080"/>
                <a:gd name="connsiteX4" fmla="*/ 0 w 941387"/>
                <a:gd name="connsiteY4" fmla="*/ 454673 h 728080"/>
                <a:gd name="connsiteX0" fmla="*/ 0 w 941387"/>
                <a:gd name="connsiteY0" fmla="*/ 456485 h 729892"/>
                <a:gd name="connsiteX1" fmla="*/ 315912 w 941387"/>
                <a:gd name="connsiteY1" fmla="*/ 13573 h 729892"/>
                <a:gd name="connsiteX2" fmla="*/ 532608 w 941387"/>
                <a:gd name="connsiteY2" fmla="*/ 15951 h 729892"/>
                <a:gd name="connsiteX3" fmla="*/ 941387 w 941387"/>
                <a:gd name="connsiteY3" fmla="*/ 389810 h 729892"/>
                <a:gd name="connsiteX4" fmla="*/ 0 w 941387"/>
                <a:gd name="connsiteY4" fmla="*/ 456485 h 729892"/>
                <a:gd name="connsiteX0" fmla="*/ 0 w 941387"/>
                <a:gd name="connsiteY0" fmla="*/ 468012 h 741419"/>
                <a:gd name="connsiteX1" fmla="*/ 315912 w 941387"/>
                <a:gd name="connsiteY1" fmla="*/ 25100 h 741419"/>
                <a:gd name="connsiteX2" fmla="*/ 551658 w 941387"/>
                <a:gd name="connsiteY2" fmla="*/ 15572 h 741419"/>
                <a:gd name="connsiteX3" fmla="*/ 941387 w 941387"/>
                <a:gd name="connsiteY3" fmla="*/ 401337 h 741419"/>
                <a:gd name="connsiteX4" fmla="*/ 0 w 941387"/>
                <a:gd name="connsiteY4" fmla="*/ 468012 h 741419"/>
                <a:gd name="connsiteX0" fmla="*/ 0 w 941387"/>
                <a:gd name="connsiteY0" fmla="*/ 454530 h 727937"/>
                <a:gd name="connsiteX1" fmla="*/ 315912 w 941387"/>
                <a:gd name="connsiteY1" fmla="*/ 11618 h 727937"/>
                <a:gd name="connsiteX2" fmla="*/ 551658 w 941387"/>
                <a:gd name="connsiteY2" fmla="*/ 2090 h 727937"/>
                <a:gd name="connsiteX3" fmla="*/ 941387 w 941387"/>
                <a:gd name="connsiteY3" fmla="*/ 387855 h 727937"/>
                <a:gd name="connsiteX4" fmla="*/ 0 w 941387"/>
                <a:gd name="connsiteY4" fmla="*/ 454530 h 727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1387" h="727937">
                  <a:moveTo>
                    <a:pt x="0" y="454530"/>
                  </a:moveTo>
                  <a:cubicBezTo>
                    <a:pt x="9262" y="334144"/>
                    <a:pt x="201083" y="-18809"/>
                    <a:pt x="315912" y="11618"/>
                  </a:cubicBezTo>
                  <a:cubicBezTo>
                    <a:pt x="402961" y="28550"/>
                    <a:pt x="449529" y="31459"/>
                    <a:pt x="551658" y="2090"/>
                  </a:cubicBezTo>
                  <a:cubicBezTo>
                    <a:pt x="668867" y="-30455"/>
                    <a:pt x="923660" y="327000"/>
                    <a:pt x="941387" y="387855"/>
                  </a:cubicBezTo>
                  <a:cubicBezTo>
                    <a:pt x="695325" y="926547"/>
                    <a:pt x="128587" y="728638"/>
                    <a:pt x="0" y="454530"/>
                  </a:cubicBezTo>
                  <a:close/>
                </a:path>
              </a:pathLst>
            </a:custGeom>
            <a:solidFill>
              <a:srgbClr val="252B2A"/>
            </a:solidFill>
            <a:ln w="762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7FABB8B-9662-ED1A-AD20-D34B983517FC}"/>
                </a:ext>
              </a:extLst>
            </p:cNvPr>
            <p:cNvSpPr/>
            <p:nvPr/>
          </p:nvSpPr>
          <p:spPr>
            <a:xfrm>
              <a:off x="4106528" y="1442126"/>
              <a:ext cx="461450" cy="175228"/>
            </a:xfrm>
            <a:custGeom>
              <a:avLst/>
              <a:gdLst>
                <a:gd name="connsiteX0" fmla="*/ 253972 w 617405"/>
                <a:gd name="connsiteY0" fmla="*/ 815 h 683097"/>
                <a:gd name="connsiteX1" fmla="*/ 615553 w 617405"/>
                <a:gd name="connsiteY1" fmla="*/ 526361 h 683097"/>
                <a:gd name="connsiteX2" fmla="*/ 617405 w 617405"/>
                <a:gd name="connsiteY2" fmla="*/ 571789 h 683097"/>
                <a:gd name="connsiteX3" fmla="*/ 616493 w 617405"/>
                <a:gd name="connsiteY3" fmla="*/ 572694 h 683097"/>
                <a:gd name="connsiteX4" fmla="*/ 9072 w 617405"/>
                <a:gd name="connsiteY4" fmla="*/ 590665 h 683097"/>
                <a:gd name="connsiteX5" fmla="*/ 0 w 617405"/>
                <a:gd name="connsiteY5" fmla="*/ 583984 h 683097"/>
                <a:gd name="connsiteX6" fmla="*/ 861 w 617405"/>
                <a:gd name="connsiteY6" fmla="*/ 499439 h 683097"/>
                <a:gd name="connsiteX7" fmla="*/ 253972 w 617405"/>
                <a:gd name="connsiteY7" fmla="*/ 815 h 683097"/>
                <a:gd name="connsiteX0" fmla="*/ 279822 w 617405"/>
                <a:gd name="connsiteY0" fmla="*/ 1277 h 590982"/>
                <a:gd name="connsiteX1" fmla="*/ 615553 w 617405"/>
                <a:gd name="connsiteY1" fmla="*/ 434246 h 590982"/>
                <a:gd name="connsiteX2" fmla="*/ 617405 w 617405"/>
                <a:gd name="connsiteY2" fmla="*/ 479674 h 590982"/>
                <a:gd name="connsiteX3" fmla="*/ 616493 w 617405"/>
                <a:gd name="connsiteY3" fmla="*/ 480579 h 590982"/>
                <a:gd name="connsiteX4" fmla="*/ 9072 w 617405"/>
                <a:gd name="connsiteY4" fmla="*/ 498550 h 590982"/>
                <a:gd name="connsiteX5" fmla="*/ 0 w 617405"/>
                <a:gd name="connsiteY5" fmla="*/ 491869 h 590982"/>
                <a:gd name="connsiteX6" fmla="*/ 861 w 617405"/>
                <a:gd name="connsiteY6" fmla="*/ 407324 h 590982"/>
                <a:gd name="connsiteX7" fmla="*/ 279822 w 617405"/>
                <a:gd name="connsiteY7" fmla="*/ 1277 h 590982"/>
                <a:gd name="connsiteX0" fmla="*/ 279822 w 617405"/>
                <a:gd name="connsiteY0" fmla="*/ 1277 h 590982"/>
                <a:gd name="connsiteX1" fmla="*/ 615553 w 617405"/>
                <a:gd name="connsiteY1" fmla="*/ 434246 h 590982"/>
                <a:gd name="connsiteX2" fmla="*/ 617405 w 617405"/>
                <a:gd name="connsiteY2" fmla="*/ 479674 h 590982"/>
                <a:gd name="connsiteX3" fmla="*/ 616493 w 617405"/>
                <a:gd name="connsiteY3" fmla="*/ 480579 h 590982"/>
                <a:gd name="connsiteX4" fmla="*/ 9072 w 617405"/>
                <a:gd name="connsiteY4" fmla="*/ 498550 h 590982"/>
                <a:gd name="connsiteX5" fmla="*/ 0 w 617405"/>
                <a:gd name="connsiteY5" fmla="*/ 491869 h 590982"/>
                <a:gd name="connsiteX6" fmla="*/ 861 w 617405"/>
                <a:gd name="connsiteY6" fmla="*/ 407324 h 590982"/>
                <a:gd name="connsiteX7" fmla="*/ 279822 w 617405"/>
                <a:gd name="connsiteY7" fmla="*/ 1277 h 590982"/>
                <a:gd name="connsiteX0" fmla="*/ 279822 w 617405"/>
                <a:gd name="connsiteY0" fmla="*/ 13538 h 603243"/>
                <a:gd name="connsiteX1" fmla="*/ 615553 w 617405"/>
                <a:gd name="connsiteY1" fmla="*/ 446507 h 603243"/>
                <a:gd name="connsiteX2" fmla="*/ 617405 w 617405"/>
                <a:gd name="connsiteY2" fmla="*/ 491935 h 603243"/>
                <a:gd name="connsiteX3" fmla="*/ 616493 w 617405"/>
                <a:gd name="connsiteY3" fmla="*/ 492840 h 603243"/>
                <a:gd name="connsiteX4" fmla="*/ 9072 w 617405"/>
                <a:gd name="connsiteY4" fmla="*/ 510811 h 603243"/>
                <a:gd name="connsiteX5" fmla="*/ 0 w 617405"/>
                <a:gd name="connsiteY5" fmla="*/ 504130 h 603243"/>
                <a:gd name="connsiteX6" fmla="*/ 861 w 617405"/>
                <a:gd name="connsiteY6" fmla="*/ 419585 h 603243"/>
                <a:gd name="connsiteX7" fmla="*/ 279822 w 617405"/>
                <a:gd name="connsiteY7" fmla="*/ 13538 h 603243"/>
                <a:gd name="connsiteX0" fmla="*/ 297055 w 617405"/>
                <a:gd name="connsiteY0" fmla="*/ 13538 h 603243"/>
                <a:gd name="connsiteX1" fmla="*/ 615553 w 617405"/>
                <a:gd name="connsiteY1" fmla="*/ 446507 h 603243"/>
                <a:gd name="connsiteX2" fmla="*/ 617405 w 617405"/>
                <a:gd name="connsiteY2" fmla="*/ 491935 h 603243"/>
                <a:gd name="connsiteX3" fmla="*/ 616493 w 617405"/>
                <a:gd name="connsiteY3" fmla="*/ 492840 h 603243"/>
                <a:gd name="connsiteX4" fmla="*/ 9072 w 617405"/>
                <a:gd name="connsiteY4" fmla="*/ 510811 h 603243"/>
                <a:gd name="connsiteX5" fmla="*/ 0 w 617405"/>
                <a:gd name="connsiteY5" fmla="*/ 504130 h 603243"/>
                <a:gd name="connsiteX6" fmla="*/ 861 w 617405"/>
                <a:gd name="connsiteY6" fmla="*/ 419585 h 603243"/>
                <a:gd name="connsiteX7" fmla="*/ 297055 w 617405"/>
                <a:gd name="connsiteY7" fmla="*/ 13538 h 603243"/>
                <a:gd name="connsiteX0" fmla="*/ 297055 w 617405"/>
                <a:gd name="connsiteY0" fmla="*/ 13538 h 603243"/>
                <a:gd name="connsiteX1" fmla="*/ 615553 w 617405"/>
                <a:gd name="connsiteY1" fmla="*/ 446507 h 603243"/>
                <a:gd name="connsiteX2" fmla="*/ 617405 w 617405"/>
                <a:gd name="connsiteY2" fmla="*/ 491935 h 603243"/>
                <a:gd name="connsiteX3" fmla="*/ 616493 w 617405"/>
                <a:gd name="connsiteY3" fmla="*/ 492840 h 603243"/>
                <a:gd name="connsiteX4" fmla="*/ 9072 w 617405"/>
                <a:gd name="connsiteY4" fmla="*/ 510811 h 603243"/>
                <a:gd name="connsiteX5" fmla="*/ 0 w 617405"/>
                <a:gd name="connsiteY5" fmla="*/ 504130 h 603243"/>
                <a:gd name="connsiteX6" fmla="*/ 861 w 617405"/>
                <a:gd name="connsiteY6" fmla="*/ 419585 h 603243"/>
                <a:gd name="connsiteX7" fmla="*/ 297055 w 617405"/>
                <a:gd name="connsiteY7" fmla="*/ 13538 h 603243"/>
                <a:gd name="connsiteX0" fmla="*/ 292747 w 617405"/>
                <a:gd name="connsiteY0" fmla="*/ 18225 h 535926"/>
                <a:gd name="connsiteX1" fmla="*/ 615553 w 617405"/>
                <a:gd name="connsiteY1" fmla="*/ 379190 h 535926"/>
                <a:gd name="connsiteX2" fmla="*/ 617405 w 617405"/>
                <a:gd name="connsiteY2" fmla="*/ 424618 h 535926"/>
                <a:gd name="connsiteX3" fmla="*/ 616493 w 617405"/>
                <a:gd name="connsiteY3" fmla="*/ 425523 h 535926"/>
                <a:gd name="connsiteX4" fmla="*/ 9072 w 617405"/>
                <a:gd name="connsiteY4" fmla="*/ 443494 h 535926"/>
                <a:gd name="connsiteX5" fmla="*/ 0 w 617405"/>
                <a:gd name="connsiteY5" fmla="*/ 436813 h 535926"/>
                <a:gd name="connsiteX6" fmla="*/ 861 w 617405"/>
                <a:gd name="connsiteY6" fmla="*/ 352268 h 535926"/>
                <a:gd name="connsiteX7" fmla="*/ 292747 w 617405"/>
                <a:gd name="connsiteY7" fmla="*/ 18225 h 535926"/>
                <a:gd name="connsiteX0" fmla="*/ 292747 w 617405"/>
                <a:gd name="connsiteY0" fmla="*/ 35518 h 553219"/>
                <a:gd name="connsiteX1" fmla="*/ 615553 w 617405"/>
                <a:gd name="connsiteY1" fmla="*/ 396483 h 553219"/>
                <a:gd name="connsiteX2" fmla="*/ 617405 w 617405"/>
                <a:gd name="connsiteY2" fmla="*/ 441911 h 553219"/>
                <a:gd name="connsiteX3" fmla="*/ 616493 w 617405"/>
                <a:gd name="connsiteY3" fmla="*/ 442816 h 553219"/>
                <a:gd name="connsiteX4" fmla="*/ 9072 w 617405"/>
                <a:gd name="connsiteY4" fmla="*/ 460787 h 553219"/>
                <a:gd name="connsiteX5" fmla="*/ 0 w 617405"/>
                <a:gd name="connsiteY5" fmla="*/ 454106 h 553219"/>
                <a:gd name="connsiteX6" fmla="*/ 861 w 617405"/>
                <a:gd name="connsiteY6" fmla="*/ 369561 h 553219"/>
                <a:gd name="connsiteX7" fmla="*/ 292747 w 617405"/>
                <a:gd name="connsiteY7" fmla="*/ 35518 h 553219"/>
                <a:gd name="connsiteX0" fmla="*/ 292747 w 617405"/>
                <a:gd name="connsiteY0" fmla="*/ 42060 h 559761"/>
                <a:gd name="connsiteX1" fmla="*/ 615553 w 617405"/>
                <a:gd name="connsiteY1" fmla="*/ 403025 h 559761"/>
                <a:gd name="connsiteX2" fmla="*/ 617405 w 617405"/>
                <a:gd name="connsiteY2" fmla="*/ 448453 h 559761"/>
                <a:gd name="connsiteX3" fmla="*/ 616493 w 617405"/>
                <a:gd name="connsiteY3" fmla="*/ 449358 h 559761"/>
                <a:gd name="connsiteX4" fmla="*/ 9072 w 617405"/>
                <a:gd name="connsiteY4" fmla="*/ 467329 h 559761"/>
                <a:gd name="connsiteX5" fmla="*/ 0 w 617405"/>
                <a:gd name="connsiteY5" fmla="*/ 460648 h 559761"/>
                <a:gd name="connsiteX6" fmla="*/ 861 w 617405"/>
                <a:gd name="connsiteY6" fmla="*/ 376103 h 559761"/>
                <a:gd name="connsiteX7" fmla="*/ 292747 w 617405"/>
                <a:gd name="connsiteY7" fmla="*/ 42060 h 55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7405" h="559761">
                  <a:moveTo>
                    <a:pt x="292747" y="42060"/>
                  </a:moveTo>
                  <a:cubicBezTo>
                    <a:pt x="527358" y="-87555"/>
                    <a:pt x="585843" y="96309"/>
                    <a:pt x="615553" y="403025"/>
                  </a:cubicBezTo>
                  <a:cubicBezTo>
                    <a:pt x="616170" y="418168"/>
                    <a:pt x="616788" y="433310"/>
                    <a:pt x="617405" y="448453"/>
                  </a:cubicBezTo>
                  <a:lnTo>
                    <a:pt x="616493" y="449358"/>
                  </a:lnTo>
                  <a:cubicBezTo>
                    <a:pt x="425446" y="610055"/>
                    <a:pt x="177955" y="576866"/>
                    <a:pt x="9072" y="467329"/>
                  </a:cubicBezTo>
                  <a:lnTo>
                    <a:pt x="0" y="460648"/>
                  </a:lnTo>
                  <a:lnTo>
                    <a:pt x="861" y="376103"/>
                  </a:lnTo>
                  <a:cubicBezTo>
                    <a:pt x="14164" y="163554"/>
                    <a:pt x="27685" y="-87540"/>
                    <a:pt x="292747" y="42060"/>
                  </a:cubicBezTo>
                  <a:close/>
                </a:path>
              </a:pathLst>
            </a:custGeom>
            <a:solidFill>
              <a:srgbClr val="D7797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Rectangle 57">
              <a:extLst>
                <a:ext uri="{FF2B5EF4-FFF2-40B4-BE49-F238E27FC236}">
                  <a16:creationId xmlns:a16="http://schemas.microsoft.com/office/drawing/2014/main" id="{65E4D17F-ED18-8F07-4FA0-D2B977138DED}"/>
                </a:ext>
              </a:extLst>
            </p:cNvPr>
            <p:cNvSpPr/>
            <p:nvPr/>
          </p:nvSpPr>
          <p:spPr>
            <a:xfrm>
              <a:off x="4035380" y="821715"/>
              <a:ext cx="489847" cy="127915"/>
            </a:xfrm>
            <a:custGeom>
              <a:avLst/>
              <a:gdLst>
                <a:gd name="connsiteX0" fmla="*/ 0 w 876300"/>
                <a:gd name="connsiteY0" fmla="*/ 0 h 219075"/>
                <a:gd name="connsiteX1" fmla="*/ 876300 w 876300"/>
                <a:gd name="connsiteY1" fmla="*/ 0 h 219075"/>
                <a:gd name="connsiteX2" fmla="*/ 876300 w 876300"/>
                <a:gd name="connsiteY2" fmla="*/ 219075 h 219075"/>
                <a:gd name="connsiteX3" fmla="*/ 0 w 876300"/>
                <a:gd name="connsiteY3" fmla="*/ 219075 h 219075"/>
                <a:gd name="connsiteX4" fmla="*/ 0 w 876300"/>
                <a:gd name="connsiteY4" fmla="*/ 0 h 219075"/>
                <a:gd name="connsiteX0" fmla="*/ 0 w 876300"/>
                <a:gd name="connsiteY0" fmla="*/ 0 h 219075"/>
                <a:gd name="connsiteX1" fmla="*/ 876300 w 876300"/>
                <a:gd name="connsiteY1" fmla="*/ 0 h 219075"/>
                <a:gd name="connsiteX2" fmla="*/ 876300 w 876300"/>
                <a:gd name="connsiteY2" fmla="*/ 219075 h 219075"/>
                <a:gd name="connsiteX3" fmla="*/ 431006 w 876300"/>
                <a:gd name="connsiteY3" fmla="*/ 164306 h 219075"/>
                <a:gd name="connsiteX4" fmla="*/ 0 w 876300"/>
                <a:gd name="connsiteY4" fmla="*/ 219075 h 219075"/>
                <a:gd name="connsiteX5" fmla="*/ 0 w 876300"/>
                <a:gd name="connsiteY5" fmla="*/ 0 h 219075"/>
                <a:gd name="connsiteX0" fmla="*/ 42862 w 919162"/>
                <a:gd name="connsiteY0" fmla="*/ 0 h 219075"/>
                <a:gd name="connsiteX1" fmla="*/ 919162 w 919162"/>
                <a:gd name="connsiteY1" fmla="*/ 0 h 219075"/>
                <a:gd name="connsiteX2" fmla="*/ 919162 w 919162"/>
                <a:gd name="connsiteY2" fmla="*/ 219075 h 219075"/>
                <a:gd name="connsiteX3" fmla="*/ 473868 w 919162"/>
                <a:gd name="connsiteY3" fmla="*/ 164306 h 219075"/>
                <a:gd name="connsiteX4" fmla="*/ 0 w 919162"/>
                <a:gd name="connsiteY4" fmla="*/ 85725 h 219075"/>
                <a:gd name="connsiteX5" fmla="*/ 42862 w 919162"/>
                <a:gd name="connsiteY5" fmla="*/ 0 h 219075"/>
                <a:gd name="connsiteX0" fmla="*/ 0 w 876300"/>
                <a:gd name="connsiteY0" fmla="*/ 0 h 219075"/>
                <a:gd name="connsiteX1" fmla="*/ 876300 w 876300"/>
                <a:gd name="connsiteY1" fmla="*/ 0 h 219075"/>
                <a:gd name="connsiteX2" fmla="*/ 876300 w 876300"/>
                <a:gd name="connsiteY2" fmla="*/ 219075 h 219075"/>
                <a:gd name="connsiteX3" fmla="*/ 431006 w 876300"/>
                <a:gd name="connsiteY3" fmla="*/ 164306 h 219075"/>
                <a:gd name="connsiteX4" fmla="*/ 0 w 876300"/>
                <a:gd name="connsiteY4" fmla="*/ 0 h 219075"/>
                <a:gd name="connsiteX0" fmla="*/ 0 w 876300"/>
                <a:gd name="connsiteY0" fmla="*/ 0 h 164306"/>
                <a:gd name="connsiteX1" fmla="*/ 876300 w 876300"/>
                <a:gd name="connsiteY1" fmla="*/ 0 h 164306"/>
                <a:gd name="connsiteX2" fmla="*/ 431006 w 876300"/>
                <a:gd name="connsiteY2" fmla="*/ 164306 h 164306"/>
                <a:gd name="connsiteX3" fmla="*/ 0 w 876300"/>
                <a:gd name="connsiteY3" fmla="*/ 0 h 164306"/>
                <a:gd name="connsiteX0" fmla="*/ 0 w 896553"/>
                <a:gd name="connsiteY0" fmla="*/ 0 h 202418"/>
                <a:gd name="connsiteX1" fmla="*/ 876300 w 896553"/>
                <a:gd name="connsiteY1" fmla="*/ 0 h 202418"/>
                <a:gd name="connsiteX2" fmla="*/ 431006 w 896553"/>
                <a:gd name="connsiteY2" fmla="*/ 164306 h 202418"/>
                <a:gd name="connsiteX3" fmla="*/ 0 w 896553"/>
                <a:gd name="connsiteY3" fmla="*/ 0 h 202418"/>
                <a:gd name="connsiteX0" fmla="*/ 0 w 892916"/>
                <a:gd name="connsiteY0" fmla="*/ 0 h 245715"/>
                <a:gd name="connsiteX1" fmla="*/ 876300 w 892916"/>
                <a:gd name="connsiteY1" fmla="*/ 0 h 245715"/>
                <a:gd name="connsiteX2" fmla="*/ 431006 w 892916"/>
                <a:gd name="connsiteY2" fmla="*/ 164306 h 245715"/>
                <a:gd name="connsiteX3" fmla="*/ 0 w 892916"/>
                <a:gd name="connsiteY3" fmla="*/ 0 h 245715"/>
                <a:gd name="connsiteX0" fmla="*/ 0 w 895258"/>
                <a:gd name="connsiteY0" fmla="*/ 0 h 231476"/>
                <a:gd name="connsiteX1" fmla="*/ 876300 w 895258"/>
                <a:gd name="connsiteY1" fmla="*/ 0 h 231476"/>
                <a:gd name="connsiteX2" fmla="*/ 431006 w 895258"/>
                <a:gd name="connsiteY2" fmla="*/ 164306 h 231476"/>
                <a:gd name="connsiteX3" fmla="*/ 0 w 895258"/>
                <a:gd name="connsiteY3" fmla="*/ 0 h 231476"/>
                <a:gd name="connsiteX0" fmla="*/ 17998 w 913256"/>
                <a:gd name="connsiteY0" fmla="*/ 0 h 231476"/>
                <a:gd name="connsiteX1" fmla="*/ 894298 w 913256"/>
                <a:gd name="connsiteY1" fmla="*/ 0 h 231476"/>
                <a:gd name="connsiteX2" fmla="*/ 449004 w 913256"/>
                <a:gd name="connsiteY2" fmla="*/ 164306 h 231476"/>
                <a:gd name="connsiteX3" fmla="*/ 17998 w 913256"/>
                <a:gd name="connsiteY3" fmla="*/ 0 h 231476"/>
                <a:gd name="connsiteX0" fmla="*/ 14734 w 909992"/>
                <a:gd name="connsiteY0" fmla="*/ 0 h 244979"/>
                <a:gd name="connsiteX1" fmla="*/ 891034 w 909992"/>
                <a:gd name="connsiteY1" fmla="*/ 0 h 244979"/>
                <a:gd name="connsiteX2" fmla="*/ 445740 w 909992"/>
                <a:gd name="connsiteY2" fmla="*/ 164306 h 244979"/>
                <a:gd name="connsiteX3" fmla="*/ 14734 w 909992"/>
                <a:gd name="connsiteY3" fmla="*/ 0 h 244979"/>
                <a:gd name="connsiteX0" fmla="*/ 14734 w 909992"/>
                <a:gd name="connsiteY0" fmla="*/ 0 h 237610"/>
                <a:gd name="connsiteX1" fmla="*/ 891034 w 909992"/>
                <a:gd name="connsiteY1" fmla="*/ 0 h 237610"/>
                <a:gd name="connsiteX2" fmla="*/ 445740 w 909992"/>
                <a:gd name="connsiteY2" fmla="*/ 164306 h 237610"/>
                <a:gd name="connsiteX3" fmla="*/ 14734 w 909992"/>
                <a:gd name="connsiteY3" fmla="*/ 0 h 237610"/>
                <a:gd name="connsiteX0" fmla="*/ 14734 w 909923"/>
                <a:gd name="connsiteY0" fmla="*/ 0 h 237610"/>
                <a:gd name="connsiteX1" fmla="*/ 891034 w 909923"/>
                <a:gd name="connsiteY1" fmla="*/ 0 h 237610"/>
                <a:gd name="connsiteX2" fmla="*/ 445740 w 909923"/>
                <a:gd name="connsiteY2" fmla="*/ 164306 h 237610"/>
                <a:gd name="connsiteX3" fmla="*/ 14734 w 909923"/>
                <a:gd name="connsiteY3" fmla="*/ 0 h 237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9923" h="237610">
                  <a:moveTo>
                    <a:pt x="14734" y="0"/>
                  </a:moveTo>
                  <a:lnTo>
                    <a:pt x="891034" y="0"/>
                  </a:lnTo>
                  <a:cubicBezTo>
                    <a:pt x="1016447" y="328613"/>
                    <a:pt x="477490" y="207168"/>
                    <a:pt x="445740" y="164306"/>
                  </a:cubicBezTo>
                  <a:cubicBezTo>
                    <a:pt x="411609" y="197643"/>
                    <a:pt x="-91628" y="381001"/>
                    <a:pt x="14734" y="0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4117FCF-EC35-4422-CC79-FEBC89D606A6}"/>
                </a:ext>
              </a:extLst>
            </p:cNvPr>
            <p:cNvSpPr/>
            <p:nvPr/>
          </p:nvSpPr>
          <p:spPr>
            <a:xfrm>
              <a:off x="4078130" y="1496792"/>
              <a:ext cx="489848" cy="120564"/>
            </a:xfrm>
            <a:custGeom>
              <a:avLst/>
              <a:gdLst>
                <a:gd name="connsiteX0" fmla="*/ 69664 w 1688959"/>
                <a:gd name="connsiteY0" fmla="*/ 598 h 274690"/>
                <a:gd name="connsiteX1" fmla="*/ 172244 w 1688959"/>
                <a:gd name="connsiteY1" fmla="*/ 37778 h 274690"/>
                <a:gd name="connsiteX2" fmla="*/ 379413 w 1688959"/>
                <a:gd name="connsiteY2" fmla="*/ 63972 h 274690"/>
                <a:gd name="connsiteX3" fmla="*/ 515144 w 1688959"/>
                <a:gd name="connsiteY3" fmla="*/ 75878 h 274690"/>
                <a:gd name="connsiteX4" fmla="*/ 667544 w 1688959"/>
                <a:gd name="connsiteY4" fmla="*/ 83022 h 274690"/>
                <a:gd name="connsiteX5" fmla="*/ 841375 w 1688959"/>
                <a:gd name="connsiteY5" fmla="*/ 80641 h 274690"/>
                <a:gd name="connsiteX6" fmla="*/ 996156 w 1688959"/>
                <a:gd name="connsiteY6" fmla="*/ 85403 h 274690"/>
                <a:gd name="connsiteX7" fmla="*/ 1169988 w 1688959"/>
                <a:gd name="connsiteY7" fmla="*/ 87784 h 274690"/>
                <a:gd name="connsiteX8" fmla="*/ 1317625 w 1688959"/>
                <a:gd name="connsiteY8" fmla="*/ 71116 h 274690"/>
                <a:gd name="connsiteX9" fmla="*/ 1517650 w 1688959"/>
                <a:gd name="connsiteY9" fmla="*/ 49684 h 274690"/>
                <a:gd name="connsiteX10" fmla="*/ 1672430 w 1688959"/>
                <a:gd name="connsiteY10" fmla="*/ 21095 h 274690"/>
                <a:gd name="connsiteX11" fmla="*/ 1685518 w 1688959"/>
                <a:gd name="connsiteY11" fmla="*/ 53569 h 274690"/>
                <a:gd name="connsiteX12" fmla="*/ 1688959 w 1688959"/>
                <a:gd name="connsiteY12" fmla="*/ 70924 h 274690"/>
                <a:gd name="connsiteX13" fmla="*/ 1564382 w 1688959"/>
                <a:gd name="connsiteY13" fmla="*/ 127935 h 274690"/>
                <a:gd name="connsiteX14" fmla="*/ 83732 w 1688959"/>
                <a:gd name="connsiteY14" fmla="*/ 99486 h 274690"/>
                <a:gd name="connsiteX15" fmla="*/ 0 w 1688959"/>
                <a:gd name="connsiteY15" fmla="*/ 54832 h 274690"/>
                <a:gd name="connsiteX16" fmla="*/ 979 w 1688959"/>
                <a:gd name="connsiteY16" fmla="*/ 30911 h 274690"/>
                <a:gd name="connsiteX17" fmla="*/ 5556 w 1688959"/>
                <a:gd name="connsiteY17" fmla="*/ 13952 h 274690"/>
                <a:gd name="connsiteX18" fmla="*/ 69664 w 1688959"/>
                <a:gd name="connsiteY18" fmla="*/ 598 h 274690"/>
                <a:gd name="connsiteX0" fmla="*/ 5556 w 1688959"/>
                <a:gd name="connsiteY0" fmla="*/ 1503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16" fmla="*/ 979 w 1688959"/>
                <a:gd name="connsiteY16" fmla="*/ 18462 h 262241"/>
                <a:gd name="connsiteX17" fmla="*/ 5556 w 1688959"/>
                <a:gd name="connsiteY17" fmla="*/ 1503 h 262241"/>
                <a:gd name="connsiteX0" fmla="*/ 979 w 1688959"/>
                <a:gd name="connsiteY0" fmla="*/ 18462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16" fmla="*/ 979 w 1688959"/>
                <a:gd name="connsiteY16" fmla="*/ 18462 h 262241"/>
                <a:gd name="connsiteX0" fmla="*/ 0 w 1688959"/>
                <a:gd name="connsiteY0" fmla="*/ 42383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0" fmla="*/ 0 w 1605227"/>
                <a:gd name="connsiteY0" fmla="*/ 87037 h 262241"/>
                <a:gd name="connsiteX1" fmla="*/ 88512 w 1605227"/>
                <a:gd name="connsiteY1" fmla="*/ 25329 h 262241"/>
                <a:gd name="connsiteX2" fmla="*/ 295681 w 1605227"/>
                <a:gd name="connsiteY2" fmla="*/ 51523 h 262241"/>
                <a:gd name="connsiteX3" fmla="*/ 431412 w 1605227"/>
                <a:gd name="connsiteY3" fmla="*/ 63429 h 262241"/>
                <a:gd name="connsiteX4" fmla="*/ 583812 w 1605227"/>
                <a:gd name="connsiteY4" fmla="*/ 70573 h 262241"/>
                <a:gd name="connsiteX5" fmla="*/ 757643 w 1605227"/>
                <a:gd name="connsiteY5" fmla="*/ 68192 h 262241"/>
                <a:gd name="connsiteX6" fmla="*/ 912424 w 1605227"/>
                <a:gd name="connsiteY6" fmla="*/ 72954 h 262241"/>
                <a:gd name="connsiteX7" fmla="*/ 1086256 w 1605227"/>
                <a:gd name="connsiteY7" fmla="*/ 75335 h 262241"/>
                <a:gd name="connsiteX8" fmla="*/ 1233893 w 1605227"/>
                <a:gd name="connsiteY8" fmla="*/ 58667 h 262241"/>
                <a:gd name="connsiteX9" fmla="*/ 1433918 w 1605227"/>
                <a:gd name="connsiteY9" fmla="*/ 37235 h 262241"/>
                <a:gd name="connsiteX10" fmla="*/ 1588698 w 1605227"/>
                <a:gd name="connsiteY10" fmla="*/ 8646 h 262241"/>
                <a:gd name="connsiteX11" fmla="*/ 1601786 w 1605227"/>
                <a:gd name="connsiteY11" fmla="*/ 41120 h 262241"/>
                <a:gd name="connsiteX12" fmla="*/ 1605227 w 1605227"/>
                <a:gd name="connsiteY12" fmla="*/ 58475 h 262241"/>
                <a:gd name="connsiteX13" fmla="*/ 1480650 w 1605227"/>
                <a:gd name="connsiteY13" fmla="*/ 115486 h 262241"/>
                <a:gd name="connsiteX14" fmla="*/ 0 w 1605227"/>
                <a:gd name="connsiteY14" fmla="*/ 87037 h 262241"/>
                <a:gd name="connsiteX0" fmla="*/ 0 w 1605227"/>
                <a:gd name="connsiteY0" fmla="*/ 85881 h 261085"/>
                <a:gd name="connsiteX1" fmla="*/ 295681 w 1605227"/>
                <a:gd name="connsiteY1" fmla="*/ 50367 h 261085"/>
                <a:gd name="connsiteX2" fmla="*/ 431412 w 1605227"/>
                <a:gd name="connsiteY2" fmla="*/ 62273 h 261085"/>
                <a:gd name="connsiteX3" fmla="*/ 583812 w 1605227"/>
                <a:gd name="connsiteY3" fmla="*/ 69417 h 261085"/>
                <a:gd name="connsiteX4" fmla="*/ 757643 w 1605227"/>
                <a:gd name="connsiteY4" fmla="*/ 67036 h 261085"/>
                <a:gd name="connsiteX5" fmla="*/ 912424 w 1605227"/>
                <a:gd name="connsiteY5" fmla="*/ 71798 h 261085"/>
                <a:gd name="connsiteX6" fmla="*/ 1086256 w 1605227"/>
                <a:gd name="connsiteY6" fmla="*/ 74179 h 261085"/>
                <a:gd name="connsiteX7" fmla="*/ 1233893 w 1605227"/>
                <a:gd name="connsiteY7" fmla="*/ 57511 h 261085"/>
                <a:gd name="connsiteX8" fmla="*/ 1433918 w 1605227"/>
                <a:gd name="connsiteY8" fmla="*/ 36079 h 261085"/>
                <a:gd name="connsiteX9" fmla="*/ 1588698 w 1605227"/>
                <a:gd name="connsiteY9" fmla="*/ 7490 h 261085"/>
                <a:gd name="connsiteX10" fmla="*/ 1601786 w 1605227"/>
                <a:gd name="connsiteY10" fmla="*/ 39964 h 261085"/>
                <a:gd name="connsiteX11" fmla="*/ 1605227 w 1605227"/>
                <a:gd name="connsiteY11" fmla="*/ 57319 h 261085"/>
                <a:gd name="connsiteX12" fmla="*/ 1480650 w 1605227"/>
                <a:gd name="connsiteY12" fmla="*/ 114330 h 261085"/>
                <a:gd name="connsiteX13" fmla="*/ 0 w 1605227"/>
                <a:gd name="connsiteY13" fmla="*/ 85881 h 261085"/>
                <a:gd name="connsiteX0" fmla="*/ 0 w 1309952"/>
                <a:gd name="connsiteY0" fmla="*/ 162081 h 305286"/>
                <a:gd name="connsiteX1" fmla="*/ 406 w 1309952"/>
                <a:gd name="connsiteY1" fmla="*/ 50367 h 305286"/>
                <a:gd name="connsiteX2" fmla="*/ 136137 w 1309952"/>
                <a:gd name="connsiteY2" fmla="*/ 62273 h 305286"/>
                <a:gd name="connsiteX3" fmla="*/ 288537 w 1309952"/>
                <a:gd name="connsiteY3" fmla="*/ 69417 h 305286"/>
                <a:gd name="connsiteX4" fmla="*/ 462368 w 1309952"/>
                <a:gd name="connsiteY4" fmla="*/ 67036 h 305286"/>
                <a:gd name="connsiteX5" fmla="*/ 617149 w 1309952"/>
                <a:gd name="connsiteY5" fmla="*/ 71798 h 305286"/>
                <a:gd name="connsiteX6" fmla="*/ 790981 w 1309952"/>
                <a:gd name="connsiteY6" fmla="*/ 74179 h 305286"/>
                <a:gd name="connsiteX7" fmla="*/ 938618 w 1309952"/>
                <a:gd name="connsiteY7" fmla="*/ 57511 h 305286"/>
                <a:gd name="connsiteX8" fmla="*/ 1138643 w 1309952"/>
                <a:gd name="connsiteY8" fmla="*/ 36079 h 305286"/>
                <a:gd name="connsiteX9" fmla="*/ 1293423 w 1309952"/>
                <a:gd name="connsiteY9" fmla="*/ 7490 h 305286"/>
                <a:gd name="connsiteX10" fmla="*/ 1306511 w 1309952"/>
                <a:gd name="connsiteY10" fmla="*/ 39964 h 305286"/>
                <a:gd name="connsiteX11" fmla="*/ 1309952 w 1309952"/>
                <a:gd name="connsiteY11" fmla="*/ 57319 h 305286"/>
                <a:gd name="connsiteX12" fmla="*/ 1185375 w 1309952"/>
                <a:gd name="connsiteY12" fmla="*/ 114330 h 305286"/>
                <a:gd name="connsiteX13" fmla="*/ 0 w 1309952"/>
                <a:gd name="connsiteY13" fmla="*/ 162081 h 305286"/>
                <a:gd name="connsiteX0" fmla="*/ 59294 w 1369246"/>
                <a:gd name="connsiteY0" fmla="*/ 162081 h 305286"/>
                <a:gd name="connsiteX1" fmla="*/ 195431 w 1369246"/>
                <a:gd name="connsiteY1" fmla="*/ 62273 h 305286"/>
                <a:gd name="connsiteX2" fmla="*/ 347831 w 1369246"/>
                <a:gd name="connsiteY2" fmla="*/ 69417 h 305286"/>
                <a:gd name="connsiteX3" fmla="*/ 521662 w 1369246"/>
                <a:gd name="connsiteY3" fmla="*/ 67036 h 305286"/>
                <a:gd name="connsiteX4" fmla="*/ 676443 w 1369246"/>
                <a:gd name="connsiteY4" fmla="*/ 71798 h 305286"/>
                <a:gd name="connsiteX5" fmla="*/ 850275 w 1369246"/>
                <a:gd name="connsiteY5" fmla="*/ 74179 h 305286"/>
                <a:gd name="connsiteX6" fmla="*/ 997912 w 1369246"/>
                <a:gd name="connsiteY6" fmla="*/ 57511 h 305286"/>
                <a:gd name="connsiteX7" fmla="*/ 1197937 w 1369246"/>
                <a:gd name="connsiteY7" fmla="*/ 36079 h 305286"/>
                <a:gd name="connsiteX8" fmla="*/ 1352717 w 1369246"/>
                <a:gd name="connsiteY8" fmla="*/ 7490 h 305286"/>
                <a:gd name="connsiteX9" fmla="*/ 1365805 w 1369246"/>
                <a:gd name="connsiteY9" fmla="*/ 39964 h 305286"/>
                <a:gd name="connsiteX10" fmla="*/ 1369246 w 1369246"/>
                <a:gd name="connsiteY10" fmla="*/ 57319 h 305286"/>
                <a:gd name="connsiteX11" fmla="*/ 1244669 w 1369246"/>
                <a:gd name="connsiteY11" fmla="*/ 114330 h 305286"/>
                <a:gd name="connsiteX12" fmla="*/ 59294 w 1369246"/>
                <a:gd name="connsiteY12" fmla="*/ 162081 h 305286"/>
                <a:gd name="connsiteX0" fmla="*/ 76644 w 1296108"/>
                <a:gd name="connsiteY0" fmla="*/ 181131 h 317709"/>
                <a:gd name="connsiteX1" fmla="*/ 122293 w 1296108"/>
                <a:gd name="connsiteY1" fmla="*/ 62273 h 317709"/>
                <a:gd name="connsiteX2" fmla="*/ 274693 w 1296108"/>
                <a:gd name="connsiteY2" fmla="*/ 69417 h 317709"/>
                <a:gd name="connsiteX3" fmla="*/ 448524 w 1296108"/>
                <a:gd name="connsiteY3" fmla="*/ 67036 h 317709"/>
                <a:gd name="connsiteX4" fmla="*/ 603305 w 1296108"/>
                <a:gd name="connsiteY4" fmla="*/ 71798 h 317709"/>
                <a:gd name="connsiteX5" fmla="*/ 777137 w 1296108"/>
                <a:gd name="connsiteY5" fmla="*/ 74179 h 317709"/>
                <a:gd name="connsiteX6" fmla="*/ 924774 w 1296108"/>
                <a:gd name="connsiteY6" fmla="*/ 57511 h 317709"/>
                <a:gd name="connsiteX7" fmla="*/ 1124799 w 1296108"/>
                <a:gd name="connsiteY7" fmla="*/ 36079 h 317709"/>
                <a:gd name="connsiteX8" fmla="*/ 1279579 w 1296108"/>
                <a:gd name="connsiteY8" fmla="*/ 7490 h 317709"/>
                <a:gd name="connsiteX9" fmla="*/ 1292667 w 1296108"/>
                <a:gd name="connsiteY9" fmla="*/ 39964 h 317709"/>
                <a:gd name="connsiteX10" fmla="*/ 1296108 w 1296108"/>
                <a:gd name="connsiteY10" fmla="*/ 57319 h 317709"/>
                <a:gd name="connsiteX11" fmla="*/ 1171531 w 1296108"/>
                <a:gd name="connsiteY11" fmla="*/ 114330 h 317709"/>
                <a:gd name="connsiteX12" fmla="*/ 76644 w 1296108"/>
                <a:gd name="connsiteY12" fmla="*/ 181131 h 317709"/>
                <a:gd name="connsiteX0" fmla="*/ 68286 w 1287750"/>
                <a:gd name="connsiteY0" fmla="*/ 181131 h 317709"/>
                <a:gd name="connsiteX1" fmla="*/ 152035 w 1287750"/>
                <a:gd name="connsiteY1" fmla="*/ 76560 h 317709"/>
                <a:gd name="connsiteX2" fmla="*/ 266335 w 1287750"/>
                <a:gd name="connsiteY2" fmla="*/ 69417 h 317709"/>
                <a:gd name="connsiteX3" fmla="*/ 440166 w 1287750"/>
                <a:gd name="connsiteY3" fmla="*/ 67036 h 317709"/>
                <a:gd name="connsiteX4" fmla="*/ 594947 w 1287750"/>
                <a:gd name="connsiteY4" fmla="*/ 71798 h 317709"/>
                <a:gd name="connsiteX5" fmla="*/ 768779 w 1287750"/>
                <a:gd name="connsiteY5" fmla="*/ 74179 h 317709"/>
                <a:gd name="connsiteX6" fmla="*/ 916416 w 1287750"/>
                <a:gd name="connsiteY6" fmla="*/ 57511 h 317709"/>
                <a:gd name="connsiteX7" fmla="*/ 1116441 w 1287750"/>
                <a:gd name="connsiteY7" fmla="*/ 36079 h 317709"/>
                <a:gd name="connsiteX8" fmla="*/ 1271221 w 1287750"/>
                <a:gd name="connsiteY8" fmla="*/ 7490 h 317709"/>
                <a:gd name="connsiteX9" fmla="*/ 1284309 w 1287750"/>
                <a:gd name="connsiteY9" fmla="*/ 39964 h 317709"/>
                <a:gd name="connsiteX10" fmla="*/ 1287750 w 1287750"/>
                <a:gd name="connsiteY10" fmla="*/ 57319 h 317709"/>
                <a:gd name="connsiteX11" fmla="*/ 1163173 w 1287750"/>
                <a:gd name="connsiteY11" fmla="*/ 114330 h 317709"/>
                <a:gd name="connsiteX12" fmla="*/ 68286 w 1287750"/>
                <a:gd name="connsiteY12" fmla="*/ 181131 h 317709"/>
                <a:gd name="connsiteX0" fmla="*/ 76394 w 1295858"/>
                <a:gd name="connsiteY0" fmla="*/ 181131 h 317709"/>
                <a:gd name="connsiteX1" fmla="*/ 160143 w 1295858"/>
                <a:gd name="connsiteY1" fmla="*/ 76560 h 317709"/>
                <a:gd name="connsiteX2" fmla="*/ 274443 w 1295858"/>
                <a:gd name="connsiteY2" fmla="*/ 69417 h 317709"/>
                <a:gd name="connsiteX3" fmla="*/ 448274 w 1295858"/>
                <a:gd name="connsiteY3" fmla="*/ 67036 h 317709"/>
                <a:gd name="connsiteX4" fmla="*/ 603055 w 1295858"/>
                <a:gd name="connsiteY4" fmla="*/ 71798 h 317709"/>
                <a:gd name="connsiteX5" fmla="*/ 776887 w 1295858"/>
                <a:gd name="connsiteY5" fmla="*/ 74179 h 317709"/>
                <a:gd name="connsiteX6" fmla="*/ 924524 w 1295858"/>
                <a:gd name="connsiteY6" fmla="*/ 57511 h 317709"/>
                <a:gd name="connsiteX7" fmla="*/ 1124549 w 1295858"/>
                <a:gd name="connsiteY7" fmla="*/ 36079 h 317709"/>
                <a:gd name="connsiteX8" fmla="*/ 1279329 w 1295858"/>
                <a:gd name="connsiteY8" fmla="*/ 7490 h 317709"/>
                <a:gd name="connsiteX9" fmla="*/ 1292417 w 1295858"/>
                <a:gd name="connsiteY9" fmla="*/ 39964 h 317709"/>
                <a:gd name="connsiteX10" fmla="*/ 1295858 w 1295858"/>
                <a:gd name="connsiteY10" fmla="*/ 57319 h 317709"/>
                <a:gd name="connsiteX11" fmla="*/ 1171281 w 1295858"/>
                <a:gd name="connsiteY11" fmla="*/ 114330 h 317709"/>
                <a:gd name="connsiteX12" fmla="*/ 76394 w 1295858"/>
                <a:gd name="connsiteY12" fmla="*/ 181131 h 317709"/>
                <a:gd name="connsiteX0" fmla="*/ 76394 w 1292417"/>
                <a:gd name="connsiteY0" fmla="*/ 181131 h 317709"/>
                <a:gd name="connsiteX1" fmla="*/ 160143 w 1292417"/>
                <a:gd name="connsiteY1" fmla="*/ 76560 h 317709"/>
                <a:gd name="connsiteX2" fmla="*/ 274443 w 1292417"/>
                <a:gd name="connsiteY2" fmla="*/ 69417 h 317709"/>
                <a:gd name="connsiteX3" fmla="*/ 448274 w 1292417"/>
                <a:gd name="connsiteY3" fmla="*/ 67036 h 317709"/>
                <a:gd name="connsiteX4" fmla="*/ 603055 w 1292417"/>
                <a:gd name="connsiteY4" fmla="*/ 71798 h 317709"/>
                <a:gd name="connsiteX5" fmla="*/ 776887 w 1292417"/>
                <a:gd name="connsiteY5" fmla="*/ 74179 h 317709"/>
                <a:gd name="connsiteX6" fmla="*/ 924524 w 1292417"/>
                <a:gd name="connsiteY6" fmla="*/ 57511 h 317709"/>
                <a:gd name="connsiteX7" fmla="*/ 1124549 w 1292417"/>
                <a:gd name="connsiteY7" fmla="*/ 36079 h 317709"/>
                <a:gd name="connsiteX8" fmla="*/ 1279329 w 1292417"/>
                <a:gd name="connsiteY8" fmla="*/ 7490 h 317709"/>
                <a:gd name="connsiteX9" fmla="*/ 1292417 w 1292417"/>
                <a:gd name="connsiteY9" fmla="*/ 39964 h 317709"/>
                <a:gd name="connsiteX10" fmla="*/ 1171281 w 1292417"/>
                <a:gd name="connsiteY10" fmla="*/ 114330 h 317709"/>
                <a:gd name="connsiteX11" fmla="*/ 76394 w 1292417"/>
                <a:gd name="connsiteY11" fmla="*/ 181131 h 317709"/>
                <a:gd name="connsiteX0" fmla="*/ 76394 w 1303664"/>
                <a:gd name="connsiteY0" fmla="*/ 181131 h 317709"/>
                <a:gd name="connsiteX1" fmla="*/ 160143 w 1303664"/>
                <a:gd name="connsiteY1" fmla="*/ 76560 h 317709"/>
                <a:gd name="connsiteX2" fmla="*/ 274443 w 1303664"/>
                <a:gd name="connsiteY2" fmla="*/ 69417 h 317709"/>
                <a:gd name="connsiteX3" fmla="*/ 448274 w 1303664"/>
                <a:gd name="connsiteY3" fmla="*/ 67036 h 317709"/>
                <a:gd name="connsiteX4" fmla="*/ 603055 w 1303664"/>
                <a:gd name="connsiteY4" fmla="*/ 71798 h 317709"/>
                <a:gd name="connsiteX5" fmla="*/ 776887 w 1303664"/>
                <a:gd name="connsiteY5" fmla="*/ 74179 h 317709"/>
                <a:gd name="connsiteX6" fmla="*/ 924524 w 1303664"/>
                <a:gd name="connsiteY6" fmla="*/ 57511 h 317709"/>
                <a:gd name="connsiteX7" fmla="*/ 1124549 w 1303664"/>
                <a:gd name="connsiteY7" fmla="*/ 36079 h 317709"/>
                <a:gd name="connsiteX8" fmla="*/ 1279329 w 1303664"/>
                <a:gd name="connsiteY8" fmla="*/ 7490 h 317709"/>
                <a:gd name="connsiteX9" fmla="*/ 1171281 w 1303664"/>
                <a:gd name="connsiteY9" fmla="*/ 114330 h 317709"/>
                <a:gd name="connsiteX10" fmla="*/ 76394 w 1303664"/>
                <a:gd name="connsiteY10" fmla="*/ 181131 h 317709"/>
                <a:gd name="connsiteX0" fmla="*/ 76394 w 1279714"/>
                <a:gd name="connsiteY0" fmla="*/ 181131 h 337196"/>
                <a:gd name="connsiteX1" fmla="*/ 160143 w 1279714"/>
                <a:gd name="connsiteY1" fmla="*/ 76560 h 337196"/>
                <a:gd name="connsiteX2" fmla="*/ 274443 w 1279714"/>
                <a:gd name="connsiteY2" fmla="*/ 69417 h 337196"/>
                <a:gd name="connsiteX3" fmla="*/ 448274 w 1279714"/>
                <a:gd name="connsiteY3" fmla="*/ 67036 h 337196"/>
                <a:gd name="connsiteX4" fmla="*/ 603055 w 1279714"/>
                <a:gd name="connsiteY4" fmla="*/ 71798 h 337196"/>
                <a:gd name="connsiteX5" fmla="*/ 776887 w 1279714"/>
                <a:gd name="connsiteY5" fmla="*/ 74179 h 337196"/>
                <a:gd name="connsiteX6" fmla="*/ 924524 w 1279714"/>
                <a:gd name="connsiteY6" fmla="*/ 57511 h 337196"/>
                <a:gd name="connsiteX7" fmla="*/ 1124549 w 1279714"/>
                <a:gd name="connsiteY7" fmla="*/ 36079 h 337196"/>
                <a:gd name="connsiteX8" fmla="*/ 1279329 w 1279714"/>
                <a:gd name="connsiteY8" fmla="*/ 7490 h 337196"/>
                <a:gd name="connsiteX9" fmla="*/ 976019 w 1279714"/>
                <a:gd name="connsiteY9" fmla="*/ 166717 h 337196"/>
                <a:gd name="connsiteX10" fmla="*/ 76394 w 1279714"/>
                <a:gd name="connsiteY10" fmla="*/ 181131 h 337196"/>
                <a:gd name="connsiteX0" fmla="*/ 76394 w 1129532"/>
                <a:gd name="connsiteY0" fmla="*/ 166486 h 322551"/>
                <a:gd name="connsiteX1" fmla="*/ 160143 w 1129532"/>
                <a:gd name="connsiteY1" fmla="*/ 61915 h 322551"/>
                <a:gd name="connsiteX2" fmla="*/ 274443 w 1129532"/>
                <a:gd name="connsiteY2" fmla="*/ 54772 h 322551"/>
                <a:gd name="connsiteX3" fmla="*/ 448274 w 1129532"/>
                <a:gd name="connsiteY3" fmla="*/ 52391 h 322551"/>
                <a:gd name="connsiteX4" fmla="*/ 603055 w 1129532"/>
                <a:gd name="connsiteY4" fmla="*/ 57153 h 322551"/>
                <a:gd name="connsiteX5" fmla="*/ 776887 w 1129532"/>
                <a:gd name="connsiteY5" fmla="*/ 59534 h 322551"/>
                <a:gd name="connsiteX6" fmla="*/ 924524 w 1129532"/>
                <a:gd name="connsiteY6" fmla="*/ 42866 h 322551"/>
                <a:gd name="connsiteX7" fmla="*/ 1124549 w 1129532"/>
                <a:gd name="connsiteY7" fmla="*/ 21434 h 322551"/>
                <a:gd name="connsiteX8" fmla="*/ 976019 w 1129532"/>
                <a:gd name="connsiteY8" fmla="*/ 152072 h 322551"/>
                <a:gd name="connsiteX9" fmla="*/ 76394 w 1129532"/>
                <a:gd name="connsiteY9" fmla="*/ 166486 h 322551"/>
                <a:gd name="connsiteX0" fmla="*/ 76394 w 1033508"/>
                <a:gd name="connsiteY0" fmla="*/ 133475 h 289540"/>
                <a:gd name="connsiteX1" fmla="*/ 160143 w 1033508"/>
                <a:gd name="connsiteY1" fmla="*/ 28904 h 289540"/>
                <a:gd name="connsiteX2" fmla="*/ 274443 w 1033508"/>
                <a:gd name="connsiteY2" fmla="*/ 21761 h 289540"/>
                <a:gd name="connsiteX3" fmla="*/ 448274 w 1033508"/>
                <a:gd name="connsiteY3" fmla="*/ 19380 h 289540"/>
                <a:gd name="connsiteX4" fmla="*/ 603055 w 1033508"/>
                <a:gd name="connsiteY4" fmla="*/ 24142 h 289540"/>
                <a:gd name="connsiteX5" fmla="*/ 776887 w 1033508"/>
                <a:gd name="connsiteY5" fmla="*/ 26523 h 289540"/>
                <a:gd name="connsiteX6" fmla="*/ 924524 w 1033508"/>
                <a:gd name="connsiteY6" fmla="*/ 9855 h 289540"/>
                <a:gd name="connsiteX7" fmla="*/ 976019 w 1033508"/>
                <a:gd name="connsiteY7" fmla="*/ 119061 h 289540"/>
                <a:gd name="connsiteX8" fmla="*/ 76394 w 1033508"/>
                <a:gd name="connsiteY8" fmla="*/ 133475 h 289540"/>
                <a:gd name="connsiteX0" fmla="*/ 76394 w 1006338"/>
                <a:gd name="connsiteY0" fmla="*/ 132461 h 288526"/>
                <a:gd name="connsiteX1" fmla="*/ 160143 w 1006338"/>
                <a:gd name="connsiteY1" fmla="*/ 27890 h 288526"/>
                <a:gd name="connsiteX2" fmla="*/ 274443 w 1006338"/>
                <a:gd name="connsiteY2" fmla="*/ 20747 h 288526"/>
                <a:gd name="connsiteX3" fmla="*/ 448274 w 1006338"/>
                <a:gd name="connsiteY3" fmla="*/ 18366 h 288526"/>
                <a:gd name="connsiteX4" fmla="*/ 603055 w 1006338"/>
                <a:gd name="connsiteY4" fmla="*/ 23128 h 288526"/>
                <a:gd name="connsiteX5" fmla="*/ 776887 w 1006338"/>
                <a:gd name="connsiteY5" fmla="*/ 25509 h 288526"/>
                <a:gd name="connsiteX6" fmla="*/ 976019 w 1006338"/>
                <a:gd name="connsiteY6" fmla="*/ 118047 h 288526"/>
                <a:gd name="connsiteX7" fmla="*/ 76394 w 1006338"/>
                <a:gd name="connsiteY7" fmla="*/ 132461 h 288526"/>
                <a:gd name="connsiteX0" fmla="*/ 76394 w 1012279"/>
                <a:gd name="connsiteY0" fmla="*/ 138964 h 295029"/>
                <a:gd name="connsiteX1" fmla="*/ 160143 w 1012279"/>
                <a:gd name="connsiteY1" fmla="*/ 34393 h 295029"/>
                <a:gd name="connsiteX2" fmla="*/ 274443 w 1012279"/>
                <a:gd name="connsiteY2" fmla="*/ 27250 h 295029"/>
                <a:gd name="connsiteX3" fmla="*/ 448274 w 1012279"/>
                <a:gd name="connsiteY3" fmla="*/ 24869 h 295029"/>
                <a:gd name="connsiteX4" fmla="*/ 603055 w 1012279"/>
                <a:gd name="connsiteY4" fmla="*/ 29631 h 295029"/>
                <a:gd name="connsiteX5" fmla="*/ 776887 w 1012279"/>
                <a:gd name="connsiteY5" fmla="*/ 32012 h 295029"/>
                <a:gd name="connsiteX6" fmla="*/ 976019 w 1012279"/>
                <a:gd name="connsiteY6" fmla="*/ 124550 h 295029"/>
                <a:gd name="connsiteX7" fmla="*/ 76394 w 1012279"/>
                <a:gd name="connsiteY7" fmla="*/ 138964 h 295029"/>
                <a:gd name="connsiteX0" fmla="*/ 76394 w 944468"/>
                <a:gd name="connsiteY0" fmla="*/ 136724 h 300918"/>
                <a:gd name="connsiteX1" fmla="*/ 160143 w 944468"/>
                <a:gd name="connsiteY1" fmla="*/ 32153 h 300918"/>
                <a:gd name="connsiteX2" fmla="*/ 274443 w 944468"/>
                <a:gd name="connsiteY2" fmla="*/ 25010 h 300918"/>
                <a:gd name="connsiteX3" fmla="*/ 448274 w 944468"/>
                <a:gd name="connsiteY3" fmla="*/ 22629 h 300918"/>
                <a:gd name="connsiteX4" fmla="*/ 603055 w 944468"/>
                <a:gd name="connsiteY4" fmla="*/ 27391 h 300918"/>
                <a:gd name="connsiteX5" fmla="*/ 776887 w 944468"/>
                <a:gd name="connsiteY5" fmla="*/ 29772 h 300918"/>
                <a:gd name="connsiteX6" fmla="*/ 895056 w 944468"/>
                <a:gd name="connsiteY6" fmla="*/ 141360 h 300918"/>
                <a:gd name="connsiteX7" fmla="*/ 76394 w 944468"/>
                <a:gd name="connsiteY7" fmla="*/ 136724 h 300918"/>
                <a:gd name="connsiteX0" fmla="*/ 76394 w 944468"/>
                <a:gd name="connsiteY0" fmla="*/ 136724 h 264385"/>
                <a:gd name="connsiteX1" fmla="*/ 160143 w 944468"/>
                <a:gd name="connsiteY1" fmla="*/ 32153 h 264385"/>
                <a:gd name="connsiteX2" fmla="*/ 274443 w 944468"/>
                <a:gd name="connsiteY2" fmla="*/ 25010 h 264385"/>
                <a:gd name="connsiteX3" fmla="*/ 448274 w 944468"/>
                <a:gd name="connsiteY3" fmla="*/ 22629 h 264385"/>
                <a:gd name="connsiteX4" fmla="*/ 603055 w 944468"/>
                <a:gd name="connsiteY4" fmla="*/ 27391 h 264385"/>
                <a:gd name="connsiteX5" fmla="*/ 776887 w 944468"/>
                <a:gd name="connsiteY5" fmla="*/ 29772 h 264385"/>
                <a:gd name="connsiteX6" fmla="*/ 895056 w 944468"/>
                <a:gd name="connsiteY6" fmla="*/ 141360 h 264385"/>
                <a:gd name="connsiteX7" fmla="*/ 76394 w 944468"/>
                <a:gd name="connsiteY7" fmla="*/ 136724 h 264385"/>
                <a:gd name="connsiteX0" fmla="*/ 76394 w 944468"/>
                <a:gd name="connsiteY0" fmla="*/ 136724 h 196870"/>
                <a:gd name="connsiteX1" fmla="*/ 160143 w 944468"/>
                <a:gd name="connsiteY1" fmla="*/ 32153 h 196870"/>
                <a:gd name="connsiteX2" fmla="*/ 274443 w 944468"/>
                <a:gd name="connsiteY2" fmla="*/ 25010 h 196870"/>
                <a:gd name="connsiteX3" fmla="*/ 448274 w 944468"/>
                <a:gd name="connsiteY3" fmla="*/ 22629 h 196870"/>
                <a:gd name="connsiteX4" fmla="*/ 603055 w 944468"/>
                <a:gd name="connsiteY4" fmla="*/ 27391 h 196870"/>
                <a:gd name="connsiteX5" fmla="*/ 776887 w 944468"/>
                <a:gd name="connsiteY5" fmla="*/ 29772 h 196870"/>
                <a:gd name="connsiteX6" fmla="*/ 895056 w 944468"/>
                <a:gd name="connsiteY6" fmla="*/ 141360 h 196870"/>
                <a:gd name="connsiteX7" fmla="*/ 76394 w 944468"/>
                <a:gd name="connsiteY7" fmla="*/ 136724 h 196870"/>
                <a:gd name="connsiteX0" fmla="*/ 80454 w 948528"/>
                <a:gd name="connsiteY0" fmla="*/ 139956 h 200102"/>
                <a:gd name="connsiteX1" fmla="*/ 164203 w 948528"/>
                <a:gd name="connsiteY1" fmla="*/ 35385 h 200102"/>
                <a:gd name="connsiteX2" fmla="*/ 278503 w 948528"/>
                <a:gd name="connsiteY2" fmla="*/ 28242 h 200102"/>
                <a:gd name="connsiteX3" fmla="*/ 452334 w 948528"/>
                <a:gd name="connsiteY3" fmla="*/ 25861 h 200102"/>
                <a:gd name="connsiteX4" fmla="*/ 607115 w 948528"/>
                <a:gd name="connsiteY4" fmla="*/ 30623 h 200102"/>
                <a:gd name="connsiteX5" fmla="*/ 780947 w 948528"/>
                <a:gd name="connsiteY5" fmla="*/ 33004 h 200102"/>
                <a:gd name="connsiteX6" fmla="*/ 899116 w 948528"/>
                <a:gd name="connsiteY6" fmla="*/ 144592 h 200102"/>
                <a:gd name="connsiteX7" fmla="*/ 80454 w 948528"/>
                <a:gd name="connsiteY7" fmla="*/ 139956 h 200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48528" h="200102">
                  <a:moveTo>
                    <a:pt x="80454" y="139956"/>
                  </a:moveTo>
                  <a:cubicBezTo>
                    <a:pt x="-94419" y="131280"/>
                    <a:pt x="54201" y="-82521"/>
                    <a:pt x="164203" y="35385"/>
                  </a:cubicBezTo>
                  <a:cubicBezTo>
                    <a:pt x="219766" y="21892"/>
                    <a:pt x="227703" y="-1127"/>
                    <a:pt x="278503" y="28242"/>
                  </a:cubicBezTo>
                  <a:cubicBezTo>
                    <a:pt x="332477" y="11573"/>
                    <a:pt x="381691" y="-7477"/>
                    <a:pt x="452334" y="25861"/>
                  </a:cubicBezTo>
                  <a:cubicBezTo>
                    <a:pt x="522978" y="10779"/>
                    <a:pt x="545996" y="2842"/>
                    <a:pt x="607115" y="30623"/>
                  </a:cubicBezTo>
                  <a:cubicBezTo>
                    <a:pt x="703953" y="2048"/>
                    <a:pt x="710303" y="11572"/>
                    <a:pt x="780947" y="33004"/>
                  </a:cubicBezTo>
                  <a:cubicBezTo>
                    <a:pt x="905020" y="-70239"/>
                    <a:pt x="1015865" y="126767"/>
                    <a:pt x="899116" y="144592"/>
                  </a:cubicBezTo>
                  <a:cubicBezTo>
                    <a:pt x="557866" y="201683"/>
                    <a:pt x="368323" y="235692"/>
                    <a:pt x="80454" y="139956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4527C63-5B11-DDBC-BC82-3AD2255E0ADC}"/>
                </a:ext>
              </a:extLst>
            </p:cNvPr>
            <p:cNvSpPr/>
            <p:nvPr/>
          </p:nvSpPr>
          <p:spPr>
            <a:xfrm>
              <a:off x="3742200" y="600760"/>
              <a:ext cx="1161709" cy="1272754"/>
            </a:xfrm>
            <a:custGeom>
              <a:avLst/>
              <a:gdLst>
                <a:gd name="connsiteX0" fmla="*/ 693383 w 1161709"/>
                <a:gd name="connsiteY0" fmla="*/ 721 h 1272754"/>
                <a:gd name="connsiteX1" fmla="*/ 1145708 w 1161709"/>
                <a:gd name="connsiteY1" fmla="*/ 671620 h 1272754"/>
                <a:gd name="connsiteX2" fmla="*/ 26521 w 1161709"/>
                <a:gd name="connsiteY2" fmla="*/ 735120 h 1272754"/>
                <a:gd name="connsiteX3" fmla="*/ 558333 w 1161709"/>
                <a:gd name="connsiteY3" fmla="*/ 31858 h 1272754"/>
                <a:gd name="connsiteX4" fmla="*/ 693383 w 1161709"/>
                <a:gd name="connsiteY4" fmla="*/ 721 h 1272754"/>
                <a:gd name="connsiteX5" fmla="*/ 690578 w 1161709"/>
                <a:gd name="connsiteY5" fmla="*/ 239706 h 1272754"/>
                <a:gd name="connsiteX6" fmla="*/ 667080 w 1161709"/>
                <a:gd name="connsiteY6" fmla="*/ 241406 h 1272754"/>
                <a:gd name="connsiteX7" fmla="*/ 431334 w 1161709"/>
                <a:gd name="connsiteY7" fmla="*/ 250934 h 1272754"/>
                <a:gd name="connsiteX8" fmla="*/ 115422 w 1161709"/>
                <a:gd name="connsiteY8" fmla="*/ 693846 h 1272754"/>
                <a:gd name="connsiteX9" fmla="*/ 1056809 w 1161709"/>
                <a:gd name="connsiteY9" fmla="*/ 627171 h 1272754"/>
                <a:gd name="connsiteX10" fmla="*/ 690578 w 1161709"/>
                <a:gd name="connsiteY10" fmla="*/ 239706 h 1272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1709" h="1272754">
                  <a:moveTo>
                    <a:pt x="693383" y="721"/>
                  </a:moveTo>
                  <a:cubicBezTo>
                    <a:pt x="918763" y="16327"/>
                    <a:pt x="1236857" y="284237"/>
                    <a:pt x="1145708" y="671620"/>
                  </a:cubicBezTo>
                  <a:cubicBezTo>
                    <a:pt x="1039346" y="1461137"/>
                    <a:pt x="196383" y="1463253"/>
                    <a:pt x="26521" y="735120"/>
                  </a:cubicBezTo>
                  <a:cubicBezTo>
                    <a:pt x="-107092" y="205159"/>
                    <a:pt x="294279" y="-77944"/>
                    <a:pt x="558333" y="31858"/>
                  </a:cubicBezTo>
                  <a:cubicBezTo>
                    <a:pt x="594300" y="6954"/>
                    <a:pt x="641373" y="-2881"/>
                    <a:pt x="693383" y="721"/>
                  </a:cubicBezTo>
                  <a:close/>
                  <a:moveTo>
                    <a:pt x="690578" y="239706"/>
                  </a:moveTo>
                  <a:cubicBezTo>
                    <a:pt x="682269" y="238861"/>
                    <a:pt x="674406" y="239372"/>
                    <a:pt x="667080" y="241406"/>
                  </a:cubicBezTo>
                  <a:cubicBezTo>
                    <a:pt x="564951" y="270775"/>
                    <a:pt x="518383" y="267866"/>
                    <a:pt x="431334" y="250934"/>
                  </a:cubicBezTo>
                  <a:cubicBezTo>
                    <a:pt x="316505" y="220507"/>
                    <a:pt x="124684" y="573460"/>
                    <a:pt x="115422" y="693846"/>
                  </a:cubicBezTo>
                  <a:cubicBezTo>
                    <a:pt x="244009" y="967954"/>
                    <a:pt x="810747" y="1165863"/>
                    <a:pt x="1056809" y="627171"/>
                  </a:cubicBezTo>
                  <a:cubicBezTo>
                    <a:pt x="1040190" y="570119"/>
                    <a:pt x="815212" y="252384"/>
                    <a:pt x="690578" y="239706"/>
                  </a:cubicBezTo>
                  <a:close/>
                </a:path>
              </a:pathLst>
            </a:custGeom>
            <a:solidFill>
              <a:srgbClr val="E9595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28E07D3-CB5D-C065-3D89-C7EF04A01781}"/>
                </a:ext>
              </a:extLst>
            </p:cNvPr>
            <p:cNvSpPr/>
            <p:nvPr/>
          </p:nvSpPr>
          <p:spPr>
            <a:xfrm>
              <a:off x="4798218" y="1227125"/>
              <a:ext cx="84137" cy="71464"/>
            </a:xfrm>
            <a:custGeom>
              <a:avLst/>
              <a:gdLst>
                <a:gd name="connsiteX0" fmla="*/ 0 w 83344"/>
                <a:gd name="connsiteY0" fmla="*/ 0 h 64294"/>
                <a:gd name="connsiteX1" fmla="*/ 83344 w 83344"/>
                <a:gd name="connsiteY1" fmla="*/ 64294 h 64294"/>
                <a:gd name="connsiteX2" fmla="*/ 83344 w 83344"/>
                <a:gd name="connsiteY2" fmla="*/ 64294 h 64294"/>
                <a:gd name="connsiteX0" fmla="*/ 0 w 83344"/>
                <a:gd name="connsiteY0" fmla="*/ 0 h 64294"/>
                <a:gd name="connsiteX1" fmla="*/ 83344 w 83344"/>
                <a:gd name="connsiteY1" fmla="*/ 64294 h 64294"/>
                <a:gd name="connsiteX2" fmla="*/ 83344 w 83344"/>
                <a:gd name="connsiteY2" fmla="*/ 64294 h 6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344" h="64294">
                  <a:moveTo>
                    <a:pt x="0" y="0"/>
                  </a:moveTo>
                  <a:cubicBezTo>
                    <a:pt x="1588" y="73818"/>
                    <a:pt x="55563" y="42863"/>
                    <a:pt x="83344" y="64294"/>
                  </a:cubicBezTo>
                  <a:lnTo>
                    <a:pt x="83344" y="64294"/>
                  </a:lnTo>
                </a:path>
              </a:pathLst>
            </a:cu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4304457-5E31-EB4F-8A0D-474DEE985607}"/>
                </a:ext>
              </a:extLst>
            </p:cNvPr>
            <p:cNvSpPr/>
            <p:nvPr/>
          </p:nvSpPr>
          <p:spPr>
            <a:xfrm flipH="1">
              <a:off x="3774280" y="1289301"/>
              <a:ext cx="83344" cy="64294"/>
            </a:xfrm>
            <a:custGeom>
              <a:avLst/>
              <a:gdLst>
                <a:gd name="connsiteX0" fmla="*/ 0 w 83344"/>
                <a:gd name="connsiteY0" fmla="*/ 0 h 64294"/>
                <a:gd name="connsiteX1" fmla="*/ 83344 w 83344"/>
                <a:gd name="connsiteY1" fmla="*/ 64294 h 64294"/>
                <a:gd name="connsiteX2" fmla="*/ 83344 w 83344"/>
                <a:gd name="connsiteY2" fmla="*/ 64294 h 64294"/>
                <a:gd name="connsiteX0" fmla="*/ 0 w 83344"/>
                <a:gd name="connsiteY0" fmla="*/ 0 h 64294"/>
                <a:gd name="connsiteX1" fmla="*/ 83344 w 83344"/>
                <a:gd name="connsiteY1" fmla="*/ 64294 h 64294"/>
                <a:gd name="connsiteX2" fmla="*/ 83344 w 83344"/>
                <a:gd name="connsiteY2" fmla="*/ 64294 h 6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344" h="64294">
                  <a:moveTo>
                    <a:pt x="0" y="0"/>
                  </a:moveTo>
                  <a:cubicBezTo>
                    <a:pt x="1588" y="73818"/>
                    <a:pt x="55563" y="42863"/>
                    <a:pt x="83344" y="64294"/>
                  </a:cubicBezTo>
                  <a:lnTo>
                    <a:pt x="83344" y="64294"/>
                  </a:lnTo>
                </a:path>
              </a:pathLst>
            </a:cu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387925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90AEA6-A288-75A1-7375-692C8EA98828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3708CE5-8AA0-2D8D-5F07-F2532D9DC8F0}"/>
              </a:ext>
            </a:extLst>
          </p:cNvPr>
          <p:cNvGrpSpPr/>
          <p:nvPr/>
        </p:nvGrpSpPr>
        <p:grpSpPr>
          <a:xfrm>
            <a:off x="1547237" y="1835328"/>
            <a:ext cx="6963925" cy="5046753"/>
            <a:chOff x="4562872" y="2957887"/>
            <a:chExt cx="1300161" cy="94222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795243B-68E7-5B30-E5FD-02664C2CCCFF}"/>
                </a:ext>
              </a:extLst>
            </p:cNvPr>
            <p:cNvSpPr/>
            <p:nvPr/>
          </p:nvSpPr>
          <p:spPr>
            <a:xfrm>
              <a:off x="4570016" y="3147763"/>
              <a:ext cx="1273968" cy="561252"/>
            </a:xfrm>
            <a:custGeom>
              <a:avLst/>
              <a:gdLst>
                <a:gd name="connsiteX0" fmla="*/ 632519 w 1273968"/>
                <a:gd name="connsiteY0" fmla="*/ 0 h 561252"/>
                <a:gd name="connsiteX1" fmla="*/ 1273968 w 1273968"/>
                <a:gd name="connsiteY1" fmla="*/ 187523 h 561252"/>
                <a:gd name="connsiteX2" fmla="*/ 0 w 1273968"/>
                <a:gd name="connsiteY2" fmla="*/ 187523 h 561252"/>
                <a:gd name="connsiteX3" fmla="*/ 632519 w 1273968"/>
                <a:gd name="connsiteY3" fmla="*/ 0 h 561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3968" h="561252">
                  <a:moveTo>
                    <a:pt x="632519" y="0"/>
                  </a:moveTo>
                  <a:cubicBezTo>
                    <a:pt x="862409" y="0"/>
                    <a:pt x="1093787" y="62508"/>
                    <a:pt x="1273968" y="187523"/>
                  </a:cubicBezTo>
                  <a:cubicBezTo>
                    <a:pt x="956469" y="426442"/>
                    <a:pt x="673099" y="893167"/>
                    <a:pt x="0" y="187523"/>
                  </a:cubicBezTo>
                  <a:cubicBezTo>
                    <a:pt x="174228" y="62508"/>
                    <a:pt x="402630" y="0"/>
                    <a:pt x="632519" y="0"/>
                  </a:cubicBezTo>
                  <a:close/>
                </a:path>
              </a:pathLst>
            </a:custGeom>
            <a:solidFill>
              <a:srgbClr val="252B2A"/>
            </a:solidFill>
            <a:ln w="381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458B4F6-D431-29B5-67C8-04492BB94B15}"/>
                </a:ext>
              </a:extLst>
            </p:cNvPr>
            <p:cNvSpPr/>
            <p:nvPr/>
          </p:nvSpPr>
          <p:spPr>
            <a:xfrm>
              <a:off x="4921083" y="3346538"/>
              <a:ext cx="590399" cy="527173"/>
            </a:xfrm>
            <a:custGeom>
              <a:avLst/>
              <a:gdLst>
                <a:gd name="connsiteX0" fmla="*/ 253972 w 617405"/>
                <a:gd name="connsiteY0" fmla="*/ 815 h 683097"/>
                <a:gd name="connsiteX1" fmla="*/ 615553 w 617405"/>
                <a:gd name="connsiteY1" fmla="*/ 526361 h 683097"/>
                <a:gd name="connsiteX2" fmla="*/ 617405 w 617405"/>
                <a:gd name="connsiteY2" fmla="*/ 571789 h 683097"/>
                <a:gd name="connsiteX3" fmla="*/ 616493 w 617405"/>
                <a:gd name="connsiteY3" fmla="*/ 572694 h 683097"/>
                <a:gd name="connsiteX4" fmla="*/ 9072 w 617405"/>
                <a:gd name="connsiteY4" fmla="*/ 590665 h 683097"/>
                <a:gd name="connsiteX5" fmla="*/ 0 w 617405"/>
                <a:gd name="connsiteY5" fmla="*/ 583984 h 683097"/>
                <a:gd name="connsiteX6" fmla="*/ 861 w 617405"/>
                <a:gd name="connsiteY6" fmla="*/ 499439 h 683097"/>
                <a:gd name="connsiteX7" fmla="*/ 253972 w 617405"/>
                <a:gd name="connsiteY7" fmla="*/ 815 h 683097"/>
                <a:gd name="connsiteX0" fmla="*/ 253111 w 616544"/>
                <a:gd name="connsiteY0" fmla="*/ 815 h 683097"/>
                <a:gd name="connsiteX1" fmla="*/ 614692 w 616544"/>
                <a:gd name="connsiteY1" fmla="*/ 526361 h 683097"/>
                <a:gd name="connsiteX2" fmla="*/ 616544 w 616544"/>
                <a:gd name="connsiteY2" fmla="*/ 571789 h 683097"/>
                <a:gd name="connsiteX3" fmla="*/ 615632 w 616544"/>
                <a:gd name="connsiteY3" fmla="*/ 572694 h 683097"/>
                <a:gd name="connsiteX4" fmla="*/ 8211 w 616544"/>
                <a:gd name="connsiteY4" fmla="*/ 590665 h 683097"/>
                <a:gd name="connsiteX5" fmla="*/ 0 w 616544"/>
                <a:gd name="connsiteY5" fmla="*/ 499439 h 683097"/>
                <a:gd name="connsiteX6" fmla="*/ 253111 w 616544"/>
                <a:gd name="connsiteY6" fmla="*/ 815 h 683097"/>
                <a:gd name="connsiteX0" fmla="*/ 253111 w 616544"/>
                <a:gd name="connsiteY0" fmla="*/ 815 h 572694"/>
                <a:gd name="connsiteX1" fmla="*/ 614692 w 616544"/>
                <a:gd name="connsiteY1" fmla="*/ 526361 h 572694"/>
                <a:gd name="connsiteX2" fmla="*/ 616544 w 616544"/>
                <a:gd name="connsiteY2" fmla="*/ 571789 h 572694"/>
                <a:gd name="connsiteX3" fmla="*/ 615632 w 616544"/>
                <a:gd name="connsiteY3" fmla="*/ 572694 h 572694"/>
                <a:gd name="connsiteX4" fmla="*/ 0 w 616544"/>
                <a:gd name="connsiteY4" fmla="*/ 499439 h 572694"/>
                <a:gd name="connsiteX5" fmla="*/ 253111 w 616544"/>
                <a:gd name="connsiteY5" fmla="*/ 815 h 572694"/>
                <a:gd name="connsiteX0" fmla="*/ 223702 w 587135"/>
                <a:gd name="connsiteY0" fmla="*/ 815 h 673307"/>
                <a:gd name="connsiteX1" fmla="*/ 585283 w 587135"/>
                <a:gd name="connsiteY1" fmla="*/ 526361 h 673307"/>
                <a:gd name="connsiteX2" fmla="*/ 587135 w 587135"/>
                <a:gd name="connsiteY2" fmla="*/ 571789 h 673307"/>
                <a:gd name="connsiteX3" fmla="*/ 586223 w 587135"/>
                <a:gd name="connsiteY3" fmla="*/ 572694 h 673307"/>
                <a:gd name="connsiteX4" fmla="*/ 0 w 587135"/>
                <a:gd name="connsiteY4" fmla="*/ 645360 h 673307"/>
                <a:gd name="connsiteX5" fmla="*/ 223702 w 587135"/>
                <a:gd name="connsiteY5" fmla="*/ 815 h 673307"/>
                <a:gd name="connsiteX0" fmla="*/ 223702 w 587135"/>
                <a:gd name="connsiteY0" fmla="*/ 815 h 673307"/>
                <a:gd name="connsiteX1" fmla="*/ 585283 w 587135"/>
                <a:gd name="connsiteY1" fmla="*/ 526361 h 673307"/>
                <a:gd name="connsiteX2" fmla="*/ 587135 w 587135"/>
                <a:gd name="connsiteY2" fmla="*/ 571789 h 673307"/>
                <a:gd name="connsiteX3" fmla="*/ 586223 w 587135"/>
                <a:gd name="connsiteY3" fmla="*/ 572694 h 673307"/>
                <a:gd name="connsiteX4" fmla="*/ 0 w 587135"/>
                <a:gd name="connsiteY4" fmla="*/ 645360 h 673307"/>
                <a:gd name="connsiteX5" fmla="*/ 223702 w 587135"/>
                <a:gd name="connsiteY5" fmla="*/ 815 h 673307"/>
                <a:gd name="connsiteX0" fmla="*/ 223702 w 587135"/>
                <a:gd name="connsiteY0" fmla="*/ 228 h 672720"/>
                <a:gd name="connsiteX1" fmla="*/ 587135 w 587135"/>
                <a:gd name="connsiteY1" fmla="*/ 571202 h 672720"/>
                <a:gd name="connsiteX2" fmla="*/ 586223 w 587135"/>
                <a:gd name="connsiteY2" fmla="*/ 572107 h 672720"/>
                <a:gd name="connsiteX3" fmla="*/ 0 w 587135"/>
                <a:gd name="connsiteY3" fmla="*/ 644773 h 672720"/>
                <a:gd name="connsiteX4" fmla="*/ 223702 w 587135"/>
                <a:gd name="connsiteY4" fmla="*/ 228 h 672720"/>
                <a:gd name="connsiteX0" fmla="*/ 223702 w 587135"/>
                <a:gd name="connsiteY0" fmla="*/ 228 h 677821"/>
                <a:gd name="connsiteX1" fmla="*/ 587135 w 587135"/>
                <a:gd name="connsiteY1" fmla="*/ 571202 h 677821"/>
                <a:gd name="connsiteX2" fmla="*/ 565217 w 587135"/>
                <a:gd name="connsiteY2" fmla="*/ 609763 h 677821"/>
                <a:gd name="connsiteX3" fmla="*/ 0 w 587135"/>
                <a:gd name="connsiteY3" fmla="*/ 644773 h 677821"/>
                <a:gd name="connsiteX4" fmla="*/ 223702 w 587135"/>
                <a:gd name="connsiteY4" fmla="*/ 228 h 677821"/>
                <a:gd name="connsiteX0" fmla="*/ 223702 w 568563"/>
                <a:gd name="connsiteY0" fmla="*/ 50 h 677645"/>
                <a:gd name="connsiteX1" fmla="*/ 565217 w 568563"/>
                <a:gd name="connsiteY1" fmla="*/ 609585 h 677645"/>
                <a:gd name="connsiteX2" fmla="*/ 0 w 568563"/>
                <a:gd name="connsiteY2" fmla="*/ 644595 h 677645"/>
                <a:gd name="connsiteX3" fmla="*/ 223702 w 568563"/>
                <a:gd name="connsiteY3" fmla="*/ 50 h 677645"/>
                <a:gd name="connsiteX0" fmla="*/ 269917 w 569140"/>
                <a:gd name="connsiteY0" fmla="*/ 47 h 691762"/>
                <a:gd name="connsiteX1" fmla="*/ 565217 w 569140"/>
                <a:gd name="connsiteY1" fmla="*/ 623703 h 691762"/>
                <a:gd name="connsiteX2" fmla="*/ 0 w 569140"/>
                <a:gd name="connsiteY2" fmla="*/ 658713 h 691762"/>
                <a:gd name="connsiteX3" fmla="*/ 269917 w 569140"/>
                <a:gd name="connsiteY3" fmla="*/ 47 h 691762"/>
                <a:gd name="connsiteX0" fmla="*/ 269917 w 571066"/>
                <a:gd name="connsiteY0" fmla="*/ 9180 h 700895"/>
                <a:gd name="connsiteX1" fmla="*/ 565217 w 571066"/>
                <a:gd name="connsiteY1" fmla="*/ 632836 h 700895"/>
                <a:gd name="connsiteX2" fmla="*/ 0 w 571066"/>
                <a:gd name="connsiteY2" fmla="*/ 667846 h 700895"/>
                <a:gd name="connsiteX3" fmla="*/ 269917 w 571066"/>
                <a:gd name="connsiteY3" fmla="*/ 9180 h 700895"/>
                <a:gd name="connsiteX0" fmla="*/ 269917 w 567349"/>
                <a:gd name="connsiteY0" fmla="*/ 9180 h 700895"/>
                <a:gd name="connsiteX1" fmla="*/ 565217 w 567349"/>
                <a:gd name="connsiteY1" fmla="*/ 632836 h 700895"/>
                <a:gd name="connsiteX2" fmla="*/ 0 w 567349"/>
                <a:gd name="connsiteY2" fmla="*/ 667846 h 700895"/>
                <a:gd name="connsiteX3" fmla="*/ 269917 w 567349"/>
                <a:gd name="connsiteY3" fmla="*/ 9180 h 700895"/>
                <a:gd name="connsiteX0" fmla="*/ 269917 w 567165"/>
                <a:gd name="connsiteY0" fmla="*/ 6783 h 698498"/>
                <a:gd name="connsiteX1" fmla="*/ 565217 w 567165"/>
                <a:gd name="connsiteY1" fmla="*/ 630439 h 698498"/>
                <a:gd name="connsiteX2" fmla="*/ 0 w 567165"/>
                <a:gd name="connsiteY2" fmla="*/ 665449 h 698498"/>
                <a:gd name="connsiteX3" fmla="*/ 269917 w 567165"/>
                <a:gd name="connsiteY3" fmla="*/ 6783 h 698498"/>
                <a:gd name="connsiteX0" fmla="*/ 278320 w 567269"/>
                <a:gd name="connsiteY0" fmla="*/ 6454 h 731119"/>
                <a:gd name="connsiteX1" fmla="*/ 565217 w 567269"/>
                <a:gd name="connsiteY1" fmla="*/ 663060 h 731119"/>
                <a:gd name="connsiteX2" fmla="*/ 0 w 567269"/>
                <a:gd name="connsiteY2" fmla="*/ 698070 h 731119"/>
                <a:gd name="connsiteX3" fmla="*/ 278320 w 567269"/>
                <a:gd name="connsiteY3" fmla="*/ 6454 h 731119"/>
                <a:gd name="connsiteX0" fmla="*/ 278320 w 567269"/>
                <a:gd name="connsiteY0" fmla="*/ 6454 h 731119"/>
                <a:gd name="connsiteX1" fmla="*/ 565217 w 567269"/>
                <a:gd name="connsiteY1" fmla="*/ 663060 h 731119"/>
                <a:gd name="connsiteX2" fmla="*/ 0 w 567269"/>
                <a:gd name="connsiteY2" fmla="*/ 698070 h 731119"/>
                <a:gd name="connsiteX3" fmla="*/ 278320 w 567269"/>
                <a:gd name="connsiteY3" fmla="*/ 6454 h 731119"/>
                <a:gd name="connsiteX0" fmla="*/ 278320 w 567269"/>
                <a:gd name="connsiteY0" fmla="*/ 6454 h 731119"/>
                <a:gd name="connsiteX1" fmla="*/ 565217 w 567269"/>
                <a:gd name="connsiteY1" fmla="*/ 663060 h 731119"/>
                <a:gd name="connsiteX2" fmla="*/ 0 w 567269"/>
                <a:gd name="connsiteY2" fmla="*/ 698070 h 731119"/>
                <a:gd name="connsiteX3" fmla="*/ 278320 w 567269"/>
                <a:gd name="connsiteY3" fmla="*/ 6454 h 731119"/>
                <a:gd name="connsiteX0" fmla="*/ 278320 w 567269"/>
                <a:gd name="connsiteY0" fmla="*/ 6454 h 876572"/>
                <a:gd name="connsiteX1" fmla="*/ 565217 w 567269"/>
                <a:gd name="connsiteY1" fmla="*/ 663060 h 876572"/>
                <a:gd name="connsiteX2" fmla="*/ 0 w 567269"/>
                <a:gd name="connsiteY2" fmla="*/ 698070 h 876572"/>
                <a:gd name="connsiteX3" fmla="*/ 278320 w 567269"/>
                <a:gd name="connsiteY3" fmla="*/ 6454 h 876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7269" h="876572">
                  <a:moveTo>
                    <a:pt x="278320" y="6454"/>
                  </a:moveTo>
                  <a:cubicBezTo>
                    <a:pt x="450247" y="-69988"/>
                    <a:pt x="585696" y="555637"/>
                    <a:pt x="565217" y="663060"/>
                  </a:cubicBezTo>
                  <a:cubicBezTo>
                    <a:pt x="309111" y="1065228"/>
                    <a:pt x="60420" y="793383"/>
                    <a:pt x="0" y="698070"/>
                  </a:cubicBezTo>
                  <a:cubicBezTo>
                    <a:pt x="7001" y="231337"/>
                    <a:pt x="112779" y="-30916"/>
                    <a:pt x="278320" y="6454"/>
                  </a:cubicBezTo>
                  <a:close/>
                </a:path>
              </a:pathLst>
            </a:custGeom>
            <a:solidFill>
              <a:srgbClr val="D77971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76CAF5F-DB64-A038-2F6D-C0DB014BC8E6}"/>
                </a:ext>
              </a:extLst>
            </p:cNvPr>
            <p:cNvSpPr/>
            <p:nvPr/>
          </p:nvSpPr>
          <p:spPr>
            <a:xfrm>
              <a:off x="4844742" y="3630854"/>
              <a:ext cx="764452" cy="156322"/>
            </a:xfrm>
            <a:custGeom>
              <a:avLst/>
              <a:gdLst>
                <a:gd name="connsiteX0" fmla="*/ 69664 w 1688959"/>
                <a:gd name="connsiteY0" fmla="*/ 598 h 274690"/>
                <a:gd name="connsiteX1" fmla="*/ 172244 w 1688959"/>
                <a:gd name="connsiteY1" fmla="*/ 37778 h 274690"/>
                <a:gd name="connsiteX2" fmla="*/ 379413 w 1688959"/>
                <a:gd name="connsiteY2" fmla="*/ 63972 h 274690"/>
                <a:gd name="connsiteX3" fmla="*/ 515144 w 1688959"/>
                <a:gd name="connsiteY3" fmla="*/ 75878 h 274690"/>
                <a:gd name="connsiteX4" fmla="*/ 667544 w 1688959"/>
                <a:gd name="connsiteY4" fmla="*/ 83022 h 274690"/>
                <a:gd name="connsiteX5" fmla="*/ 841375 w 1688959"/>
                <a:gd name="connsiteY5" fmla="*/ 80641 h 274690"/>
                <a:gd name="connsiteX6" fmla="*/ 996156 w 1688959"/>
                <a:gd name="connsiteY6" fmla="*/ 85403 h 274690"/>
                <a:gd name="connsiteX7" fmla="*/ 1169988 w 1688959"/>
                <a:gd name="connsiteY7" fmla="*/ 87784 h 274690"/>
                <a:gd name="connsiteX8" fmla="*/ 1317625 w 1688959"/>
                <a:gd name="connsiteY8" fmla="*/ 71116 h 274690"/>
                <a:gd name="connsiteX9" fmla="*/ 1517650 w 1688959"/>
                <a:gd name="connsiteY9" fmla="*/ 49684 h 274690"/>
                <a:gd name="connsiteX10" fmla="*/ 1672430 w 1688959"/>
                <a:gd name="connsiteY10" fmla="*/ 21095 h 274690"/>
                <a:gd name="connsiteX11" fmla="*/ 1685518 w 1688959"/>
                <a:gd name="connsiteY11" fmla="*/ 53569 h 274690"/>
                <a:gd name="connsiteX12" fmla="*/ 1688959 w 1688959"/>
                <a:gd name="connsiteY12" fmla="*/ 70924 h 274690"/>
                <a:gd name="connsiteX13" fmla="*/ 1564382 w 1688959"/>
                <a:gd name="connsiteY13" fmla="*/ 127935 h 274690"/>
                <a:gd name="connsiteX14" fmla="*/ 83732 w 1688959"/>
                <a:gd name="connsiteY14" fmla="*/ 99486 h 274690"/>
                <a:gd name="connsiteX15" fmla="*/ 0 w 1688959"/>
                <a:gd name="connsiteY15" fmla="*/ 54832 h 274690"/>
                <a:gd name="connsiteX16" fmla="*/ 979 w 1688959"/>
                <a:gd name="connsiteY16" fmla="*/ 30911 h 274690"/>
                <a:gd name="connsiteX17" fmla="*/ 5556 w 1688959"/>
                <a:gd name="connsiteY17" fmla="*/ 13952 h 274690"/>
                <a:gd name="connsiteX18" fmla="*/ 69664 w 1688959"/>
                <a:gd name="connsiteY18" fmla="*/ 598 h 274690"/>
                <a:gd name="connsiteX0" fmla="*/ 5556 w 1688959"/>
                <a:gd name="connsiteY0" fmla="*/ 1503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16" fmla="*/ 979 w 1688959"/>
                <a:gd name="connsiteY16" fmla="*/ 18462 h 262241"/>
                <a:gd name="connsiteX17" fmla="*/ 5556 w 1688959"/>
                <a:gd name="connsiteY17" fmla="*/ 1503 h 262241"/>
                <a:gd name="connsiteX0" fmla="*/ 979 w 1688959"/>
                <a:gd name="connsiteY0" fmla="*/ 18462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16" fmla="*/ 979 w 1688959"/>
                <a:gd name="connsiteY16" fmla="*/ 18462 h 262241"/>
                <a:gd name="connsiteX0" fmla="*/ 0 w 1688959"/>
                <a:gd name="connsiteY0" fmla="*/ 42383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0" fmla="*/ 0 w 1605227"/>
                <a:gd name="connsiteY0" fmla="*/ 87037 h 262241"/>
                <a:gd name="connsiteX1" fmla="*/ 88512 w 1605227"/>
                <a:gd name="connsiteY1" fmla="*/ 25329 h 262241"/>
                <a:gd name="connsiteX2" fmla="*/ 295681 w 1605227"/>
                <a:gd name="connsiteY2" fmla="*/ 51523 h 262241"/>
                <a:gd name="connsiteX3" fmla="*/ 431412 w 1605227"/>
                <a:gd name="connsiteY3" fmla="*/ 63429 h 262241"/>
                <a:gd name="connsiteX4" fmla="*/ 583812 w 1605227"/>
                <a:gd name="connsiteY4" fmla="*/ 70573 h 262241"/>
                <a:gd name="connsiteX5" fmla="*/ 757643 w 1605227"/>
                <a:gd name="connsiteY5" fmla="*/ 68192 h 262241"/>
                <a:gd name="connsiteX6" fmla="*/ 912424 w 1605227"/>
                <a:gd name="connsiteY6" fmla="*/ 72954 h 262241"/>
                <a:gd name="connsiteX7" fmla="*/ 1086256 w 1605227"/>
                <a:gd name="connsiteY7" fmla="*/ 75335 h 262241"/>
                <a:gd name="connsiteX8" fmla="*/ 1233893 w 1605227"/>
                <a:gd name="connsiteY8" fmla="*/ 58667 h 262241"/>
                <a:gd name="connsiteX9" fmla="*/ 1433918 w 1605227"/>
                <a:gd name="connsiteY9" fmla="*/ 37235 h 262241"/>
                <a:gd name="connsiteX10" fmla="*/ 1588698 w 1605227"/>
                <a:gd name="connsiteY10" fmla="*/ 8646 h 262241"/>
                <a:gd name="connsiteX11" fmla="*/ 1601786 w 1605227"/>
                <a:gd name="connsiteY11" fmla="*/ 41120 h 262241"/>
                <a:gd name="connsiteX12" fmla="*/ 1605227 w 1605227"/>
                <a:gd name="connsiteY12" fmla="*/ 58475 h 262241"/>
                <a:gd name="connsiteX13" fmla="*/ 1480650 w 1605227"/>
                <a:gd name="connsiteY13" fmla="*/ 115486 h 262241"/>
                <a:gd name="connsiteX14" fmla="*/ 0 w 1605227"/>
                <a:gd name="connsiteY14" fmla="*/ 87037 h 262241"/>
                <a:gd name="connsiteX0" fmla="*/ 0 w 1605227"/>
                <a:gd name="connsiteY0" fmla="*/ 85881 h 261085"/>
                <a:gd name="connsiteX1" fmla="*/ 295681 w 1605227"/>
                <a:gd name="connsiteY1" fmla="*/ 50367 h 261085"/>
                <a:gd name="connsiteX2" fmla="*/ 431412 w 1605227"/>
                <a:gd name="connsiteY2" fmla="*/ 62273 h 261085"/>
                <a:gd name="connsiteX3" fmla="*/ 583812 w 1605227"/>
                <a:gd name="connsiteY3" fmla="*/ 69417 h 261085"/>
                <a:gd name="connsiteX4" fmla="*/ 757643 w 1605227"/>
                <a:gd name="connsiteY4" fmla="*/ 67036 h 261085"/>
                <a:gd name="connsiteX5" fmla="*/ 912424 w 1605227"/>
                <a:gd name="connsiteY5" fmla="*/ 71798 h 261085"/>
                <a:gd name="connsiteX6" fmla="*/ 1086256 w 1605227"/>
                <a:gd name="connsiteY6" fmla="*/ 74179 h 261085"/>
                <a:gd name="connsiteX7" fmla="*/ 1233893 w 1605227"/>
                <a:gd name="connsiteY7" fmla="*/ 57511 h 261085"/>
                <a:gd name="connsiteX8" fmla="*/ 1433918 w 1605227"/>
                <a:gd name="connsiteY8" fmla="*/ 36079 h 261085"/>
                <a:gd name="connsiteX9" fmla="*/ 1588698 w 1605227"/>
                <a:gd name="connsiteY9" fmla="*/ 7490 h 261085"/>
                <a:gd name="connsiteX10" fmla="*/ 1601786 w 1605227"/>
                <a:gd name="connsiteY10" fmla="*/ 39964 h 261085"/>
                <a:gd name="connsiteX11" fmla="*/ 1605227 w 1605227"/>
                <a:gd name="connsiteY11" fmla="*/ 57319 h 261085"/>
                <a:gd name="connsiteX12" fmla="*/ 1480650 w 1605227"/>
                <a:gd name="connsiteY12" fmla="*/ 114330 h 261085"/>
                <a:gd name="connsiteX13" fmla="*/ 0 w 1605227"/>
                <a:gd name="connsiteY13" fmla="*/ 85881 h 261085"/>
                <a:gd name="connsiteX0" fmla="*/ 0 w 1309952"/>
                <a:gd name="connsiteY0" fmla="*/ 162081 h 305286"/>
                <a:gd name="connsiteX1" fmla="*/ 406 w 1309952"/>
                <a:gd name="connsiteY1" fmla="*/ 50367 h 305286"/>
                <a:gd name="connsiteX2" fmla="*/ 136137 w 1309952"/>
                <a:gd name="connsiteY2" fmla="*/ 62273 h 305286"/>
                <a:gd name="connsiteX3" fmla="*/ 288537 w 1309952"/>
                <a:gd name="connsiteY3" fmla="*/ 69417 h 305286"/>
                <a:gd name="connsiteX4" fmla="*/ 462368 w 1309952"/>
                <a:gd name="connsiteY4" fmla="*/ 67036 h 305286"/>
                <a:gd name="connsiteX5" fmla="*/ 617149 w 1309952"/>
                <a:gd name="connsiteY5" fmla="*/ 71798 h 305286"/>
                <a:gd name="connsiteX6" fmla="*/ 790981 w 1309952"/>
                <a:gd name="connsiteY6" fmla="*/ 74179 h 305286"/>
                <a:gd name="connsiteX7" fmla="*/ 938618 w 1309952"/>
                <a:gd name="connsiteY7" fmla="*/ 57511 h 305286"/>
                <a:gd name="connsiteX8" fmla="*/ 1138643 w 1309952"/>
                <a:gd name="connsiteY8" fmla="*/ 36079 h 305286"/>
                <a:gd name="connsiteX9" fmla="*/ 1293423 w 1309952"/>
                <a:gd name="connsiteY9" fmla="*/ 7490 h 305286"/>
                <a:gd name="connsiteX10" fmla="*/ 1306511 w 1309952"/>
                <a:gd name="connsiteY10" fmla="*/ 39964 h 305286"/>
                <a:gd name="connsiteX11" fmla="*/ 1309952 w 1309952"/>
                <a:gd name="connsiteY11" fmla="*/ 57319 h 305286"/>
                <a:gd name="connsiteX12" fmla="*/ 1185375 w 1309952"/>
                <a:gd name="connsiteY12" fmla="*/ 114330 h 305286"/>
                <a:gd name="connsiteX13" fmla="*/ 0 w 1309952"/>
                <a:gd name="connsiteY13" fmla="*/ 162081 h 305286"/>
                <a:gd name="connsiteX0" fmla="*/ 59294 w 1369246"/>
                <a:gd name="connsiteY0" fmla="*/ 162081 h 305286"/>
                <a:gd name="connsiteX1" fmla="*/ 195431 w 1369246"/>
                <a:gd name="connsiteY1" fmla="*/ 62273 h 305286"/>
                <a:gd name="connsiteX2" fmla="*/ 347831 w 1369246"/>
                <a:gd name="connsiteY2" fmla="*/ 69417 h 305286"/>
                <a:gd name="connsiteX3" fmla="*/ 521662 w 1369246"/>
                <a:gd name="connsiteY3" fmla="*/ 67036 h 305286"/>
                <a:gd name="connsiteX4" fmla="*/ 676443 w 1369246"/>
                <a:gd name="connsiteY4" fmla="*/ 71798 h 305286"/>
                <a:gd name="connsiteX5" fmla="*/ 850275 w 1369246"/>
                <a:gd name="connsiteY5" fmla="*/ 74179 h 305286"/>
                <a:gd name="connsiteX6" fmla="*/ 997912 w 1369246"/>
                <a:gd name="connsiteY6" fmla="*/ 57511 h 305286"/>
                <a:gd name="connsiteX7" fmla="*/ 1197937 w 1369246"/>
                <a:gd name="connsiteY7" fmla="*/ 36079 h 305286"/>
                <a:gd name="connsiteX8" fmla="*/ 1352717 w 1369246"/>
                <a:gd name="connsiteY8" fmla="*/ 7490 h 305286"/>
                <a:gd name="connsiteX9" fmla="*/ 1365805 w 1369246"/>
                <a:gd name="connsiteY9" fmla="*/ 39964 h 305286"/>
                <a:gd name="connsiteX10" fmla="*/ 1369246 w 1369246"/>
                <a:gd name="connsiteY10" fmla="*/ 57319 h 305286"/>
                <a:gd name="connsiteX11" fmla="*/ 1244669 w 1369246"/>
                <a:gd name="connsiteY11" fmla="*/ 114330 h 305286"/>
                <a:gd name="connsiteX12" fmla="*/ 59294 w 1369246"/>
                <a:gd name="connsiteY12" fmla="*/ 162081 h 305286"/>
                <a:gd name="connsiteX0" fmla="*/ 76644 w 1296108"/>
                <a:gd name="connsiteY0" fmla="*/ 181131 h 317709"/>
                <a:gd name="connsiteX1" fmla="*/ 122293 w 1296108"/>
                <a:gd name="connsiteY1" fmla="*/ 62273 h 317709"/>
                <a:gd name="connsiteX2" fmla="*/ 274693 w 1296108"/>
                <a:gd name="connsiteY2" fmla="*/ 69417 h 317709"/>
                <a:gd name="connsiteX3" fmla="*/ 448524 w 1296108"/>
                <a:gd name="connsiteY3" fmla="*/ 67036 h 317709"/>
                <a:gd name="connsiteX4" fmla="*/ 603305 w 1296108"/>
                <a:gd name="connsiteY4" fmla="*/ 71798 h 317709"/>
                <a:gd name="connsiteX5" fmla="*/ 777137 w 1296108"/>
                <a:gd name="connsiteY5" fmla="*/ 74179 h 317709"/>
                <a:gd name="connsiteX6" fmla="*/ 924774 w 1296108"/>
                <a:gd name="connsiteY6" fmla="*/ 57511 h 317709"/>
                <a:gd name="connsiteX7" fmla="*/ 1124799 w 1296108"/>
                <a:gd name="connsiteY7" fmla="*/ 36079 h 317709"/>
                <a:gd name="connsiteX8" fmla="*/ 1279579 w 1296108"/>
                <a:gd name="connsiteY8" fmla="*/ 7490 h 317709"/>
                <a:gd name="connsiteX9" fmla="*/ 1292667 w 1296108"/>
                <a:gd name="connsiteY9" fmla="*/ 39964 h 317709"/>
                <a:gd name="connsiteX10" fmla="*/ 1296108 w 1296108"/>
                <a:gd name="connsiteY10" fmla="*/ 57319 h 317709"/>
                <a:gd name="connsiteX11" fmla="*/ 1171531 w 1296108"/>
                <a:gd name="connsiteY11" fmla="*/ 114330 h 317709"/>
                <a:gd name="connsiteX12" fmla="*/ 76644 w 1296108"/>
                <a:gd name="connsiteY12" fmla="*/ 181131 h 317709"/>
                <a:gd name="connsiteX0" fmla="*/ 68286 w 1287750"/>
                <a:gd name="connsiteY0" fmla="*/ 181131 h 317709"/>
                <a:gd name="connsiteX1" fmla="*/ 152035 w 1287750"/>
                <a:gd name="connsiteY1" fmla="*/ 76560 h 317709"/>
                <a:gd name="connsiteX2" fmla="*/ 266335 w 1287750"/>
                <a:gd name="connsiteY2" fmla="*/ 69417 h 317709"/>
                <a:gd name="connsiteX3" fmla="*/ 440166 w 1287750"/>
                <a:gd name="connsiteY3" fmla="*/ 67036 h 317709"/>
                <a:gd name="connsiteX4" fmla="*/ 594947 w 1287750"/>
                <a:gd name="connsiteY4" fmla="*/ 71798 h 317709"/>
                <a:gd name="connsiteX5" fmla="*/ 768779 w 1287750"/>
                <a:gd name="connsiteY5" fmla="*/ 74179 h 317709"/>
                <a:gd name="connsiteX6" fmla="*/ 916416 w 1287750"/>
                <a:gd name="connsiteY6" fmla="*/ 57511 h 317709"/>
                <a:gd name="connsiteX7" fmla="*/ 1116441 w 1287750"/>
                <a:gd name="connsiteY7" fmla="*/ 36079 h 317709"/>
                <a:gd name="connsiteX8" fmla="*/ 1271221 w 1287750"/>
                <a:gd name="connsiteY8" fmla="*/ 7490 h 317709"/>
                <a:gd name="connsiteX9" fmla="*/ 1284309 w 1287750"/>
                <a:gd name="connsiteY9" fmla="*/ 39964 h 317709"/>
                <a:gd name="connsiteX10" fmla="*/ 1287750 w 1287750"/>
                <a:gd name="connsiteY10" fmla="*/ 57319 h 317709"/>
                <a:gd name="connsiteX11" fmla="*/ 1163173 w 1287750"/>
                <a:gd name="connsiteY11" fmla="*/ 114330 h 317709"/>
                <a:gd name="connsiteX12" fmla="*/ 68286 w 1287750"/>
                <a:gd name="connsiteY12" fmla="*/ 181131 h 317709"/>
                <a:gd name="connsiteX0" fmla="*/ 76394 w 1295858"/>
                <a:gd name="connsiteY0" fmla="*/ 181131 h 317709"/>
                <a:gd name="connsiteX1" fmla="*/ 160143 w 1295858"/>
                <a:gd name="connsiteY1" fmla="*/ 76560 h 317709"/>
                <a:gd name="connsiteX2" fmla="*/ 274443 w 1295858"/>
                <a:gd name="connsiteY2" fmla="*/ 69417 h 317709"/>
                <a:gd name="connsiteX3" fmla="*/ 448274 w 1295858"/>
                <a:gd name="connsiteY3" fmla="*/ 67036 h 317709"/>
                <a:gd name="connsiteX4" fmla="*/ 603055 w 1295858"/>
                <a:gd name="connsiteY4" fmla="*/ 71798 h 317709"/>
                <a:gd name="connsiteX5" fmla="*/ 776887 w 1295858"/>
                <a:gd name="connsiteY5" fmla="*/ 74179 h 317709"/>
                <a:gd name="connsiteX6" fmla="*/ 924524 w 1295858"/>
                <a:gd name="connsiteY6" fmla="*/ 57511 h 317709"/>
                <a:gd name="connsiteX7" fmla="*/ 1124549 w 1295858"/>
                <a:gd name="connsiteY7" fmla="*/ 36079 h 317709"/>
                <a:gd name="connsiteX8" fmla="*/ 1279329 w 1295858"/>
                <a:gd name="connsiteY8" fmla="*/ 7490 h 317709"/>
                <a:gd name="connsiteX9" fmla="*/ 1292417 w 1295858"/>
                <a:gd name="connsiteY9" fmla="*/ 39964 h 317709"/>
                <a:gd name="connsiteX10" fmla="*/ 1295858 w 1295858"/>
                <a:gd name="connsiteY10" fmla="*/ 57319 h 317709"/>
                <a:gd name="connsiteX11" fmla="*/ 1171281 w 1295858"/>
                <a:gd name="connsiteY11" fmla="*/ 114330 h 317709"/>
                <a:gd name="connsiteX12" fmla="*/ 76394 w 1295858"/>
                <a:gd name="connsiteY12" fmla="*/ 181131 h 317709"/>
                <a:gd name="connsiteX0" fmla="*/ 76394 w 1292417"/>
                <a:gd name="connsiteY0" fmla="*/ 181131 h 317709"/>
                <a:gd name="connsiteX1" fmla="*/ 160143 w 1292417"/>
                <a:gd name="connsiteY1" fmla="*/ 76560 h 317709"/>
                <a:gd name="connsiteX2" fmla="*/ 274443 w 1292417"/>
                <a:gd name="connsiteY2" fmla="*/ 69417 h 317709"/>
                <a:gd name="connsiteX3" fmla="*/ 448274 w 1292417"/>
                <a:gd name="connsiteY3" fmla="*/ 67036 h 317709"/>
                <a:gd name="connsiteX4" fmla="*/ 603055 w 1292417"/>
                <a:gd name="connsiteY4" fmla="*/ 71798 h 317709"/>
                <a:gd name="connsiteX5" fmla="*/ 776887 w 1292417"/>
                <a:gd name="connsiteY5" fmla="*/ 74179 h 317709"/>
                <a:gd name="connsiteX6" fmla="*/ 924524 w 1292417"/>
                <a:gd name="connsiteY6" fmla="*/ 57511 h 317709"/>
                <a:gd name="connsiteX7" fmla="*/ 1124549 w 1292417"/>
                <a:gd name="connsiteY7" fmla="*/ 36079 h 317709"/>
                <a:gd name="connsiteX8" fmla="*/ 1279329 w 1292417"/>
                <a:gd name="connsiteY8" fmla="*/ 7490 h 317709"/>
                <a:gd name="connsiteX9" fmla="*/ 1292417 w 1292417"/>
                <a:gd name="connsiteY9" fmla="*/ 39964 h 317709"/>
                <a:gd name="connsiteX10" fmla="*/ 1171281 w 1292417"/>
                <a:gd name="connsiteY10" fmla="*/ 114330 h 317709"/>
                <a:gd name="connsiteX11" fmla="*/ 76394 w 1292417"/>
                <a:gd name="connsiteY11" fmla="*/ 181131 h 317709"/>
                <a:gd name="connsiteX0" fmla="*/ 76394 w 1303664"/>
                <a:gd name="connsiteY0" fmla="*/ 181131 h 317709"/>
                <a:gd name="connsiteX1" fmla="*/ 160143 w 1303664"/>
                <a:gd name="connsiteY1" fmla="*/ 76560 h 317709"/>
                <a:gd name="connsiteX2" fmla="*/ 274443 w 1303664"/>
                <a:gd name="connsiteY2" fmla="*/ 69417 h 317709"/>
                <a:gd name="connsiteX3" fmla="*/ 448274 w 1303664"/>
                <a:gd name="connsiteY3" fmla="*/ 67036 h 317709"/>
                <a:gd name="connsiteX4" fmla="*/ 603055 w 1303664"/>
                <a:gd name="connsiteY4" fmla="*/ 71798 h 317709"/>
                <a:gd name="connsiteX5" fmla="*/ 776887 w 1303664"/>
                <a:gd name="connsiteY5" fmla="*/ 74179 h 317709"/>
                <a:gd name="connsiteX6" fmla="*/ 924524 w 1303664"/>
                <a:gd name="connsiteY6" fmla="*/ 57511 h 317709"/>
                <a:gd name="connsiteX7" fmla="*/ 1124549 w 1303664"/>
                <a:gd name="connsiteY7" fmla="*/ 36079 h 317709"/>
                <a:gd name="connsiteX8" fmla="*/ 1279329 w 1303664"/>
                <a:gd name="connsiteY8" fmla="*/ 7490 h 317709"/>
                <a:gd name="connsiteX9" fmla="*/ 1171281 w 1303664"/>
                <a:gd name="connsiteY9" fmla="*/ 114330 h 317709"/>
                <a:gd name="connsiteX10" fmla="*/ 76394 w 1303664"/>
                <a:gd name="connsiteY10" fmla="*/ 181131 h 317709"/>
                <a:gd name="connsiteX0" fmla="*/ 76394 w 1279714"/>
                <a:gd name="connsiteY0" fmla="*/ 181131 h 337196"/>
                <a:gd name="connsiteX1" fmla="*/ 160143 w 1279714"/>
                <a:gd name="connsiteY1" fmla="*/ 76560 h 337196"/>
                <a:gd name="connsiteX2" fmla="*/ 274443 w 1279714"/>
                <a:gd name="connsiteY2" fmla="*/ 69417 h 337196"/>
                <a:gd name="connsiteX3" fmla="*/ 448274 w 1279714"/>
                <a:gd name="connsiteY3" fmla="*/ 67036 h 337196"/>
                <a:gd name="connsiteX4" fmla="*/ 603055 w 1279714"/>
                <a:gd name="connsiteY4" fmla="*/ 71798 h 337196"/>
                <a:gd name="connsiteX5" fmla="*/ 776887 w 1279714"/>
                <a:gd name="connsiteY5" fmla="*/ 74179 h 337196"/>
                <a:gd name="connsiteX6" fmla="*/ 924524 w 1279714"/>
                <a:gd name="connsiteY6" fmla="*/ 57511 h 337196"/>
                <a:gd name="connsiteX7" fmla="*/ 1124549 w 1279714"/>
                <a:gd name="connsiteY7" fmla="*/ 36079 h 337196"/>
                <a:gd name="connsiteX8" fmla="*/ 1279329 w 1279714"/>
                <a:gd name="connsiteY8" fmla="*/ 7490 h 337196"/>
                <a:gd name="connsiteX9" fmla="*/ 976019 w 1279714"/>
                <a:gd name="connsiteY9" fmla="*/ 166717 h 337196"/>
                <a:gd name="connsiteX10" fmla="*/ 76394 w 1279714"/>
                <a:gd name="connsiteY10" fmla="*/ 181131 h 337196"/>
                <a:gd name="connsiteX0" fmla="*/ 76394 w 1129532"/>
                <a:gd name="connsiteY0" fmla="*/ 166486 h 322551"/>
                <a:gd name="connsiteX1" fmla="*/ 160143 w 1129532"/>
                <a:gd name="connsiteY1" fmla="*/ 61915 h 322551"/>
                <a:gd name="connsiteX2" fmla="*/ 274443 w 1129532"/>
                <a:gd name="connsiteY2" fmla="*/ 54772 h 322551"/>
                <a:gd name="connsiteX3" fmla="*/ 448274 w 1129532"/>
                <a:gd name="connsiteY3" fmla="*/ 52391 h 322551"/>
                <a:gd name="connsiteX4" fmla="*/ 603055 w 1129532"/>
                <a:gd name="connsiteY4" fmla="*/ 57153 h 322551"/>
                <a:gd name="connsiteX5" fmla="*/ 776887 w 1129532"/>
                <a:gd name="connsiteY5" fmla="*/ 59534 h 322551"/>
                <a:gd name="connsiteX6" fmla="*/ 924524 w 1129532"/>
                <a:gd name="connsiteY6" fmla="*/ 42866 h 322551"/>
                <a:gd name="connsiteX7" fmla="*/ 1124549 w 1129532"/>
                <a:gd name="connsiteY7" fmla="*/ 21434 h 322551"/>
                <a:gd name="connsiteX8" fmla="*/ 976019 w 1129532"/>
                <a:gd name="connsiteY8" fmla="*/ 152072 h 322551"/>
                <a:gd name="connsiteX9" fmla="*/ 76394 w 1129532"/>
                <a:gd name="connsiteY9" fmla="*/ 166486 h 322551"/>
                <a:gd name="connsiteX0" fmla="*/ 76394 w 1033508"/>
                <a:gd name="connsiteY0" fmla="*/ 133475 h 289540"/>
                <a:gd name="connsiteX1" fmla="*/ 160143 w 1033508"/>
                <a:gd name="connsiteY1" fmla="*/ 28904 h 289540"/>
                <a:gd name="connsiteX2" fmla="*/ 274443 w 1033508"/>
                <a:gd name="connsiteY2" fmla="*/ 21761 h 289540"/>
                <a:gd name="connsiteX3" fmla="*/ 448274 w 1033508"/>
                <a:gd name="connsiteY3" fmla="*/ 19380 h 289540"/>
                <a:gd name="connsiteX4" fmla="*/ 603055 w 1033508"/>
                <a:gd name="connsiteY4" fmla="*/ 24142 h 289540"/>
                <a:gd name="connsiteX5" fmla="*/ 776887 w 1033508"/>
                <a:gd name="connsiteY5" fmla="*/ 26523 h 289540"/>
                <a:gd name="connsiteX6" fmla="*/ 924524 w 1033508"/>
                <a:gd name="connsiteY6" fmla="*/ 9855 h 289540"/>
                <a:gd name="connsiteX7" fmla="*/ 976019 w 1033508"/>
                <a:gd name="connsiteY7" fmla="*/ 119061 h 289540"/>
                <a:gd name="connsiteX8" fmla="*/ 76394 w 1033508"/>
                <a:gd name="connsiteY8" fmla="*/ 133475 h 289540"/>
                <a:gd name="connsiteX0" fmla="*/ 76394 w 1006338"/>
                <a:gd name="connsiteY0" fmla="*/ 132461 h 288526"/>
                <a:gd name="connsiteX1" fmla="*/ 160143 w 1006338"/>
                <a:gd name="connsiteY1" fmla="*/ 27890 h 288526"/>
                <a:gd name="connsiteX2" fmla="*/ 274443 w 1006338"/>
                <a:gd name="connsiteY2" fmla="*/ 20747 h 288526"/>
                <a:gd name="connsiteX3" fmla="*/ 448274 w 1006338"/>
                <a:gd name="connsiteY3" fmla="*/ 18366 h 288526"/>
                <a:gd name="connsiteX4" fmla="*/ 603055 w 1006338"/>
                <a:gd name="connsiteY4" fmla="*/ 23128 h 288526"/>
                <a:gd name="connsiteX5" fmla="*/ 776887 w 1006338"/>
                <a:gd name="connsiteY5" fmla="*/ 25509 h 288526"/>
                <a:gd name="connsiteX6" fmla="*/ 976019 w 1006338"/>
                <a:gd name="connsiteY6" fmla="*/ 118047 h 288526"/>
                <a:gd name="connsiteX7" fmla="*/ 76394 w 1006338"/>
                <a:gd name="connsiteY7" fmla="*/ 132461 h 288526"/>
                <a:gd name="connsiteX0" fmla="*/ 76394 w 1012279"/>
                <a:gd name="connsiteY0" fmla="*/ 138964 h 295029"/>
                <a:gd name="connsiteX1" fmla="*/ 160143 w 1012279"/>
                <a:gd name="connsiteY1" fmla="*/ 34393 h 295029"/>
                <a:gd name="connsiteX2" fmla="*/ 274443 w 1012279"/>
                <a:gd name="connsiteY2" fmla="*/ 27250 h 295029"/>
                <a:gd name="connsiteX3" fmla="*/ 448274 w 1012279"/>
                <a:gd name="connsiteY3" fmla="*/ 24869 h 295029"/>
                <a:gd name="connsiteX4" fmla="*/ 603055 w 1012279"/>
                <a:gd name="connsiteY4" fmla="*/ 29631 h 295029"/>
                <a:gd name="connsiteX5" fmla="*/ 776887 w 1012279"/>
                <a:gd name="connsiteY5" fmla="*/ 32012 h 295029"/>
                <a:gd name="connsiteX6" fmla="*/ 976019 w 1012279"/>
                <a:gd name="connsiteY6" fmla="*/ 124550 h 295029"/>
                <a:gd name="connsiteX7" fmla="*/ 76394 w 1012279"/>
                <a:gd name="connsiteY7" fmla="*/ 138964 h 295029"/>
                <a:gd name="connsiteX0" fmla="*/ 76394 w 944468"/>
                <a:gd name="connsiteY0" fmla="*/ 136724 h 300918"/>
                <a:gd name="connsiteX1" fmla="*/ 160143 w 944468"/>
                <a:gd name="connsiteY1" fmla="*/ 32153 h 300918"/>
                <a:gd name="connsiteX2" fmla="*/ 274443 w 944468"/>
                <a:gd name="connsiteY2" fmla="*/ 25010 h 300918"/>
                <a:gd name="connsiteX3" fmla="*/ 448274 w 944468"/>
                <a:gd name="connsiteY3" fmla="*/ 22629 h 300918"/>
                <a:gd name="connsiteX4" fmla="*/ 603055 w 944468"/>
                <a:gd name="connsiteY4" fmla="*/ 27391 h 300918"/>
                <a:gd name="connsiteX5" fmla="*/ 776887 w 944468"/>
                <a:gd name="connsiteY5" fmla="*/ 29772 h 300918"/>
                <a:gd name="connsiteX6" fmla="*/ 895056 w 944468"/>
                <a:gd name="connsiteY6" fmla="*/ 141360 h 300918"/>
                <a:gd name="connsiteX7" fmla="*/ 76394 w 944468"/>
                <a:gd name="connsiteY7" fmla="*/ 136724 h 300918"/>
                <a:gd name="connsiteX0" fmla="*/ 76394 w 944468"/>
                <a:gd name="connsiteY0" fmla="*/ 136724 h 264385"/>
                <a:gd name="connsiteX1" fmla="*/ 160143 w 944468"/>
                <a:gd name="connsiteY1" fmla="*/ 32153 h 264385"/>
                <a:gd name="connsiteX2" fmla="*/ 274443 w 944468"/>
                <a:gd name="connsiteY2" fmla="*/ 25010 h 264385"/>
                <a:gd name="connsiteX3" fmla="*/ 448274 w 944468"/>
                <a:gd name="connsiteY3" fmla="*/ 22629 h 264385"/>
                <a:gd name="connsiteX4" fmla="*/ 603055 w 944468"/>
                <a:gd name="connsiteY4" fmla="*/ 27391 h 264385"/>
                <a:gd name="connsiteX5" fmla="*/ 776887 w 944468"/>
                <a:gd name="connsiteY5" fmla="*/ 29772 h 264385"/>
                <a:gd name="connsiteX6" fmla="*/ 895056 w 944468"/>
                <a:gd name="connsiteY6" fmla="*/ 141360 h 264385"/>
                <a:gd name="connsiteX7" fmla="*/ 76394 w 944468"/>
                <a:gd name="connsiteY7" fmla="*/ 136724 h 264385"/>
                <a:gd name="connsiteX0" fmla="*/ 76394 w 944468"/>
                <a:gd name="connsiteY0" fmla="*/ 136724 h 196870"/>
                <a:gd name="connsiteX1" fmla="*/ 160143 w 944468"/>
                <a:gd name="connsiteY1" fmla="*/ 32153 h 196870"/>
                <a:gd name="connsiteX2" fmla="*/ 274443 w 944468"/>
                <a:gd name="connsiteY2" fmla="*/ 25010 h 196870"/>
                <a:gd name="connsiteX3" fmla="*/ 448274 w 944468"/>
                <a:gd name="connsiteY3" fmla="*/ 22629 h 196870"/>
                <a:gd name="connsiteX4" fmla="*/ 603055 w 944468"/>
                <a:gd name="connsiteY4" fmla="*/ 27391 h 196870"/>
                <a:gd name="connsiteX5" fmla="*/ 776887 w 944468"/>
                <a:gd name="connsiteY5" fmla="*/ 29772 h 196870"/>
                <a:gd name="connsiteX6" fmla="*/ 895056 w 944468"/>
                <a:gd name="connsiteY6" fmla="*/ 141360 h 196870"/>
                <a:gd name="connsiteX7" fmla="*/ 76394 w 944468"/>
                <a:gd name="connsiteY7" fmla="*/ 136724 h 196870"/>
                <a:gd name="connsiteX0" fmla="*/ 80454 w 948528"/>
                <a:gd name="connsiteY0" fmla="*/ 139956 h 200102"/>
                <a:gd name="connsiteX1" fmla="*/ 164203 w 948528"/>
                <a:gd name="connsiteY1" fmla="*/ 35385 h 200102"/>
                <a:gd name="connsiteX2" fmla="*/ 278503 w 948528"/>
                <a:gd name="connsiteY2" fmla="*/ 28242 h 200102"/>
                <a:gd name="connsiteX3" fmla="*/ 452334 w 948528"/>
                <a:gd name="connsiteY3" fmla="*/ 25861 h 200102"/>
                <a:gd name="connsiteX4" fmla="*/ 607115 w 948528"/>
                <a:gd name="connsiteY4" fmla="*/ 30623 h 200102"/>
                <a:gd name="connsiteX5" fmla="*/ 780947 w 948528"/>
                <a:gd name="connsiteY5" fmla="*/ 33004 h 200102"/>
                <a:gd name="connsiteX6" fmla="*/ 899116 w 948528"/>
                <a:gd name="connsiteY6" fmla="*/ 144592 h 200102"/>
                <a:gd name="connsiteX7" fmla="*/ 80454 w 948528"/>
                <a:gd name="connsiteY7" fmla="*/ 139956 h 200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48528" h="200102">
                  <a:moveTo>
                    <a:pt x="80454" y="139956"/>
                  </a:moveTo>
                  <a:cubicBezTo>
                    <a:pt x="-94419" y="131280"/>
                    <a:pt x="54201" y="-82521"/>
                    <a:pt x="164203" y="35385"/>
                  </a:cubicBezTo>
                  <a:cubicBezTo>
                    <a:pt x="219766" y="21892"/>
                    <a:pt x="227703" y="-1127"/>
                    <a:pt x="278503" y="28242"/>
                  </a:cubicBezTo>
                  <a:cubicBezTo>
                    <a:pt x="332477" y="11573"/>
                    <a:pt x="381691" y="-7477"/>
                    <a:pt x="452334" y="25861"/>
                  </a:cubicBezTo>
                  <a:cubicBezTo>
                    <a:pt x="522978" y="10779"/>
                    <a:pt x="545996" y="2842"/>
                    <a:pt x="607115" y="30623"/>
                  </a:cubicBezTo>
                  <a:cubicBezTo>
                    <a:pt x="703953" y="2048"/>
                    <a:pt x="710303" y="11572"/>
                    <a:pt x="780947" y="33004"/>
                  </a:cubicBezTo>
                  <a:cubicBezTo>
                    <a:pt x="905020" y="-70239"/>
                    <a:pt x="1015865" y="126767"/>
                    <a:pt x="899116" y="144592"/>
                  </a:cubicBezTo>
                  <a:cubicBezTo>
                    <a:pt x="557866" y="201683"/>
                    <a:pt x="368323" y="235692"/>
                    <a:pt x="80454" y="139956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345EF6-72DF-5DEC-FA42-50BE95ED71FA}"/>
                </a:ext>
              </a:extLst>
            </p:cNvPr>
            <p:cNvSpPr/>
            <p:nvPr/>
          </p:nvSpPr>
          <p:spPr>
            <a:xfrm>
              <a:off x="4562872" y="2957887"/>
              <a:ext cx="1300161" cy="942226"/>
            </a:xfrm>
            <a:custGeom>
              <a:avLst/>
              <a:gdLst>
                <a:gd name="connsiteX0" fmla="*/ 824433 w 1300161"/>
                <a:gd name="connsiteY0" fmla="*/ 155 h 942226"/>
                <a:gd name="connsiteX1" fmla="*/ 1300161 w 1300161"/>
                <a:gd name="connsiteY1" fmla="*/ 373966 h 942226"/>
                <a:gd name="connsiteX2" fmla="*/ 0 w 1300161"/>
                <a:gd name="connsiteY2" fmla="*/ 381110 h 942226"/>
                <a:gd name="connsiteX3" fmla="*/ 635794 w 1300161"/>
                <a:gd name="connsiteY3" fmla="*/ 44024 h 942226"/>
                <a:gd name="connsiteX4" fmla="*/ 824433 w 1300161"/>
                <a:gd name="connsiteY4" fmla="*/ 155 h 942226"/>
                <a:gd name="connsiteX5" fmla="*/ 639663 w 1300161"/>
                <a:gd name="connsiteY5" fmla="*/ 189876 h 942226"/>
                <a:gd name="connsiteX6" fmla="*/ 7144 w 1300161"/>
                <a:gd name="connsiteY6" fmla="*/ 377399 h 942226"/>
                <a:gd name="connsiteX7" fmla="*/ 1281112 w 1300161"/>
                <a:gd name="connsiteY7" fmla="*/ 377399 h 942226"/>
                <a:gd name="connsiteX8" fmla="*/ 639663 w 1300161"/>
                <a:gd name="connsiteY8" fmla="*/ 189876 h 942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00161" h="942226">
                  <a:moveTo>
                    <a:pt x="824433" y="155"/>
                  </a:moveTo>
                  <a:cubicBezTo>
                    <a:pt x="1024532" y="5547"/>
                    <a:pt x="1240034" y="151582"/>
                    <a:pt x="1300161" y="373966"/>
                  </a:cubicBezTo>
                  <a:cubicBezTo>
                    <a:pt x="1023936" y="1202641"/>
                    <a:pt x="159543" y="1055003"/>
                    <a:pt x="0" y="381110"/>
                  </a:cubicBezTo>
                  <a:cubicBezTo>
                    <a:pt x="81756" y="81423"/>
                    <a:pt x="349251" y="-77770"/>
                    <a:pt x="635794" y="44024"/>
                  </a:cubicBezTo>
                  <a:cubicBezTo>
                    <a:pt x="692746" y="12187"/>
                    <a:pt x="757734" y="-1643"/>
                    <a:pt x="824433" y="155"/>
                  </a:cubicBezTo>
                  <a:close/>
                  <a:moveTo>
                    <a:pt x="639663" y="189876"/>
                  </a:moveTo>
                  <a:cubicBezTo>
                    <a:pt x="409774" y="189876"/>
                    <a:pt x="181372" y="252384"/>
                    <a:pt x="7144" y="377399"/>
                  </a:cubicBezTo>
                  <a:cubicBezTo>
                    <a:pt x="680243" y="1083043"/>
                    <a:pt x="963613" y="616318"/>
                    <a:pt x="1281112" y="377399"/>
                  </a:cubicBezTo>
                  <a:cubicBezTo>
                    <a:pt x="1100931" y="252384"/>
                    <a:pt x="869553" y="189876"/>
                    <a:pt x="639663" y="189876"/>
                  </a:cubicBezTo>
                  <a:close/>
                </a:path>
              </a:pathLst>
            </a:custGeom>
            <a:solidFill>
              <a:srgbClr val="E9595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732D5F7-C6FF-6AA1-EB1B-5B89721D5203}"/>
                </a:ext>
              </a:extLst>
            </p:cNvPr>
            <p:cNvSpPr/>
            <p:nvPr/>
          </p:nvSpPr>
          <p:spPr>
            <a:xfrm>
              <a:off x="4663671" y="3141285"/>
              <a:ext cx="1086658" cy="246030"/>
            </a:xfrm>
            <a:custGeom>
              <a:avLst/>
              <a:gdLst>
                <a:gd name="connsiteX0" fmla="*/ 505802 w 1086658"/>
                <a:gd name="connsiteY0" fmla="*/ 0 h 246030"/>
                <a:gd name="connsiteX1" fmla="*/ 566331 w 1086658"/>
                <a:gd name="connsiteY1" fmla="*/ 132 h 246030"/>
                <a:gd name="connsiteX2" fmla="*/ 706922 w 1086658"/>
                <a:gd name="connsiteY2" fmla="*/ 9719 h 246030"/>
                <a:gd name="connsiteX3" fmla="*/ 1032586 w 1086658"/>
                <a:gd name="connsiteY3" fmla="*/ 103481 h 246030"/>
                <a:gd name="connsiteX4" fmla="*/ 1086658 w 1086658"/>
                <a:gd name="connsiteY4" fmla="*/ 134306 h 246030"/>
                <a:gd name="connsiteX5" fmla="*/ 1058222 w 1086658"/>
                <a:gd name="connsiteY5" fmla="*/ 160619 h 246030"/>
                <a:gd name="connsiteX6" fmla="*/ 1004050 w 1086658"/>
                <a:gd name="connsiteY6" fmla="*/ 169765 h 246030"/>
                <a:gd name="connsiteX7" fmla="*/ 864547 w 1086658"/>
                <a:gd name="connsiteY7" fmla="*/ 186758 h 246030"/>
                <a:gd name="connsiteX8" fmla="*/ 749546 w 1086658"/>
                <a:gd name="connsiteY8" fmla="*/ 206913 h 246030"/>
                <a:gd name="connsiteX9" fmla="*/ 540885 w 1086658"/>
                <a:gd name="connsiteY9" fmla="*/ 221140 h 246030"/>
                <a:gd name="connsiteX10" fmla="*/ 340523 w 1086658"/>
                <a:gd name="connsiteY10" fmla="*/ 200985 h 246030"/>
                <a:gd name="connsiteX11" fmla="*/ 228288 w 1086658"/>
                <a:gd name="connsiteY11" fmla="*/ 167789 h 246030"/>
                <a:gd name="connsiteX12" fmla="*/ 89181 w 1086658"/>
                <a:gd name="connsiteY12" fmla="*/ 164627 h 246030"/>
                <a:gd name="connsiteX13" fmla="*/ 31330 w 1086658"/>
                <a:gd name="connsiteY13" fmla="*/ 152883 h 246030"/>
                <a:gd name="connsiteX14" fmla="*/ 0 w 1086658"/>
                <a:gd name="connsiteY14" fmla="*/ 128406 h 246030"/>
                <a:gd name="connsiteX15" fmla="*/ 42535 w 1086658"/>
                <a:gd name="connsiteY15" fmla="*/ 103481 h 246030"/>
                <a:gd name="connsiteX16" fmla="*/ 363734 w 1086658"/>
                <a:gd name="connsiteY16" fmla="*/ 9719 h 246030"/>
                <a:gd name="connsiteX17" fmla="*/ 505802 w 1086658"/>
                <a:gd name="connsiteY17" fmla="*/ 0 h 246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86658" h="246030">
                  <a:moveTo>
                    <a:pt x="505802" y="0"/>
                  </a:moveTo>
                  <a:lnTo>
                    <a:pt x="566331" y="132"/>
                  </a:lnTo>
                  <a:lnTo>
                    <a:pt x="706922" y="9719"/>
                  </a:lnTo>
                  <a:cubicBezTo>
                    <a:pt x="820593" y="25346"/>
                    <a:pt x="931343" y="56600"/>
                    <a:pt x="1032586" y="103481"/>
                  </a:cubicBezTo>
                  <a:lnTo>
                    <a:pt x="1086658" y="134306"/>
                  </a:lnTo>
                  <a:lnTo>
                    <a:pt x="1058222" y="160619"/>
                  </a:lnTo>
                  <a:cubicBezTo>
                    <a:pt x="1044702" y="167190"/>
                    <a:pt x="1027169" y="170645"/>
                    <a:pt x="1004050" y="169765"/>
                  </a:cubicBezTo>
                  <a:cubicBezTo>
                    <a:pt x="960052" y="204830"/>
                    <a:pt x="910522" y="222062"/>
                    <a:pt x="864547" y="186758"/>
                  </a:cubicBezTo>
                  <a:cubicBezTo>
                    <a:pt x="843471" y="211918"/>
                    <a:pt x="826016" y="235762"/>
                    <a:pt x="749546" y="206913"/>
                  </a:cubicBezTo>
                  <a:cubicBezTo>
                    <a:pt x="714572" y="269353"/>
                    <a:pt x="562423" y="243666"/>
                    <a:pt x="540885" y="221140"/>
                  </a:cubicBezTo>
                  <a:cubicBezTo>
                    <a:pt x="524089" y="234181"/>
                    <a:pt x="361007" y="270736"/>
                    <a:pt x="340523" y="200985"/>
                  </a:cubicBezTo>
                  <a:cubicBezTo>
                    <a:pt x="268730" y="242085"/>
                    <a:pt x="233689" y="206122"/>
                    <a:pt x="228288" y="167789"/>
                  </a:cubicBezTo>
                  <a:cubicBezTo>
                    <a:pt x="181919" y="215343"/>
                    <a:pt x="120138" y="183465"/>
                    <a:pt x="89181" y="164627"/>
                  </a:cubicBezTo>
                  <a:cubicBezTo>
                    <a:pt x="64877" y="163753"/>
                    <a:pt x="46088" y="159531"/>
                    <a:pt x="31330" y="152883"/>
                  </a:cubicBezTo>
                  <a:lnTo>
                    <a:pt x="0" y="128406"/>
                  </a:lnTo>
                  <a:lnTo>
                    <a:pt x="42535" y="103481"/>
                  </a:lnTo>
                  <a:cubicBezTo>
                    <a:pt x="141546" y="56600"/>
                    <a:pt x="250808" y="25346"/>
                    <a:pt x="363734" y="9719"/>
                  </a:cubicBezTo>
                  <a:lnTo>
                    <a:pt x="505802" y="0"/>
                  </a:ln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C46F752-EFAD-A330-8621-FA31D9E55B39}"/>
                </a:ext>
              </a:extLst>
            </p:cNvPr>
            <p:cNvCxnSpPr>
              <a:stCxn id="12" idx="9"/>
              <a:endCxn id="10" idx="3"/>
            </p:cNvCxnSpPr>
            <p:nvPr/>
          </p:nvCxnSpPr>
          <p:spPr>
            <a:xfrm>
              <a:off x="5204556" y="3362425"/>
              <a:ext cx="4738" cy="288632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>
                  <a:alpha val="50000"/>
                </a:sysClr>
              </a:solidFill>
              <a:prstDash val="solid"/>
              <a:miter lim="800000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4323232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90AEA6-A288-75A1-7375-692C8EA98828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CCEF08A-2321-E98A-0671-D98EDC355543}"/>
              </a:ext>
            </a:extLst>
          </p:cNvPr>
          <p:cNvGrpSpPr/>
          <p:nvPr/>
        </p:nvGrpSpPr>
        <p:grpSpPr>
          <a:xfrm>
            <a:off x="1387845" y="2111316"/>
            <a:ext cx="7738263" cy="4354353"/>
            <a:chOff x="3367433" y="3734379"/>
            <a:chExt cx="2864580" cy="1611911"/>
          </a:xfrm>
        </p:grpSpPr>
        <p:sp>
          <p:nvSpPr>
            <p:cNvPr id="8" name="Rectangle 21">
              <a:extLst>
                <a:ext uri="{FF2B5EF4-FFF2-40B4-BE49-F238E27FC236}">
                  <a16:creationId xmlns:a16="http://schemas.microsoft.com/office/drawing/2014/main" id="{A78EF06F-E8ED-F704-4F5D-A8C85F1AAF03}"/>
                </a:ext>
              </a:extLst>
            </p:cNvPr>
            <p:cNvSpPr/>
            <p:nvPr/>
          </p:nvSpPr>
          <p:spPr>
            <a:xfrm>
              <a:off x="3422522" y="4179129"/>
              <a:ext cx="2743200" cy="787987"/>
            </a:xfrm>
            <a:custGeom>
              <a:avLst/>
              <a:gdLst>
                <a:gd name="connsiteX0" fmla="*/ 0 w 2197290"/>
                <a:gd name="connsiteY0" fmla="*/ 0 h 750627"/>
                <a:gd name="connsiteX1" fmla="*/ 2197290 w 2197290"/>
                <a:gd name="connsiteY1" fmla="*/ 0 h 750627"/>
                <a:gd name="connsiteX2" fmla="*/ 2197290 w 2197290"/>
                <a:gd name="connsiteY2" fmla="*/ 750627 h 750627"/>
                <a:gd name="connsiteX3" fmla="*/ 0 w 2197290"/>
                <a:gd name="connsiteY3" fmla="*/ 750627 h 750627"/>
                <a:gd name="connsiteX4" fmla="*/ 0 w 2197290"/>
                <a:gd name="connsiteY4" fmla="*/ 0 h 750627"/>
                <a:gd name="connsiteX0" fmla="*/ 0 w 2197290"/>
                <a:gd name="connsiteY0" fmla="*/ 177042 h 927669"/>
                <a:gd name="connsiteX1" fmla="*/ 1076278 w 2197290"/>
                <a:gd name="connsiteY1" fmla="*/ 0 h 927669"/>
                <a:gd name="connsiteX2" fmla="*/ 2197290 w 2197290"/>
                <a:gd name="connsiteY2" fmla="*/ 177042 h 927669"/>
                <a:gd name="connsiteX3" fmla="*/ 2197290 w 2197290"/>
                <a:gd name="connsiteY3" fmla="*/ 927669 h 927669"/>
                <a:gd name="connsiteX4" fmla="*/ 0 w 2197290"/>
                <a:gd name="connsiteY4" fmla="*/ 927669 h 927669"/>
                <a:gd name="connsiteX5" fmla="*/ 0 w 2197290"/>
                <a:gd name="connsiteY5" fmla="*/ 177042 h 927669"/>
                <a:gd name="connsiteX0" fmla="*/ 0 w 2540190"/>
                <a:gd name="connsiteY0" fmla="*/ 177042 h 927669"/>
                <a:gd name="connsiteX1" fmla="*/ 1076278 w 2540190"/>
                <a:gd name="connsiteY1" fmla="*/ 0 h 927669"/>
                <a:gd name="connsiteX2" fmla="*/ 2540190 w 2540190"/>
                <a:gd name="connsiteY2" fmla="*/ 481842 h 927669"/>
                <a:gd name="connsiteX3" fmla="*/ 2197290 w 2540190"/>
                <a:gd name="connsiteY3" fmla="*/ 927669 h 927669"/>
                <a:gd name="connsiteX4" fmla="*/ 0 w 2540190"/>
                <a:gd name="connsiteY4" fmla="*/ 927669 h 927669"/>
                <a:gd name="connsiteX5" fmla="*/ 0 w 2540190"/>
                <a:gd name="connsiteY5" fmla="*/ 1770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266700 w 2806890"/>
                <a:gd name="connsiteY4" fmla="*/ 927669 h 927669"/>
                <a:gd name="connsiteX5" fmla="*/ 0 w 2806890"/>
                <a:gd name="connsiteY5" fmla="*/ 4691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0 w 2806890"/>
                <a:gd name="connsiteY4" fmla="*/ 469142 h 927669"/>
                <a:gd name="connsiteX0" fmla="*/ 0 w 2806890"/>
                <a:gd name="connsiteY0" fmla="*/ 469142 h 481842"/>
                <a:gd name="connsiteX1" fmla="*/ 1342978 w 2806890"/>
                <a:gd name="connsiteY1" fmla="*/ 0 h 481842"/>
                <a:gd name="connsiteX2" fmla="*/ 2806890 w 2806890"/>
                <a:gd name="connsiteY2" fmla="*/ 481842 h 481842"/>
                <a:gd name="connsiteX3" fmla="*/ 0 w 2806890"/>
                <a:gd name="connsiteY3" fmla="*/ 469142 h 481842"/>
                <a:gd name="connsiteX0" fmla="*/ 0 w 2806890"/>
                <a:gd name="connsiteY0" fmla="*/ 534591 h 547291"/>
                <a:gd name="connsiteX1" fmla="*/ 1342978 w 2806890"/>
                <a:gd name="connsiteY1" fmla="*/ 65449 h 547291"/>
                <a:gd name="connsiteX2" fmla="*/ 2806890 w 2806890"/>
                <a:gd name="connsiteY2" fmla="*/ 547291 h 547291"/>
                <a:gd name="connsiteX3" fmla="*/ 0 w 2806890"/>
                <a:gd name="connsiteY3" fmla="*/ 534591 h 547291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37691 h 550391"/>
                <a:gd name="connsiteX1" fmla="*/ 1342978 w 2806890"/>
                <a:gd name="connsiteY1" fmla="*/ 68549 h 550391"/>
                <a:gd name="connsiteX2" fmla="*/ 2806890 w 2806890"/>
                <a:gd name="connsiteY2" fmla="*/ 550391 h 550391"/>
                <a:gd name="connsiteX3" fmla="*/ 0 w 2806890"/>
                <a:gd name="connsiteY3" fmla="*/ 537691 h 550391"/>
                <a:gd name="connsiteX0" fmla="*/ 0 w 2806890"/>
                <a:gd name="connsiteY0" fmla="*/ 528404 h 541104"/>
                <a:gd name="connsiteX1" fmla="*/ 1342978 w 2806890"/>
                <a:gd name="connsiteY1" fmla="*/ 59262 h 541104"/>
                <a:gd name="connsiteX2" fmla="*/ 2806890 w 2806890"/>
                <a:gd name="connsiteY2" fmla="*/ 541104 h 541104"/>
                <a:gd name="connsiteX3" fmla="*/ 0 w 2806890"/>
                <a:gd name="connsiteY3" fmla="*/ 528404 h 541104"/>
                <a:gd name="connsiteX0" fmla="*/ 0 w 2806890"/>
                <a:gd name="connsiteY0" fmla="*/ 537470 h 550170"/>
                <a:gd name="connsiteX1" fmla="*/ 1342978 w 2806890"/>
                <a:gd name="connsiteY1" fmla="*/ 68328 h 550170"/>
                <a:gd name="connsiteX2" fmla="*/ 2806890 w 2806890"/>
                <a:gd name="connsiteY2" fmla="*/ 550170 h 550170"/>
                <a:gd name="connsiteX3" fmla="*/ 0 w 2806890"/>
                <a:gd name="connsiteY3" fmla="*/ 537470 h 550170"/>
                <a:gd name="connsiteX0" fmla="*/ 0 w 2844990"/>
                <a:gd name="connsiteY0" fmla="*/ 514854 h 552954"/>
                <a:gd name="connsiteX1" fmla="*/ 1381078 w 2844990"/>
                <a:gd name="connsiteY1" fmla="*/ 71112 h 552954"/>
                <a:gd name="connsiteX2" fmla="*/ 2844990 w 2844990"/>
                <a:gd name="connsiteY2" fmla="*/ 552954 h 552954"/>
                <a:gd name="connsiteX3" fmla="*/ 0 w 2844990"/>
                <a:gd name="connsiteY3" fmla="*/ 514854 h 552954"/>
                <a:gd name="connsiteX0" fmla="*/ 0 w 2844990"/>
                <a:gd name="connsiteY0" fmla="*/ 504929 h 543029"/>
                <a:gd name="connsiteX1" fmla="*/ 1381078 w 2844990"/>
                <a:gd name="connsiteY1" fmla="*/ 61187 h 543029"/>
                <a:gd name="connsiteX2" fmla="*/ 2844990 w 2844990"/>
                <a:gd name="connsiteY2" fmla="*/ 543029 h 543029"/>
                <a:gd name="connsiteX3" fmla="*/ 0 w 2844990"/>
                <a:gd name="connsiteY3" fmla="*/ 504929 h 543029"/>
                <a:gd name="connsiteX0" fmla="*/ 0 w 2844990"/>
                <a:gd name="connsiteY0" fmla="*/ 504929 h 1116030"/>
                <a:gd name="connsiteX1" fmla="*/ 1381078 w 2844990"/>
                <a:gd name="connsiteY1" fmla="*/ 61187 h 1116030"/>
                <a:gd name="connsiteX2" fmla="*/ 2844990 w 2844990"/>
                <a:gd name="connsiteY2" fmla="*/ 543029 h 1116030"/>
                <a:gd name="connsiteX3" fmla="*/ 0 w 2844990"/>
                <a:gd name="connsiteY3" fmla="*/ 504929 h 1116030"/>
                <a:gd name="connsiteX0" fmla="*/ 0 w 2844990"/>
                <a:gd name="connsiteY0" fmla="*/ 504929 h 1611911"/>
                <a:gd name="connsiteX1" fmla="*/ 1381078 w 2844990"/>
                <a:gd name="connsiteY1" fmla="*/ 61187 h 1611911"/>
                <a:gd name="connsiteX2" fmla="*/ 2844990 w 2844990"/>
                <a:gd name="connsiteY2" fmla="*/ 543029 h 1611911"/>
                <a:gd name="connsiteX3" fmla="*/ 0 w 2844990"/>
                <a:gd name="connsiteY3" fmla="*/ 504929 h 1611911"/>
                <a:gd name="connsiteX0" fmla="*/ 0 w 2851340"/>
                <a:gd name="connsiteY0" fmla="*/ 313239 h 1542672"/>
                <a:gd name="connsiteX1" fmla="*/ 1387428 w 2851340"/>
                <a:gd name="connsiteY1" fmla="*/ 88062 h 1542672"/>
                <a:gd name="connsiteX2" fmla="*/ 2851340 w 2851340"/>
                <a:gd name="connsiteY2" fmla="*/ 569904 h 1542672"/>
                <a:gd name="connsiteX3" fmla="*/ 0 w 2851340"/>
                <a:gd name="connsiteY3" fmla="*/ 313239 h 1542672"/>
                <a:gd name="connsiteX0" fmla="*/ 0 w 2692590"/>
                <a:gd name="connsiteY0" fmla="*/ 313239 h 1412968"/>
                <a:gd name="connsiteX1" fmla="*/ 1387428 w 2692590"/>
                <a:gd name="connsiteY1" fmla="*/ 88062 h 1412968"/>
                <a:gd name="connsiteX2" fmla="*/ 2692590 w 2692590"/>
                <a:gd name="connsiteY2" fmla="*/ 337680 h 1412968"/>
                <a:gd name="connsiteX3" fmla="*/ 0 w 2692590"/>
                <a:gd name="connsiteY3" fmla="*/ 313239 h 1412968"/>
                <a:gd name="connsiteX0" fmla="*/ 0 w 2692590"/>
                <a:gd name="connsiteY0" fmla="*/ 0 h 1099729"/>
                <a:gd name="connsiteX1" fmla="*/ 2692590 w 2692590"/>
                <a:gd name="connsiteY1" fmla="*/ 24441 h 1099729"/>
                <a:gd name="connsiteX2" fmla="*/ 0 w 2692590"/>
                <a:gd name="connsiteY2" fmla="*/ 0 h 1099729"/>
                <a:gd name="connsiteX0" fmla="*/ 0 w 2692590"/>
                <a:gd name="connsiteY0" fmla="*/ 192313 h 1292042"/>
                <a:gd name="connsiteX1" fmla="*/ 2692590 w 2692590"/>
                <a:gd name="connsiteY1" fmla="*/ 216754 h 1292042"/>
                <a:gd name="connsiteX2" fmla="*/ 0 w 2692590"/>
                <a:gd name="connsiteY2" fmla="*/ 192313 h 1292042"/>
                <a:gd name="connsiteX0" fmla="*/ 0 w 2692590"/>
                <a:gd name="connsiteY0" fmla="*/ 240044 h 1339773"/>
                <a:gd name="connsiteX1" fmla="*/ 2692590 w 2692590"/>
                <a:gd name="connsiteY1" fmla="*/ 264485 h 1339773"/>
                <a:gd name="connsiteX2" fmla="*/ 0 w 2692590"/>
                <a:gd name="connsiteY2" fmla="*/ 240044 h 1339773"/>
                <a:gd name="connsiteX0" fmla="*/ 0 w 2692590"/>
                <a:gd name="connsiteY0" fmla="*/ 264809 h 1364538"/>
                <a:gd name="connsiteX1" fmla="*/ 2692590 w 2692590"/>
                <a:gd name="connsiteY1" fmla="*/ 289250 h 1364538"/>
                <a:gd name="connsiteX2" fmla="*/ 0 w 2692590"/>
                <a:gd name="connsiteY2" fmla="*/ 264809 h 1364538"/>
                <a:gd name="connsiteX0" fmla="*/ 0 w 2692590"/>
                <a:gd name="connsiteY0" fmla="*/ 264809 h 1220348"/>
                <a:gd name="connsiteX1" fmla="*/ 2692590 w 2692590"/>
                <a:gd name="connsiteY1" fmla="*/ 289250 h 1220348"/>
                <a:gd name="connsiteX2" fmla="*/ 0 w 2692590"/>
                <a:gd name="connsiteY2" fmla="*/ 264809 h 1220348"/>
                <a:gd name="connsiteX0" fmla="*/ 0 w 2692590"/>
                <a:gd name="connsiteY0" fmla="*/ 264809 h 1546770"/>
                <a:gd name="connsiteX1" fmla="*/ 2692590 w 2692590"/>
                <a:gd name="connsiteY1" fmla="*/ 289250 h 1546770"/>
                <a:gd name="connsiteX2" fmla="*/ 0 w 2692590"/>
                <a:gd name="connsiteY2" fmla="*/ 264809 h 1546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2590" h="1546770">
                  <a:moveTo>
                    <a:pt x="0" y="264809"/>
                  </a:moveTo>
                  <a:cubicBezTo>
                    <a:pt x="878480" y="-177833"/>
                    <a:pt x="1998260" y="7897"/>
                    <a:pt x="2692590" y="289250"/>
                  </a:cubicBezTo>
                  <a:cubicBezTo>
                    <a:pt x="2195110" y="1443462"/>
                    <a:pt x="948330" y="2429665"/>
                    <a:pt x="0" y="264809"/>
                  </a:cubicBezTo>
                  <a:close/>
                </a:path>
              </a:pathLst>
            </a:custGeom>
            <a:solidFill>
              <a:srgbClr val="252B2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CAC94CB-BFC1-8EBD-BFC7-4CD214619594}"/>
                </a:ext>
              </a:extLst>
            </p:cNvPr>
            <p:cNvGrpSpPr/>
            <p:nvPr/>
          </p:nvGrpSpPr>
          <p:grpSpPr>
            <a:xfrm>
              <a:off x="3367433" y="3734379"/>
              <a:ext cx="2864580" cy="1611911"/>
              <a:chOff x="3629218" y="3710194"/>
              <a:chExt cx="2864580" cy="1611911"/>
            </a:xfrm>
          </p:grpSpPr>
          <p:sp>
            <p:nvSpPr>
              <p:cNvPr id="10" name="Oval 48">
                <a:extLst>
                  <a:ext uri="{FF2B5EF4-FFF2-40B4-BE49-F238E27FC236}">
                    <a16:creationId xmlns:a16="http://schemas.microsoft.com/office/drawing/2014/main" id="{F0B80C31-AEA1-910D-2EE3-3DD2855E6085}"/>
                  </a:ext>
                </a:extLst>
              </p:cNvPr>
              <p:cNvSpPr/>
              <p:nvPr/>
            </p:nvSpPr>
            <p:spPr>
              <a:xfrm>
                <a:off x="4289052" y="4445419"/>
                <a:ext cx="1598089" cy="620903"/>
              </a:xfrm>
              <a:custGeom>
                <a:avLst/>
                <a:gdLst>
                  <a:gd name="connsiteX0" fmla="*/ 0 w 1605176"/>
                  <a:gd name="connsiteY0" fmla="*/ 523803 h 1047605"/>
                  <a:gd name="connsiteX1" fmla="*/ 802588 w 1605176"/>
                  <a:gd name="connsiteY1" fmla="*/ 0 h 1047605"/>
                  <a:gd name="connsiteX2" fmla="*/ 1605176 w 1605176"/>
                  <a:gd name="connsiteY2" fmla="*/ 523803 h 1047605"/>
                  <a:gd name="connsiteX3" fmla="*/ 802588 w 1605176"/>
                  <a:gd name="connsiteY3" fmla="*/ 1047606 h 1047605"/>
                  <a:gd name="connsiteX4" fmla="*/ 0 w 1605176"/>
                  <a:gd name="connsiteY4" fmla="*/ 523803 h 1047605"/>
                  <a:gd name="connsiteX0" fmla="*/ 0 w 1627486"/>
                  <a:gd name="connsiteY0" fmla="*/ 65475 h 589278"/>
                  <a:gd name="connsiteX1" fmla="*/ 1605176 w 1627486"/>
                  <a:gd name="connsiteY1" fmla="*/ 65475 h 589278"/>
                  <a:gd name="connsiteX2" fmla="*/ 802588 w 1627486"/>
                  <a:gd name="connsiteY2" fmla="*/ 589278 h 589278"/>
                  <a:gd name="connsiteX3" fmla="*/ 0 w 1627486"/>
                  <a:gd name="connsiteY3" fmla="*/ 65475 h 589278"/>
                  <a:gd name="connsiteX0" fmla="*/ 16221 w 1607759"/>
                  <a:gd name="connsiteY0" fmla="*/ 55424 h 579244"/>
                  <a:gd name="connsiteX1" fmla="*/ 1589647 w 1607759"/>
                  <a:gd name="connsiteY1" fmla="*/ 74474 h 579244"/>
                  <a:gd name="connsiteX2" fmla="*/ 818809 w 1607759"/>
                  <a:gd name="connsiteY2" fmla="*/ 579227 h 579244"/>
                  <a:gd name="connsiteX3" fmla="*/ 16221 w 1607759"/>
                  <a:gd name="connsiteY3" fmla="*/ 55424 h 579244"/>
                  <a:gd name="connsiteX0" fmla="*/ 16221 w 1607759"/>
                  <a:gd name="connsiteY0" fmla="*/ 76391 h 600211"/>
                  <a:gd name="connsiteX1" fmla="*/ 1589647 w 1607759"/>
                  <a:gd name="connsiteY1" fmla="*/ 95441 h 600211"/>
                  <a:gd name="connsiteX2" fmla="*/ 818809 w 1607759"/>
                  <a:gd name="connsiteY2" fmla="*/ 600194 h 600211"/>
                  <a:gd name="connsiteX3" fmla="*/ 16221 w 1607759"/>
                  <a:gd name="connsiteY3" fmla="*/ 76391 h 600211"/>
                  <a:gd name="connsiteX0" fmla="*/ 16221 w 1607759"/>
                  <a:gd name="connsiteY0" fmla="*/ 76391 h 600214"/>
                  <a:gd name="connsiteX1" fmla="*/ 1589647 w 1607759"/>
                  <a:gd name="connsiteY1" fmla="*/ 95441 h 600214"/>
                  <a:gd name="connsiteX2" fmla="*/ 818809 w 1607759"/>
                  <a:gd name="connsiteY2" fmla="*/ 600194 h 600214"/>
                  <a:gd name="connsiteX3" fmla="*/ 16221 w 1607759"/>
                  <a:gd name="connsiteY3" fmla="*/ 76391 h 600214"/>
                  <a:gd name="connsiteX0" fmla="*/ 19041 w 1610579"/>
                  <a:gd name="connsiteY0" fmla="*/ 100548 h 624371"/>
                  <a:gd name="connsiteX1" fmla="*/ 1592467 w 1610579"/>
                  <a:gd name="connsiteY1" fmla="*/ 119598 h 624371"/>
                  <a:gd name="connsiteX2" fmla="*/ 821629 w 1610579"/>
                  <a:gd name="connsiteY2" fmla="*/ 624351 h 624371"/>
                  <a:gd name="connsiteX3" fmla="*/ 19041 w 1610579"/>
                  <a:gd name="connsiteY3" fmla="*/ 100548 h 624371"/>
                  <a:gd name="connsiteX0" fmla="*/ 19300 w 1598089"/>
                  <a:gd name="connsiteY0" fmla="*/ 103441 h 620903"/>
                  <a:gd name="connsiteX1" fmla="*/ 1580026 w 1598089"/>
                  <a:gd name="connsiteY1" fmla="*/ 116141 h 620903"/>
                  <a:gd name="connsiteX2" fmla="*/ 809188 w 1598089"/>
                  <a:gd name="connsiteY2" fmla="*/ 620894 h 620903"/>
                  <a:gd name="connsiteX3" fmla="*/ 19300 w 1598089"/>
                  <a:gd name="connsiteY3" fmla="*/ 103441 h 620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8089" h="620903">
                    <a:moveTo>
                      <a:pt x="19300" y="103441"/>
                    </a:moveTo>
                    <a:cubicBezTo>
                      <a:pt x="160473" y="-44185"/>
                      <a:pt x="1433561" y="-28309"/>
                      <a:pt x="1580026" y="116141"/>
                    </a:cubicBezTo>
                    <a:cubicBezTo>
                      <a:pt x="1713791" y="254242"/>
                      <a:pt x="1069309" y="623011"/>
                      <a:pt x="809188" y="620894"/>
                    </a:cubicBezTo>
                    <a:cubicBezTo>
                      <a:pt x="549067" y="618777"/>
                      <a:pt x="-121873" y="251067"/>
                      <a:pt x="19300" y="103441"/>
                    </a:cubicBezTo>
                    <a:close/>
                  </a:path>
                </a:pathLst>
              </a:custGeom>
              <a:solidFill>
                <a:srgbClr val="D7797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41983966-7474-B8B3-69CA-9964D65C4711}"/>
                  </a:ext>
                </a:extLst>
              </p:cNvPr>
              <p:cNvSpPr/>
              <p:nvPr/>
            </p:nvSpPr>
            <p:spPr>
              <a:xfrm>
                <a:off x="4006850" y="4517550"/>
                <a:ext cx="2098115" cy="429042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  <a:gd name="connsiteX0" fmla="*/ 5556 w 1688959"/>
                  <a:gd name="connsiteY0" fmla="*/ 150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17" fmla="*/ 5556 w 1688959"/>
                  <a:gd name="connsiteY17" fmla="*/ 1503 h 262241"/>
                  <a:gd name="connsiteX0" fmla="*/ 979 w 1688959"/>
                  <a:gd name="connsiteY0" fmla="*/ 18462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0" fmla="*/ 0 w 1688959"/>
                  <a:gd name="connsiteY0" fmla="*/ 4238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0" fmla="*/ 0 w 1605227"/>
                  <a:gd name="connsiteY0" fmla="*/ 87037 h 262241"/>
                  <a:gd name="connsiteX1" fmla="*/ 88512 w 1605227"/>
                  <a:gd name="connsiteY1" fmla="*/ 25329 h 262241"/>
                  <a:gd name="connsiteX2" fmla="*/ 295681 w 1605227"/>
                  <a:gd name="connsiteY2" fmla="*/ 51523 h 262241"/>
                  <a:gd name="connsiteX3" fmla="*/ 431412 w 1605227"/>
                  <a:gd name="connsiteY3" fmla="*/ 63429 h 262241"/>
                  <a:gd name="connsiteX4" fmla="*/ 583812 w 1605227"/>
                  <a:gd name="connsiteY4" fmla="*/ 70573 h 262241"/>
                  <a:gd name="connsiteX5" fmla="*/ 757643 w 1605227"/>
                  <a:gd name="connsiteY5" fmla="*/ 68192 h 262241"/>
                  <a:gd name="connsiteX6" fmla="*/ 912424 w 1605227"/>
                  <a:gd name="connsiteY6" fmla="*/ 72954 h 262241"/>
                  <a:gd name="connsiteX7" fmla="*/ 1086256 w 1605227"/>
                  <a:gd name="connsiteY7" fmla="*/ 75335 h 262241"/>
                  <a:gd name="connsiteX8" fmla="*/ 1233893 w 1605227"/>
                  <a:gd name="connsiteY8" fmla="*/ 58667 h 262241"/>
                  <a:gd name="connsiteX9" fmla="*/ 1433918 w 1605227"/>
                  <a:gd name="connsiteY9" fmla="*/ 37235 h 262241"/>
                  <a:gd name="connsiteX10" fmla="*/ 1588698 w 1605227"/>
                  <a:gd name="connsiteY10" fmla="*/ 8646 h 262241"/>
                  <a:gd name="connsiteX11" fmla="*/ 1601786 w 1605227"/>
                  <a:gd name="connsiteY11" fmla="*/ 41120 h 262241"/>
                  <a:gd name="connsiteX12" fmla="*/ 1605227 w 1605227"/>
                  <a:gd name="connsiteY12" fmla="*/ 58475 h 262241"/>
                  <a:gd name="connsiteX13" fmla="*/ 1480650 w 1605227"/>
                  <a:gd name="connsiteY13" fmla="*/ 115486 h 262241"/>
                  <a:gd name="connsiteX14" fmla="*/ 0 w 1605227"/>
                  <a:gd name="connsiteY14" fmla="*/ 87037 h 262241"/>
                  <a:gd name="connsiteX0" fmla="*/ 0 w 1605227"/>
                  <a:gd name="connsiteY0" fmla="*/ 85881 h 261085"/>
                  <a:gd name="connsiteX1" fmla="*/ 295681 w 1605227"/>
                  <a:gd name="connsiteY1" fmla="*/ 50367 h 261085"/>
                  <a:gd name="connsiteX2" fmla="*/ 431412 w 1605227"/>
                  <a:gd name="connsiteY2" fmla="*/ 62273 h 261085"/>
                  <a:gd name="connsiteX3" fmla="*/ 583812 w 1605227"/>
                  <a:gd name="connsiteY3" fmla="*/ 69417 h 261085"/>
                  <a:gd name="connsiteX4" fmla="*/ 757643 w 1605227"/>
                  <a:gd name="connsiteY4" fmla="*/ 67036 h 261085"/>
                  <a:gd name="connsiteX5" fmla="*/ 912424 w 1605227"/>
                  <a:gd name="connsiteY5" fmla="*/ 71798 h 261085"/>
                  <a:gd name="connsiteX6" fmla="*/ 1086256 w 1605227"/>
                  <a:gd name="connsiteY6" fmla="*/ 74179 h 261085"/>
                  <a:gd name="connsiteX7" fmla="*/ 1233893 w 1605227"/>
                  <a:gd name="connsiteY7" fmla="*/ 57511 h 261085"/>
                  <a:gd name="connsiteX8" fmla="*/ 1433918 w 1605227"/>
                  <a:gd name="connsiteY8" fmla="*/ 36079 h 261085"/>
                  <a:gd name="connsiteX9" fmla="*/ 1588698 w 1605227"/>
                  <a:gd name="connsiteY9" fmla="*/ 7490 h 261085"/>
                  <a:gd name="connsiteX10" fmla="*/ 1601786 w 1605227"/>
                  <a:gd name="connsiteY10" fmla="*/ 39964 h 261085"/>
                  <a:gd name="connsiteX11" fmla="*/ 1605227 w 1605227"/>
                  <a:gd name="connsiteY11" fmla="*/ 57319 h 261085"/>
                  <a:gd name="connsiteX12" fmla="*/ 1480650 w 1605227"/>
                  <a:gd name="connsiteY12" fmla="*/ 114330 h 261085"/>
                  <a:gd name="connsiteX13" fmla="*/ 0 w 1605227"/>
                  <a:gd name="connsiteY13" fmla="*/ 85881 h 261085"/>
                  <a:gd name="connsiteX0" fmla="*/ 0 w 1309952"/>
                  <a:gd name="connsiteY0" fmla="*/ 162081 h 305286"/>
                  <a:gd name="connsiteX1" fmla="*/ 406 w 1309952"/>
                  <a:gd name="connsiteY1" fmla="*/ 50367 h 305286"/>
                  <a:gd name="connsiteX2" fmla="*/ 136137 w 1309952"/>
                  <a:gd name="connsiteY2" fmla="*/ 62273 h 305286"/>
                  <a:gd name="connsiteX3" fmla="*/ 288537 w 1309952"/>
                  <a:gd name="connsiteY3" fmla="*/ 69417 h 305286"/>
                  <a:gd name="connsiteX4" fmla="*/ 462368 w 1309952"/>
                  <a:gd name="connsiteY4" fmla="*/ 67036 h 305286"/>
                  <a:gd name="connsiteX5" fmla="*/ 617149 w 1309952"/>
                  <a:gd name="connsiteY5" fmla="*/ 71798 h 305286"/>
                  <a:gd name="connsiteX6" fmla="*/ 790981 w 1309952"/>
                  <a:gd name="connsiteY6" fmla="*/ 74179 h 305286"/>
                  <a:gd name="connsiteX7" fmla="*/ 938618 w 1309952"/>
                  <a:gd name="connsiteY7" fmla="*/ 57511 h 305286"/>
                  <a:gd name="connsiteX8" fmla="*/ 1138643 w 1309952"/>
                  <a:gd name="connsiteY8" fmla="*/ 36079 h 305286"/>
                  <a:gd name="connsiteX9" fmla="*/ 1293423 w 1309952"/>
                  <a:gd name="connsiteY9" fmla="*/ 7490 h 305286"/>
                  <a:gd name="connsiteX10" fmla="*/ 1306511 w 1309952"/>
                  <a:gd name="connsiteY10" fmla="*/ 39964 h 305286"/>
                  <a:gd name="connsiteX11" fmla="*/ 1309952 w 1309952"/>
                  <a:gd name="connsiteY11" fmla="*/ 57319 h 305286"/>
                  <a:gd name="connsiteX12" fmla="*/ 1185375 w 1309952"/>
                  <a:gd name="connsiteY12" fmla="*/ 114330 h 305286"/>
                  <a:gd name="connsiteX13" fmla="*/ 0 w 1309952"/>
                  <a:gd name="connsiteY13" fmla="*/ 162081 h 305286"/>
                  <a:gd name="connsiteX0" fmla="*/ 59294 w 1369246"/>
                  <a:gd name="connsiteY0" fmla="*/ 162081 h 305286"/>
                  <a:gd name="connsiteX1" fmla="*/ 195431 w 1369246"/>
                  <a:gd name="connsiteY1" fmla="*/ 62273 h 305286"/>
                  <a:gd name="connsiteX2" fmla="*/ 347831 w 1369246"/>
                  <a:gd name="connsiteY2" fmla="*/ 69417 h 305286"/>
                  <a:gd name="connsiteX3" fmla="*/ 521662 w 1369246"/>
                  <a:gd name="connsiteY3" fmla="*/ 67036 h 305286"/>
                  <a:gd name="connsiteX4" fmla="*/ 676443 w 1369246"/>
                  <a:gd name="connsiteY4" fmla="*/ 71798 h 305286"/>
                  <a:gd name="connsiteX5" fmla="*/ 850275 w 1369246"/>
                  <a:gd name="connsiteY5" fmla="*/ 74179 h 305286"/>
                  <a:gd name="connsiteX6" fmla="*/ 997912 w 1369246"/>
                  <a:gd name="connsiteY6" fmla="*/ 57511 h 305286"/>
                  <a:gd name="connsiteX7" fmla="*/ 1197937 w 1369246"/>
                  <a:gd name="connsiteY7" fmla="*/ 36079 h 305286"/>
                  <a:gd name="connsiteX8" fmla="*/ 1352717 w 1369246"/>
                  <a:gd name="connsiteY8" fmla="*/ 7490 h 305286"/>
                  <a:gd name="connsiteX9" fmla="*/ 1365805 w 1369246"/>
                  <a:gd name="connsiteY9" fmla="*/ 39964 h 305286"/>
                  <a:gd name="connsiteX10" fmla="*/ 1369246 w 1369246"/>
                  <a:gd name="connsiteY10" fmla="*/ 57319 h 305286"/>
                  <a:gd name="connsiteX11" fmla="*/ 1244669 w 1369246"/>
                  <a:gd name="connsiteY11" fmla="*/ 114330 h 305286"/>
                  <a:gd name="connsiteX12" fmla="*/ 59294 w 1369246"/>
                  <a:gd name="connsiteY12" fmla="*/ 162081 h 305286"/>
                  <a:gd name="connsiteX0" fmla="*/ 76644 w 1296108"/>
                  <a:gd name="connsiteY0" fmla="*/ 181131 h 317709"/>
                  <a:gd name="connsiteX1" fmla="*/ 122293 w 1296108"/>
                  <a:gd name="connsiteY1" fmla="*/ 62273 h 317709"/>
                  <a:gd name="connsiteX2" fmla="*/ 274693 w 1296108"/>
                  <a:gd name="connsiteY2" fmla="*/ 69417 h 317709"/>
                  <a:gd name="connsiteX3" fmla="*/ 448524 w 1296108"/>
                  <a:gd name="connsiteY3" fmla="*/ 67036 h 317709"/>
                  <a:gd name="connsiteX4" fmla="*/ 603305 w 1296108"/>
                  <a:gd name="connsiteY4" fmla="*/ 71798 h 317709"/>
                  <a:gd name="connsiteX5" fmla="*/ 777137 w 1296108"/>
                  <a:gd name="connsiteY5" fmla="*/ 74179 h 317709"/>
                  <a:gd name="connsiteX6" fmla="*/ 924774 w 1296108"/>
                  <a:gd name="connsiteY6" fmla="*/ 57511 h 317709"/>
                  <a:gd name="connsiteX7" fmla="*/ 1124799 w 1296108"/>
                  <a:gd name="connsiteY7" fmla="*/ 36079 h 317709"/>
                  <a:gd name="connsiteX8" fmla="*/ 1279579 w 1296108"/>
                  <a:gd name="connsiteY8" fmla="*/ 7490 h 317709"/>
                  <a:gd name="connsiteX9" fmla="*/ 1292667 w 1296108"/>
                  <a:gd name="connsiteY9" fmla="*/ 39964 h 317709"/>
                  <a:gd name="connsiteX10" fmla="*/ 1296108 w 1296108"/>
                  <a:gd name="connsiteY10" fmla="*/ 57319 h 317709"/>
                  <a:gd name="connsiteX11" fmla="*/ 1171531 w 1296108"/>
                  <a:gd name="connsiteY11" fmla="*/ 114330 h 317709"/>
                  <a:gd name="connsiteX12" fmla="*/ 76644 w 1296108"/>
                  <a:gd name="connsiteY12" fmla="*/ 181131 h 317709"/>
                  <a:gd name="connsiteX0" fmla="*/ 68286 w 1287750"/>
                  <a:gd name="connsiteY0" fmla="*/ 181131 h 317709"/>
                  <a:gd name="connsiteX1" fmla="*/ 152035 w 1287750"/>
                  <a:gd name="connsiteY1" fmla="*/ 76560 h 317709"/>
                  <a:gd name="connsiteX2" fmla="*/ 266335 w 1287750"/>
                  <a:gd name="connsiteY2" fmla="*/ 69417 h 317709"/>
                  <a:gd name="connsiteX3" fmla="*/ 440166 w 1287750"/>
                  <a:gd name="connsiteY3" fmla="*/ 67036 h 317709"/>
                  <a:gd name="connsiteX4" fmla="*/ 594947 w 1287750"/>
                  <a:gd name="connsiteY4" fmla="*/ 71798 h 317709"/>
                  <a:gd name="connsiteX5" fmla="*/ 768779 w 1287750"/>
                  <a:gd name="connsiteY5" fmla="*/ 74179 h 317709"/>
                  <a:gd name="connsiteX6" fmla="*/ 916416 w 1287750"/>
                  <a:gd name="connsiteY6" fmla="*/ 57511 h 317709"/>
                  <a:gd name="connsiteX7" fmla="*/ 1116441 w 1287750"/>
                  <a:gd name="connsiteY7" fmla="*/ 36079 h 317709"/>
                  <a:gd name="connsiteX8" fmla="*/ 1271221 w 1287750"/>
                  <a:gd name="connsiteY8" fmla="*/ 7490 h 317709"/>
                  <a:gd name="connsiteX9" fmla="*/ 1284309 w 1287750"/>
                  <a:gd name="connsiteY9" fmla="*/ 39964 h 317709"/>
                  <a:gd name="connsiteX10" fmla="*/ 1287750 w 1287750"/>
                  <a:gd name="connsiteY10" fmla="*/ 57319 h 317709"/>
                  <a:gd name="connsiteX11" fmla="*/ 1163173 w 1287750"/>
                  <a:gd name="connsiteY11" fmla="*/ 114330 h 317709"/>
                  <a:gd name="connsiteX12" fmla="*/ 68286 w 1287750"/>
                  <a:gd name="connsiteY12" fmla="*/ 181131 h 317709"/>
                  <a:gd name="connsiteX0" fmla="*/ 76394 w 1295858"/>
                  <a:gd name="connsiteY0" fmla="*/ 181131 h 317709"/>
                  <a:gd name="connsiteX1" fmla="*/ 160143 w 1295858"/>
                  <a:gd name="connsiteY1" fmla="*/ 76560 h 317709"/>
                  <a:gd name="connsiteX2" fmla="*/ 274443 w 1295858"/>
                  <a:gd name="connsiteY2" fmla="*/ 69417 h 317709"/>
                  <a:gd name="connsiteX3" fmla="*/ 448274 w 1295858"/>
                  <a:gd name="connsiteY3" fmla="*/ 67036 h 317709"/>
                  <a:gd name="connsiteX4" fmla="*/ 603055 w 1295858"/>
                  <a:gd name="connsiteY4" fmla="*/ 71798 h 317709"/>
                  <a:gd name="connsiteX5" fmla="*/ 776887 w 1295858"/>
                  <a:gd name="connsiteY5" fmla="*/ 74179 h 317709"/>
                  <a:gd name="connsiteX6" fmla="*/ 924524 w 1295858"/>
                  <a:gd name="connsiteY6" fmla="*/ 57511 h 317709"/>
                  <a:gd name="connsiteX7" fmla="*/ 1124549 w 1295858"/>
                  <a:gd name="connsiteY7" fmla="*/ 36079 h 317709"/>
                  <a:gd name="connsiteX8" fmla="*/ 1279329 w 1295858"/>
                  <a:gd name="connsiteY8" fmla="*/ 7490 h 317709"/>
                  <a:gd name="connsiteX9" fmla="*/ 1292417 w 1295858"/>
                  <a:gd name="connsiteY9" fmla="*/ 39964 h 317709"/>
                  <a:gd name="connsiteX10" fmla="*/ 1295858 w 1295858"/>
                  <a:gd name="connsiteY10" fmla="*/ 57319 h 317709"/>
                  <a:gd name="connsiteX11" fmla="*/ 1171281 w 1295858"/>
                  <a:gd name="connsiteY11" fmla="*/ 114330 h 317709"/>
                  <a:gd name="connsiteX12" fmla="*/ 76394 w 1295858"/>
                  <a:gd name="connsiteY12" fmla="*/ 181131 h 317709"/>
                  <a:gd name="connsiteX0" fmla="*/ 76394 w 1292417"/>
                  <a:gd name="connsiteY0" fmla="*/ 181131 h 317709"/>
                  <a:gd name="connsiteX1" fmla="*/ 160143 w 1292417"/>
                  <a:gd name="connsiteY1" fmla="*/ 76560 h 317709"/>
                  <a:gd name="connsiteX2" fmla="*/ 274443 w 1292417"/>
                  <a:gd name="connsiteY2" fmla="*/ 69417 h 317709"/>
                  <a:gd name="connsiteX3" fmla="*/ 448274 w 1292417"/>
                  <a:gd name="connsiteY3" fmla="*/ 67036 h 317709"/>
                  <a:gd name="connsiteX4" fmla="*/ 603055 w 1292417"/>
                  <a:gd name="connsiteY4" fmla="*/ 71798 h 317709"/>
                  <a:gd name="connsiteX5" fmla="*/ 776887 w 1292417"/>
                  <a:gd name="connsiteY5" fmla="*/ 74179 h 317709"/>
                  <a:gd name="connsiteX6" fmla="*/ 924524 w 1292417"/>
                  <a:gd name="connsiteY6" fmla="*/ 57511 h 317709"/>
                  <a:gd name="connsiteX7" fmla="*/ 1124549 w 1292417"/>
                  <a:gd name="connsiteY7" fmla="*/ 36079 h 317709"/>
                  <a:gd name="connsiteX8" fmla="*/ 1279329 w 1292417"/>
                  <a:gd name="connsiteY8" fmla="*/ 7490 h 317709"/>
                  <a:gd name="connsiteX9" fmla="*/ 1292417 w 1292417"/>
                  <a:gd name="connsiteY9" fmla="*/ 39964 h 317709"/>
                  <a:gd name="connsiteX10" fmla="*/ 1171281 w 1292417"/>
                  <a:gd name="connsiteY10" fmla="*/ 114330 h 317709"/>
                  <a:gd name="connsiteX11" fmla="*/ 76394 w 1292417"/>
                  <a:gd name="connsiteY11" fmla="*/ 181131 h 317709"/>
                  <a:gd name="connsiteX0" fmla="*/ 76394 w 1303664"/>
                  <a:gd name="connsiteY0" fmla="*/ 181131 h 317709"/>
                  <a:gd name="connsiteX1" fmla="*/ 160143 w 1303664"/>
                  <a:gd name="connsiteY1" fmla="*/ 76560 h 317709"/>
                  <a:gd name="connsiteX2" fmla="*/ 274443 w 1303664"/>
                  <a:gd name="connsiteY2" fmla="*/ 69417 h 317709"/>
                  <a:gd name="connsiteX3" fmla="*/ 448274 w 1303664"/>
                  <a:gd name="connsiteY3" fmla="*/ 67036 h 317709"/>
                  <a:gd name="connsiteX4" fmla="*/ 603055 w 1303664"/>
                  <a:gd name="connsiteY4" fmla="*/ 71798 h 317709"/>
                  <a:gd name="connsiteX5" fmla="*/ 776887 w 1303664"/>
                  <a:gd name="connsiteY5" fmla="*/ 74179 h 317709"/>
                  <a:gd name="connsiteX6" fmla="*/ 924524 w 1303664"/>
                  <a:gd name="connsiteY6" fmla="*/ 57511 h 317709"/>
                  <a:gd name="connsiteX7" fmla="*/ 1124549 w 1303664"/>
                  <a:gd name="connsiteY7" fmla="*/ 36079 h 317709"/>
                  <a:gd name="connsiteX8" fmla="*/ 1279329 w 1303664"/>
                  <a:gd name="connsiteY8" fmla="*/ 7490 h 317709"/>
                  <a:gd name="connsiteX9" fmla="*/ 1171281 w 1303664"/>
                  <a:gd name="connsiteY9" fmla="*/ 114330 h 317709"/>
                  <a:gd name="connsiteX10" fmla="*/ 76394 w 1303664"/>
                  <a:gd name="connsiteY10" fmla="*/ 181131 h 317709"/>
                  <a:gd name="connsiteX0" fmla="*/ 76394 w 1279714"/>
                  <a:gd name="connsiteY0" fmla="*/ 181131 h 337196"/>
                  <a:gd name="connsiteX1" fmla="*/ 160143 w 1279714"/>
                  <a:gd name="connsiteY1" fmla="*/ 76560 h 337196"/>
                  <a:gd name="connsiteX2" fmla="*/ 274443 w 1279714"/>
                  <a:gd name="connsiteY2" fmla="*/ 69417 h 337196"/>
                  <a:gd name="connsiteX3" fmla="*/ 448274 w 1279714"/>
                  <a:gd name="connsiteY3" fmla="*/ 67036 h 337196"/>
                  <a:gd name="connsiteX4" fmla="*/ 603055 w 1279714"/>
                  <a:gd name="connsiteY4" fmla="*/ 71798 h 337196"/>
                  <a:gd name="connsiteX5" fmla="*/ 776887 w 1279714"/>
                  <a:gd name="connsiteY5" fmla="*/ 74179 h 337196"/>
                  <a:gd name="connsiteX6" fmla="*/ 924524 w 1279714"/>
                  <a:gd name="connsiteY6" fmla="*/ 57511 h 337196"/>
                  <a:gd name="connsiteX7" fmla="*/ 1124549 w 1279714"/>
                  <a:gd name="connsiteY7" fmla="*/ 36079 h 337196"/>
                  <a:gd name="connsiteX8" fmla="*/ 1279329 w 1279714"/>
                  <a:gd name="connsiteY8" fmla="*/ 7490 h 337196"/>
                  <a:gd name="connsiteX9" fmla="*/ 976019 w 1279714"/>
                  <a:gd name="connsiteY9" fmla="*/ 166717 h 337196"/>
                  <a:gd name="connsiteX10" fmla="*/ 76394 w 1279714"/>
                  <a:gd name="connsiteY10" fmla="*/ 181131 h 337196"/>
                  <a:gd name="connsiteX0" fmla="*/ 76394 w 1129532"/>
                  <a:gd name="connsiteY0" fmla="*/ 166486 h 322551"/>
                  <a:gd name="connsiteX1" fmla="*/ 160143 w 1129532"/>
                  <a:gd name="connsiteY1" fmla="*/ 61915 h 322551"/>
                  <a:gd name="connsiteX2" fmla="*/ 274443 w 1129532"/>
                  <a:gd name="connsiteY2" fmla="*/ 54772 h 322551"/>
                  <a:gd name="connsiteX3" fmla="*/ 448274 w 1129532"/>
                  <a:gd name="connsiteY3" fmla="*/ 52391 h 322551"/>
                  <a:gd name="connsiteX4" fmla="*/ 603055 w 1129532"/>
                  <a:gd name="connsiteY4" fmla="*/ 57153 h 322551"/>
                  <a:gd name="connsiteX5" fmla="*/ 776887 w 1129532"/>
                  <a:gd name="connsiteY5" fmla="*/ 59534 h 322551"/>
                  <a:gd name="connsiteX6" fmla="*/ 924524 w 1129532"/>
                  <a:gd name="connsiteY6" fmla="*/ 42866 h 322551"/>
                  <a:gd name="connsiteX7" fmla="*/ 1124549 w 1129532"/>
                  <a:gd name="connsiteY7" fmla="*/ 21434 h 322551"/>
                  <a:gd name="connsiteX8" fmla="*/ 976019 w 1129532"/>
                  <a:gd name="connsiteY8" fmla="*/ 152072 h 322551"/>
                  <a:gd name="connsiteX9" fmla="*/ 76394 w 1129532"/>
                  <a:gd name="connsiteY9" fmla="*/ 166486 h 322551"/>
                  <a:gd name="connsiteX0" fmla="*/ 76394 w 1033508"/>
                  <a:gd name="connsiteY0" fmla="*/ 133475 h 289540"/>
                  <a:gd name="connsiteX1" fmla="*/ 160143 w 1033508"/>
                  <a:gd name="connsiteY1" fmla="*/ 28904 h 289540"/>
                  <a:gd name="connsiteX2" fmla="*/ 274443 w 1033508"/>
                  <a:gd name="connsiteY2" fmla="*/ 21761 h 289540"/>
                  <a:gd name="connsiteX3" fmla="*/ 448274 w 1033508"/>
                  <a:gd name="connsiteY3" fmla="*/ 19380 h 289540"/>
                  <a:gd name="connsiteX4" fmla="*/ 603055 w 1033508"/>
                  <a:gd name="connsiteY4" fmla="*/ 24142 h 289540"/>
                  <a:gd name="connsiteX5" fmla="*/ 776887 w 1033508"/>
                  <a:gd name="connsiteY5" fmla="*/ 26523 h 289540"/>
                  <a:gd name="connsiteX6" fmla="*/ 924524 w 1033508"/>
                  <a:gd name="connsiteY6" fmla="*/ 9855 h 289540"/>
                  <a:gd name="connsiteX7" fmla="*/ 976019 w 1033508"/>
                  <a:gd name="connsiteY7" fmla="*/ 119061 h 289540"/>
                  <a:gd name="connsiteX8" fmla="*/ 76394 w 1033508"/>
                  <a:gd name="connsiteY8" fmla="*/ 133475 h 289540"/>
                  <a:gd name="connsiteX0" fmla="*/ 76394 w 1006338"/>
                  <a:gd name="connsiteY0" fmla="*/ 132461 h 288526"/>
                  <a:gd name="connsiteX1" fmla="*/ 160143 w 1006338"/>
                  <a:gd name="connsiteY1" fmla="*/ 27890 h 288526"/>
                  <a:gd name="connsiteX2" fmla="*/ 274443 w 1006338"/>
                  <a:gd name="connsiteY2" fmla="*/ 20747 h 288526"/>
                  <a:gd name="connsiteX3" fmla="*/ 448274 w 1006338"/>
                  <a:gd name="connsiteY3" fmla="*/ 18366 h 288526"/>
                  <a:gd name="connsiteX4" fmla="*/ 603055 w 1006338"/>
                  <a:gd name="connsiteY4" fmla="*/ 23128 h 288526"/>
                  <a:gd name="connsiteX5" fmla="*/ 776887 w 1006338"/>
                  <a:gd name="connsiteY5" fmla="*/ 25509 h 288526"/>
                  <a:gd name="connsiteX6" fmla="*/ 976019 w 1006338"/>
                  <a:gd name="connsiteY6" fmla="*/ 118047 h 288526"/>
                  <a:gd name="connsiteX7" fmla="*/ 76394 w 1006338"/>
                  <a:gd name="connsiteY7" fmla="*/ 132461 h 288526"/>
                  <a:gd name="connsiteX0" fmla="*/ 76394 w 1012279"/>
                  <a:gd name="connsiteY0" fmla="*/ 138964 h 295029"/>
                  <a:gd name="connsiteX1" fmla="*/ 160143 w 1012279"/>
                  <a:gd name="connsiteY1" fmla="*/ 34393 h 295029"/>
                  <a:gd name="connsiteX2" fmla="*/ 274443 w 1012279"/>
                  <a:gd name="connsiteY2" fmla="*/ 27250 h 295029"/>
                  <a:gd name="connsiteX3" fmla="*/ 448274 w 1012279"/>
                  <a:gd name="connsiteY3" fmla="*/ 24869 h 295029"/>
                  <a:gd name="connsiteX4" fmla="*/ 603055 w 1012279"/>
                  <a:gd name="connsiteY4" fmla="*/ 29631 h 295029"/>
                  <a:gd name="connsiteX5" fmla="*/ 776887 w 1012279"/>
                  <a:gd name="connsiteY5" fmla="*/ 32012 h 295029"/>
                  <a:gd name="connsiteX6" fmla="*/ 976019 w 1012279"/>
                  <a:gd name="connsiteY6" fmla="*/ 124550 h 295029"/>
                  <a:gd name="connsiteX7" fmla="*/ 76394 w 1012279"/>
                  <a:gd name="connsiteY7" fmla="*/ 138964 h 295029"/>
                  <a:gd name="connsiteX0" fmla="*/ 76394 w 944468"/>
                  <a:gd name="connsiteY0" fmla="*/ 136724 h 300918"/>
                  <a:gd name="connsiteX1" fmla="*/ 160143 w 944468"/>
                  <a:gd name="connsiteY1" fmla="*/ 32153 h 300918"/>
                  <a:gd name="connsiteX2" fmla="*/ 274443 w 944468"/>
                  <a:gd name="connsiteY2" fmla="*/ 25010 h 300918"/>
                  <a:gd name="connsiteX3" fmla="*/ 448274 w 944468"/>
                  <a:gd name="connsiteY3" fmla="*/ 22629 h 300918"/>
                  <a:gd name="connsiteX4" fmla="*/ 603055 w 944468"/>
                  <a:gd name="connsiteY4" fmla="*/ 27391 h 300918"/>
                  <a:gd name="connsiteX5" fmla="*/ 776887 w 944468"/>
                  <a:gd name="connsiteY5" fmla="*/ 29772 h 300918"/>
                  <a:gd name="connsiteX6" fmla="*/ 895056 w 944468"/>
                  <a:gd name="connsiteY6" fmla="*/ 141360 h 300918"/>
                  <a:gd name="connsiteX7" fmla="*/ 76394 w 944468"/>
                  <a:gd name="connsiteY7" fmla="*/ 136724 h 300918"/>
                  <a:gd name="connsiteX0" fmla="*/ 76394 w 944468"/>
                  <a:gd name="connsiteY0" fmla="*/ 136724 h 264385"/>
                  <a:gd name="connsiteX1" fmla="*/ 160143 w 944468"/>
                  <a:gd name="connsiteY1" fmla="*/ 32153 h 264385"/>
                  <a:gd name="connsiteX2" fmla="*/ 274443 w 944468"/>
                  <a:gd name="connsiteY2" fmla="*/ 25010 h 264385"/>
                  <a:gd name="connsiteX3" fmla="*/ 448274 w 944468"/>
                  <a:gd name="connsiteY3" fmla="*/ 22629 h 264385"/>
                  <a:gd name="connsiteX4" fmla="*/ 603055 w 944468"/>
                  <a:gd name="connsiteY4" fmla="*/ 27391 h 264385"/>
                  <a:gd name="connsiteX5" fmla="*/ 776887 w 944468"/>
                  <a:gd name="connsiteY5" fmla="*/ 29772 h 264385"/>
                  <a:gd name="connsiteX6" fmla="*/ 895056 w 944468"/>
                  <a:gd name="connsiteY6" fmla="*/ 141360 h 264385"/>
                  <a:gd name="connsiteX7" fmla="*/ 76394 w 944468"/>
                  <a:gd name="connsiteY7" fmla="*/ 136724 h 264385"/>
                  <a:gd name="connsiteX0" fmla="*/ 76394 w 944468"/>
                  <a:gd name="connsiteY0" fmla="*/ 136724 h 196870"/>
                  <a:gd name="connsiteX1" fmla="*/ 160143 w 944468"/>
                  <a:gd name="connsiteY1" fmla="*/ 32153 h 196870"/>
                  <a:gd name="connsiteX2" fmla="*/ 274443 w 944468"/>
                  <a:gd name="connsiteY2" fmla="*/ 25010 h 196870"/>
                  <a:gd name="connsiteX3" fmla="*/ 448274 w 944468"/>
                  <a:gd name="connsiteY3" fmla="*/ 22629 h 196870"/>
                  <a:gd name="connsiteX4" fmla="*/ 603055 w 944468"/>
                  <a:gd name="connsiteY4" fmla="*/ 27391 h 196870"/>
                  <a:gd name="connsiteX5" fmla="*/ 776887 w 944468"/>
                  <a:gd name="connsiteY5" fmla="*/ 29772 h 196870"/>
                  <a:gd name="connsiteX6" fmla="*/ 895056 w 944468"/>
                  <a:gd name="connsiteY6" fmla="*/ 141360 h 196870"/>
                  <a:gd name="connsiteX7" fmla="*/ 76394 w 944468"/>
                  <a:gd name="connsiteY7" fmla="*/ 136724 h 196870"/>
                  <a:gd name="connsiteX0" fmla="*/ 80454 w 948528"/>
                  <a:gd name="connsiteY0" fmla="*/ 139956 h 200102"/>
                  <a:gd name="connsiteX1" fmla="*/ 164203 w 948528"/>
                  <a:gd name="connsiteY1" fmla="*/ 35385 h 200102"/>
                  <a:gd name="connsiteX2" fmla="*/ 278503 w 948528"/>
                  <a:gd name="connsiteY2" fmla="*/ 28242 h 200102"/>
                  <a:gd name="connsiteX3" fmla="*/ 452334 w 948528"/>
                  <a:gd name="connsiteY3" fmla="*/ 25861 h 200102"/>
                  <a:gd name="connsiteX4" fmla="*/ 607115 w 948528"/>
                  <a:gd name="connsiteY4" fmla="*/ 30623 h 200102"/>
                  <a:gd name="connsiteX5" fmla="*/ 780947 w 948528"/>
                  <a:gd name="connsiteY5" fmla="*/ 33004 h 200102"/>
                  <a:gd name="connsiteX6" fmla="*/ 899116 w 948528"/>
                  <a:gd name="connsiteY6" fmla="*/ 144592 h 200102"/>
                  <a:gd name="connsiteX7" fmla="*/ 80454 w 948528"/>
                  <a:gd name="connsiteY7" fmla="*/ 139956 h 200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8528" h="200102">
                    <a:moveTo>
                      <a:pt x="80454" y="139956"/>
                    </a:moveTo>
                    <a:cubicBezTo>
                      <a:pt x="-94419" y="131280"/>
                      <a:pt x="54201" y="-82521"/>
                      <a:pt x="164203" y="35385"/>
                    </a:cubicBezTo>
                    <a:cubicBezTo>
                      <a:pt x="219766" y="21892"/>
                      <a:pt x="227703" y="-1127"/>
                      <a:pt x="278503" y="28242"/>
                    </a:cubicBezTo>
                    <a:cubicBezTo>
                      <a:pt x="332477" y="11573"/>
                      <a:pt x="381691" y="-7477"/>
                      <a:pt x="452334" y="25861"/>
                    </a:cubicBezTo>
                    <a:cubicBezTo>
                      <a:pt x="522978" y="10779"/>
                      <a:pt x="545996" y="2842"/>
                      <a:pt x="607115" y="30623"/>
                    </a:cubicBezTo>
                    <a:cubicBezTo>
                      <a:pt x="703953" y="2048"/>
                      <a:pt x="710303" y="11572"/>
                      <a:pt x="780947" y="33004"/>
                    </a:cubicBezTo>
                    <a:cubicBezTo>
                      <a:pt x="905020" y="-70239"/>
                      <a:pt x="1015865" y="126767"/>
                      <a:pt x="899116" y="144592"/>
                    </a:cubicBezTo>
                    <a:cubicBezTo>
                      <a:pt x="557866" y="201683"/>
                      <a:pt x="368323" y="235692"/>
                      <a:pt x="80454" y="13995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2326E5B2-FF32-4F04-10F2-ED4B0E194C91}"/>
                  </a:ext>
                </a:extLst>
              </p:cNvPr>
              <p:cNvSpPr/>
              <p:nvPr/>
            </p:nvSpPr>
            <p:spPr>
              <a:xfrm>
                <a:off x="3778592" y="4074909"/>
                <a:ext cx="2594675" cy="527486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331098 w 2310413"/>
                  <a:gd name="connsiteY10" fmla="*/ 392562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79525 w 2304604"/>
                  <a:gd name="connsiteY0" fmla="*/ 1784 h 496382"/>
                  <a:gd name="connsiteX1" fmla="*/ 2238173 w 2304604"/>
                  <a:gd name="connsiteY1" fmla="*/ 87980 h 496382"/>
                  <a:gd name="connsiteX2" fmla="*/ 2304604 w 2304604"/>
                  <a:gd name="connsiteY2" fmla="*/ 98377 h 496382"/>
                  <a:gd name="connsiteX3" fmla="*/ 2303102 w 2304604"/>
                  <a:gd name="connsiteY3" fmla="*/ 103213 h 496382"/>
                  <a:gd name="connsiteX4" fmla="*/ 2082428 w 2304604"/>
                  <a:gd name="connsiteY4" fmla="*/ 343202 h 496382"/>
                  <a:gd name="connsiteX5" fmla="*/ 1802234 w 2304604"/>
                  <a:gd name="connsiteY5" fmla="*/ 377333 h 496382"/>
                  <a:gd name="connsiteX6" fmla="*/ 1571252 w 2304604"/>
                  <a:gd name="connsiteY6" fmla="*/ 417814 h 496382"/>
                  <a:gd name="connsiteX7" fmla="*/ 1152152 w 2304604"/>
                  <a:gd name="connsiteY7" fmla="*/ 446389 h 496382"/>
                  <a:gd name="connsiteX8" fmla="*/ 749721 w 2304604"/>
                  <a:gd name="connsiteY8" fmla="*/ 405908 h 496382"/>
                  <a:gd name="connsiteX9" fmla="*/ 546627 w 2304604"/>
                  <a:gd name="connsiteY9" fmla="*/ 390953 h 496382"/>
                  <a:gd name="connsiteX10" fmla="*/ 325289 w 2304604"/>
                  <a:gd name="connsiteY10" fmla="*/ 392562 h 496382"/>
                  <a:gd name="connsiteX11" fmla="*/ -1 w 2304604"/>
                  <a:gd name="connsiteY11" fmla="*/ 107554 h 496382"/>
                  <a:gd name="connsiteX12" fmla="*/ 164036 w 2304604"/>
                  <a:gd name="connsiteY12" fmla="*/ 59144 h 496382"/>
                  <a:gd name="connsiteX13" fmla="*/ 879525 w 2304604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1912708 w 2242076"/>
                  <a:gd name="connsiteY4" fmla="*/ 375031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240574 w 2242076"/>
                  <a:gd name="connsiteY3" fmla="*/ 103535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151247 w 2242076"/>
                  <a:gd name="connsiteY3" fmla="*/ 95579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51247" h="496704">
                    <a:moveTo>
                      <a:pt x="816997" y="2106"/>
                    </a:moveTo>
                    <a:cubicBezTo>
                      <a:pt x="1299844" y="-8651"/>
                      <a:pt x="1686714" y="22443"/>
                      <a:pt x="2081851" y="80345"/>
                    </a:cubicBezTo>
                    <a:lnTo>
                      <a:pt x="2151247" y="95579"/>
                    </a:lnTo>
                    <a:cubicBezTo>
                      <a:pt x="2122561" y="210402"/>
                      <a:pt x="2098446" y="382421"/>
                      <a:pt x="1912708" y="375353"/>
                    </a:cubicBezTo>
                    <a:cubicBezTo>
                      <a:pt x="1824337" y="445782"/>
                      <a:pt x="1756119" y="480393"/>
                      <a:pt x="1663779" y="409484"/>
                    </a:cubicBezTo>
                    <a:cubicBezTo>
                      <a:pt x="1621446" y="460019"/>
                      <a:pt x="1530710" y="452209"/>
                      <a:pt x="1472993" y="418137"/>
                    </a:cubicBezTo>
                    <a:cubicBezTo>
                      <a:pt x="1402746" y="543550"/>
                      <a:pt x="1132883" y="491955"/>
                      <a:pt x="1089624" y="446711"/>
                    </a:cubicBezTo>
                    <a:cubicBezTo>
                      <a:pt x="1055890" y="472905"/>
                      <a:pt x="728336" y="546327"/>
                      <a:pt x="687193" y="406230"/>
                    </a:cubicBezTo>
                    <a:cubicBezTo>
                      <a:pt x="648893" y="435114"/>
                      <a:pt x="557477" y="468269"/>
                      <a:pt x="484099" y="391275"/>
                    </a:cubicBezTo>
                    <a:cubicBezTo>
                      <a:pt x="390966" y="486789"/>
                      <a:pt x="324938" y="430719"/>
                      <a:pt x="262761" y="392884"/>
                    </a:cubicBezTo>
                    <a:cubicBezTo>
                      <a:pt x="31769" y="385864"/>
                      <a:pt x="31626" y="211561"/>
                      <a:pt x="0" y="107876"/>
                    </a:cubicBezTo>
                    <a:lnTo>
                      <a:pt x="101508" y="59466"/>
                    </a:lnTo>
                    <a:cubicBezTo>
                      <a:pt x="333605" y="25315"/>
                      <a:pt x="575574" y="7484"/>
                      <a:pt x="816997" y="210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2377AF4E-D189-3D2A-9819-AF9686041BF5}"/>
                  </a:ext>
                </a:extLst>
              </p:cNvPr>
              <p:cNvSpPr/>
              <p:nvPr/>
            </p:nvSpPr>
            <p:spPr>
              <a:xfrm>
                <a:off x="3647330" y="3710194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solidFill>
                <a:srgbClr val="E95958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8CD3E55B-D342-C131-7C60-C9450C5B4788}"/>
                  </a:ext>
                </a:extLst>
              </p:cNvPr>
              <p:cNvSpPr/>
              <p:nvPr/>
            </p:nvSpPr>
            <p:spPr>
              <a:xfrm rot="12291759">
                <a:off x="3629218" y="4244129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F31D7D0E-A779-C196-46F2-70B2162D8E80}"/>
                  </a:ext>
                </a:extLst>
              </p:cNvPr>
              <p:cNvSpPr/>
              <p:nvPr/>
            </p:nvSpPr>
            <p:spPr>
              <a:xfrm rot="10529348" flipH="1">
                <a:off x="6333505" y="4266988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748331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90AEA6-A288-75A1-7375-692C8EA98828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CCEF08A-2321-E98A-0671-D98EDC355543}"/>
              </a:ext>
            </a:extLst>
          </p:cNvPr>
          <p:cNvGrpSpPr/>
          <p:nvPr/>
        </p:nvGrpSpPr>
        <p:grpSpPr>
          <a:xfrm>
            <a:off x="1351218" y="2115098"/>
            <a:ext cx="7738263" cy="4354353"/>
            <a:chOff x="3353874" y="3735779"/>
            <a:chExt cx="2864580" cy="1611911"/>
          </a:xfrm>
        </p:grpSpPr>
        <p:sp>
          <p:nvSpPr>
            <p:cNvPr id="8" name="Rectangle 21">
              <a:extLst>
                <a:ext uri="{FF2B5EF4-FFF2-40B4-BE49-F238E27FC236}">
                  <a16:creationId xmlns:a16="http://schemas.microsoft.com/office/drawing/2014/main" id="{A78EF06F-E8ED-F704-4F5D-A8C85F1AAF03}"/>
                </a:ext>
              </a:extLst>
            </p:cNvPr>
            <p:cNvSpPr/>
            <p:nvPr/>
          </p:nvSpPr>
          <p:spPr>
            <a:xfrm>
              <a:off x="3422522" y="4179129"/>
              <a:ext cx="2743200" cy="787987"/>
            </a:xfrm>
            <a:custGeom>
              <a:avLst/>
              <a:gdLst>
                <a:gd name="connsiteX0" fmla="*/ 0 w 2197290"/>
                <a:gd name="connsiteY0" fmla="*/ 0 h 750627"/>
                <a:gd name="connsiteX1" fmla="*/ 2197290 w 2197290"/>
                <a:gd name="connsiteY1" fmla="*/ 0 h 750627"/>
                <a:gd name="connsiteX2" fmla="*/ 2197290 w 2197290"/>
                <a:gd name="connsiteY2" fmla="*/ 750627 h 750627"/>
                <a:gd name="connsiteX3" fmla="*/ 0 w 2197290"/>
                <a:gd name="connsiteY3" fmla="*/ 750627 h 750627"/>
                <a:gd name="connsiteX4" fmla="*/ 0 w 2197290"/>
                <a:gd name="connsiteY4" fmla="*/ 0 h 750627"/>
                <a:gd name="connsiteX0" fmla="*/ 0 w 2197290"/>
                <a:gd name="connsiteY0" fmla="*/ 177042 h 927669"/>
                <a:gd name="connsiteX1" fmla="*/ 1076278 w 2197290"/>
                <a:gd name="connsiteY1" fmla="*/ 0 h 927669"/>
                <a:gd name="connsiteX2" fmla="*/ 2197290 w 2197290"/>
                <a:gd name="connsiteY2" fmla="*/ 177042 h 927669"/>
                <a:gd name="connsiteX3" fmla="*/ 2197290 w 2197290"/>
                <a:gd name="connsiteY3" fmla="*/ 927669 h 927669"/>
                <a:gd name="connsiteX4" fmla="*/ 0 w 2197290"/>
                <a:gd name="connsiteY4" fmla="*/ 927669 h 927669"/>
                <a:gd name="connsiteX5" fmla="*/ 0 w 2197290"/>
                <a:gd name="connsiteY5" fmla="*/ 177042 h 927669"/>
                <a:gd name="connsiteX0" fmla="*/ 0 w 2540190"/>
                <a:gd name="connsiteY0" fmla="*/ 177042 h 927669"/>
                <a:gd name="connsiteX1" fmla="*/ 1076278 w 2540190"/>
                <a:gd name="connsiteY1" fmla="*/ 0 h 927669"/>
                <a:gd name="connsiteX2" fmla="*/ 2540190 w 2540190"/>
                <a:gd name="connsiteY2" fmla="*/ 481842 h 927669"/>
                <a:gd name="connsiteX3" fmla="*/ 2197290 w 2540190"/>
                <a:gd name="connsiteY3" fmla="*/ 927669 h 927669"/>
                <a:gd name="connsiteX4" fmla="*/ 0 w 2540190"/>
                <a:gd name="connsiteY4" fmla="*/ 927669 h 927669"/>
                <a:gd name="connsiteX5" fmla="*/ 0 w 2540190"/>
                <a:gd name="connsiteY5" fmla="*/ 1770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266700 w 2806890"/>
                <a:gd name="connsiteY4" fmla="*/ 927669 h 927669"/>
                <a:gd name="connsiteX5" fmla="*/ 0 w 2806890"/>
                <a:gd name="connsiteY5" fmla="*/ 4691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0 w 2806890"/>
                <a:gd name="connsiteY4" fmla="*/ 469142 h 927669"/>
                <a:gd name="connsiteX0" fmla="*/ 0 w 2806890"/>
                <a:gd name="connsiteY0" fmla="*/ 469142 h 481842"/>
                <a:gd name="connsiteX1" fmla="*/ 1342978 w 2806890"/>
                <a:gd name="connsiteY1" fmla="*/ 0 h 481842"/>
                <a:gd name="connsiteX2" fmla="*/ 2806890 w 2806890"/>
                <a:gd name="connsiteY2" fmla="*/ 481842 h 481842"/>
                <a:gd name="connsiteX3" fmla="*/ 0 w 2806890"/>
                <a:gd name="connsiteY3" fmla="*/ 469142 h 481842"/>
                <a:gd name="connsiteX0" fmla="*/ 0 w 2806890"/>
                <a:gd name="connsiteY0" fmla="*/ 534591 h 547291"/>
                <a:gd name="connsiteX1" fmla="*/ 1342978 w 2806890"/>
                <a:gd name="connsiteY1" fmla="*/ 65449 h 547291"/>
                <a:gd name="connsiteX2" fmla="*/ 2806890 w 2806890"/>
                <a:gd name="connsiteY2" fmla="*/ 547291 h 547291"/>
                <a:gd name="connsiteX3" fmla="*/ 0 w 2806890"/>
                <a:gd name="connsiteY3" fmla="*/ 534591 h 547291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37691 h 550391"/>
                <a:gd name="connsiteX1" fmla="*/ 1342978 w 2806890"/>
                <a:gd name="connsiteY1" fmla="*/ 68549 h 550391"/>
                <a:gd name="connsiteX2" fmla="*/ 2806890 w 2806890"/>
                <a:gd name="connsiteY2" fmla="*/ 550391 h 550391"/>
                <a:gd name="connsiteX3" fmla="*/ 0 w 2806890"/>
                <a:gd name="connsiteY3" fmla="*/ 537691 h 550391"/>
                <a:gd name="connsiteX0" fmla="*/ 0 w 2806890"/>
                <a:gd name="connsiteY0" fmla="*/ 528404 h 541104"/>
                <a:gd name="connsiteX1" fmla="*/ 1342978 w 2806890"/>
                <a:gd name="connsiteY1" fmla="*/ 59262 h 541104"/>
                <a:gd name="connsiteX2" fmla="*/ 2806890 w 2806890"/>
                <a:gd name="connsiteY2" fmla="*/ 541104 h 541104"/>
                <a:gd name="connsiteX3" fmla="*/ 0 w 2806890"/>
                <a:gd name="connsiteY3" fmla="*/ 528404 h 541104"/>
                <a:gd name="connsiteX0" fmla="*/ 0 w 2806890"/>
                <a:gd name="connsiteY0" fmla="*/ 537470 h 550170"/>
                <a:gd name="connsiteX1" fmla="*/ 1342978 w 2806890"/>
                <a:gd name="connsiteY1" fmla="*/ 68328 h 550170"/>
                <a:gd name="connsiteX2" fmla="*/ 2806890 w 2806890"/>
                <a:gd name="connsiteY2" fmla="*/ 550170 h 550170"/>
                <a:gd name="connsiteX3" fmla="*/ 0 w 2806890"/>
                <a:gd name="connsiteY3" fmla="*/ 537470 h 550170"/>
                <a:gd name="connsiteX0" fmla="*/ 0 w 2844990"/>
                <a:gd name="connsiteY0" fmla="*/ 514854 h 552954"/>
                <a:gd name="connsiteX1" fmla="*/ 1381078 w 2844990"/>
                <a:gd name="connsiteY1" fmla="*/ 71112 h 552954"/>
                <a:gd name="connsiteX2" fmla="*/ 2844990 w 2844990"/>
                <a:gd name="connsiteY2" fmla="*/ 552954 h 552954"/>
                <a:gd name="connsiteX3" fmla="*/ 0 w 2844990"/>
                <a:gd name="connsiteY3" fmla="*/ 514854 h 552954"/>
                <a:gd name="connsiteX0" fmla="*/ 0 w 2844990"/>
                <a:gd name="connsiteY0" fmla="*/ 504929 h 543029"/>
                <a:gd name="connsiteX1" fmla="*/ 1381078 w 2844990"/>
                <a:gd name="connsiteY1" fmla="*/ 61187 h 543029"/>
                <a:gd name="connsiteX2" fmla="*/ 2844990 w 2844990"/>
                <a:gd name="connsiteY2" fmla="*/ 543029 h 543029"/>
                <a:gd name="connsiteX3" fmla="*/ 0 w 2844990"/>
                <a:gd name="connsiteY3" fmla="*/ 504929 h 543029"/>
                <a:gd name="connsiteX0" fmla="*/ 0 w 2844990"/>
                <a:gd name="connsiteY0" fmla="*/ 504929 h 1116030"/>
                <a:gd name="connsiteX1" fmla="*/ 1381078 w 2844990"/>
                <a:gd name="connsiteY1" fmla="*/ 61187 h 1116030"/>
                <a:gd name="connsiteX2" fmla="*/ 2844990 w 2844990"/>
                <a:gd name="connsiteY2" fmla="*/ 543029 h 1116030"/>
                <a:gd name="connsiteX3" fmla="*/ 0 w 2844990"/>
                <a:gd name="connsiteY3" fmla="*/ 504929 h 1116030"/>
                <a:gd name="connsiteX0" fmla="*/ 0 w 2844990"/>
                <a:gd name="connsiteY0" fmla="*/ 504929 h 1611911"/>
                <a:gd name="connsiteX1" fmla="*/ 1381078 w 2844990"/>
                <a:gd name="connsiteY1" fmla="*/ 61187 h 1611911"/>
                <a:gd name="connsiteX2" fmla="*/ 2844990 w 2844990"/>
                <a:gd name="connsiteY2" fmla="*/ 543029 h 1611911"/>
                <a:gd name="connsiteX3" fmla="*/ 0 w 2844990"/>
                <a:gd name="connsiteY3" fmla="*/ 504929 h 1611911"/>
                <a:gd name="connsiteX0" fmla="*/ 0 w 2851340"/>
                <a:gd name="connsiteY0" fmla="*/ 313239 h 1542672"/>
                <a:gd name="connsiteX1" fmla="*/ 1387428 w 2851340"/>
                <a:gd name="connsiteY1" fmla="*/ 88062 h 1542672"/>
                <a:gd name="connsiteX2" fmla="*/ 2851340 w 2851340"/>
                <a:gd name="connsiteY2" fmla="*/ 569904 h 1542672"/>
                <a:gd name="connsiteX3" fmla="*/ 0 w 2851340"/>
                <a:gd name="connsiteY3" fmla="*/ 313239 h 1542672"/>
                <a:gd name="connsiteX0" fmla="*/ 0 w 2692590"/>
                <a:gd name="connsiteY0" fmla="*/ 313239 h 1412968"/>
                <a:gd name="connsiteX1" fmla="*/ 1387428 w 2692590"/>
                <a:gd name="connsiteY1" fmla="*/ 88062 h 1412968"/>
                <a:gd name="connsiteX2" fmla="*/ 2692590 w 2692590"/>
                <a:gd name="connsiteY2" fmla="*/ 337680 h 1412968"/>
                <a:gd name="connsiteX3" fmla="*/ 0 w 2692590"/>
                <a:gd name="connsiteY3" fmla="*/ 313239 h 1412968"/>
                <a:gd name="connsiteX0" fmla="*/ 0 w 2692590"/>
                <a:gd name="connsiteY0" fmla="*/ 0 h 1099729"/>
                <a:gd name="connsiteX1" fmla="*/ 2692590 w 2692590"/>
                <a:gd name="connsiteY1" fmla="*/ 24441 h 1099729"/>
                <a:gd name="connsiteX2" fmla="*/ 0 w 2692590"/>
                <a:gd name="connsiteY2" fmla="*/ 0 h 1099729"/>
                <a:gd name="connsiteX0" fmla="*/ 0 w 2692590"/>
                <a:gd name="connsiteY0" fmla="*/ 192313 h 1292042"/>
                <a:gd name="connsiteX1" fmla="*/ 2692590 w 2692590"/>
                <a:gd name="connsiteY1" fmla="*/ 216754 h 1292042"/>
                <a:gd name="connsiteX2" fmla="*/ 0 w 2692590"/>
                <a:gd name="connsiteY2" fmla="*/ 192313 h 1292042"/>
                <a:gd name="connsiteX0" fmla="*/ 0 w 2692590"/>
                <a:gd name="connsiteY0" fmla="*/ 240044 h 1339773"/>
                <a:gd name="connsiteX1" fmla="*/ 2692590 w 2692590"/>
                <a:gd name="connsiteY1" fmla="*/ 264485 h 1339773"/>
                <a:gd name="connsiteX2" fmla="*/ 0 w 2692590"/>
                <a:gd name="connsiteY2" fmla="*/ 240044 h 1339773"/>
                <a:gd name="connsiteX0" fmla="*/ 0 w 2692590"/>
                <a:gd name="connsiteY0" fmla="*/ 264809 h 1364538"/>
                <a:gd name="connsiteX1" fmla="*/ 2692590 w 2692590"/>
                <a:gd name="connsiteY1" fmla="*/ 289250 h 1364538"/>
                <a:gd name="connsiteX2" fmla="*/ 0 w 2692590"/>
                <a:gd name="connsiteY2" fmla="*/ 264809 h 1364538"/>
                <a:gd name="connsiteX0" fmla="*/ 0 w 2692590"/>
                <a:gd name="connsiteY0" fmla="*/ 264809 h 1220348"/>
                <a:gd name="connsiteX1" fmla="*/ 2692590 w 2692590"/>
                <a:gd name="connsiteY1" fmla="*/ 289250 h 1220348"/>
                <a:gd name="connsiteX2" fmla="*/ 0 w 2692590"/>
                <a:gd name="connsiteY2" fmla="*/ 264809 h 1220348"/>
                <a:gd name="connsiteX0" fmla="*/ 0 w 2692590"/>
                <a:gd name="connsiteY0" fmla="*/ 264809 h 1546770"/>
                <a:gd name="connsiteX1" fmla="*/ 2692590 w 2692590"/>
                <a:gd name="connsiteY1" fmla="*/ 289250 h 1546770"/>
                <a:gd name="connsiteX2" fmla="*/ 0 w 2692590"/>
                <a:gd name="connsiteY2" fmla="*/ 264809 h 1546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2590" h="1546770">
                  <a:moveTo>
                    <a:pt x="0" y="264809"/>
                  </a:moveTo>
                  <a:cubicBezTo>
                    <a:pt x="878480" y="-177833"/>
                    <a:pt x="1998260" y="7897"/>
                    <a:pt x="2692590" y="289250"/>
                  </a:cubicBezTo>
                  <a:cubicBezTo>
                    <a:pt x="2195110" y="1443462"/>
                    <a:pt x="948330" y="2429665"/>
                    <a:pt x="0" y="264809"/>
                  </a:cubicBezTo>
                  <a:close/>
                </a:path>
              </a:pathLst>
            </a:custGeom>
            <a:solidFill>
              <a:srgbClr val="252B2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CAC94CB-BFC1-8EBD-BFC7-4CD214619594}"/>
                </a:ext>
              </a:extLst>
            </p:cNvPr>
            <p:cNvGrpSpPr/>
            <p:nvPr/>
          </p:nvGrpSpPr>
          <p:grpSpPr>
            <a:xfrm>
              <a:off x="3353874" y="3735779"/>
              <a:ext cx="2864580" cy="1611911"/>
              <a:chOff x="3615659" y="3711594"/>
              <a:chExt cx="2864580" cy="1611911"/>
            </a:xfrm>
          </p:grpSpPr>
          <p:sp>
            <p:nvSpPr>
              <p:cNvPr id="10" name="Oval 48">
                <a:extLst>
                  <a:ext uri="{FF2B5EF4-FFF2-40B4-BE49-F238E27FC236}">
                    <a16:creationId xmlns:a16="http://schemas.microsoft.com/office/drawing/2014/main" id="{F0B80C31-AEA1-910D-2EE3-3DD2855E6085}"/>
                  </a:ext>
                </a:extLst>
              </p:cNvPr>
              <p:cNvSpPr/>
              <p:nvPr/>
            </p:nvSpPr>
            <p:spPr>
              <a:xfrm>
                <a:off x="4289052" y="4445419"/>
                <a:ext cx="1598089" cy="620903"/>
              </a:xfrm>
              <a:custGeom>
                <a:avLst/>
                <a:gdLst>
                  <a:gd name="connsiteX0" fmla="*/ 0 w 1605176"/>
                  <a:gd name="connsiteY0" fmla="*/ 523803 h 1047605"/>
                  <a:gd name="connsiteX1" fmla="*/ 802588 w 1605176"/>
                  <a:gd name="connsiteY1" fmla="*/ 0 h 1047605"/>
                  <a:gd name="connsiteX2" fmla="*/ 1605176 w 1605176"/>
                  <a:gd name="connsiteY2" fmla="*/ 523803 h 1047605"/>
                  <a:gd name="connsiteX3" fmla="*/ 802588 w 1605176"/>
                  <a:gd name="connsiteY3" fmla="*/ 1047606 h 1047605"/>
                  <a:gd name="connsiteX4" fmla="*/ 0 w 1605176"/>
                  <a:gd name="connsiteY4" fmla="*/ 523803 h 1047605"/>
                  <a:gd name="connsiteX0" fmla="*/ 0 w 1627486"/>
                  <a:gd name="connsiteY0" fmla="*/ 65475 h 589278"/>
                  <a:gd name="connsiteX1" fmla="*/ 1605176 w 1627486"/>
                  <a:gd name="connsiteY1" fmla="*/ 65475 h 589278"/>
                  <a:gd name="connsiteX2" fmla="*/ 802588 w 1627486"/>
                  <a:gd name="connsiteY2" fmla="*/ 589278 h 589278"/>
                  <a:gd name="connsiteX3" fmla="*/ 0 w 1627486"/>
                  <a:gd name="connsiteY3" fmla="*/ 65475 h 589278"/>
                  <a:gd name="connsiteX0" fmla="*/ 16221 w 1607759"/>
                  <a:gd name="connsiteY0" fmla="*/ 55424 h 579244"/>
                  <a:gd name="connsiteX1" fmla="*/ 1589647 w 1607759"/>
                  <a:gd name="connsiteY1" fmla="*/ 74474 h 579244"/>
                  <a:gd name="connsiteX2" fmla="*/ 818809 w 1607759"/>
                  <a:gd name="connsiteY2" fmla="*/ 579227 h 579244"/>
                  <a:gd name="connsiteX3" fmla="*/ 16221 w 1607759"/>
                  <a:gd name="connsiteY3" fmla="*/ 55424 h 579244"/>
                  <a:gd name="connsiteX0" fmla="*/ 16221 w 1607759"/>
                  <a:gd name="connsiteY0" fmla="*/ 76391 h 600211"/>
                  <a:gd name="connsiteX1" fmla="*/ 1589647 w 1607759"/>
                  <a:gd name="connsiteY1" fmla="*/ 95441 h 600211"/>
                  <a:gd name="connsiteX2" fmla="*/ 818809 w 1607759"/>
                  <a:gd name="connsiteY2" fmla="*/ 600194 h 600211"/>
                  <a:gd name="connsiteX3" fmla="*/ 16221 w 1607759"/>
                  <a:gd name="connsiteY3" fmla="*/ 76391 h 600211"/>
                  <a:gd name="connsiteX0" fmla="*/ 16221 w 1607759"/>
                  <a:gd name="connsiteY0" fmla="*/ 76391 h 600214"/>
                  <a:gd name="connsiteX1" fmla="*/ 1589647 w 1607759"/>
                  <a:gd name="connsiteY1" fmla="*/ 95441 h 600214"/>
                  <a:gd name="connsiteX2" fmla="*/ 818809 w 1607759"/>
                  <a:gd name="connsiteY2" fmla="*/ 600194 h 600214"/>
                  <a:gd name="connsiteX3" fmla="*/ 16221 w 1607759"/>
                  <a:gd name="connsiteY3" fmla="*/ 76391 h 600214"/>
                  <a:gd name="connsiteX0" fmla="*/ 19041 w 1610579"/>
                  <a:gd name="connsiteY0" fmla="*/ 100548 h 624371"/>
                  <a:gd name="connsiteX1" fmla="*/ 1592467 w 1610579"/>
                  <a:gd name="connsiteY1" fmla="*/ 119598 h 624371"/>
                  <a:gd name="connsiteX2" fmla="*/ 821629 w 1610579"/>
                  <a:gd name="connsiteY2" fmla="*/ 624351 h 624371"/>
                  <a:gd name="connsiteX3" fmla="*/ 19041 w 1610579"/>
                  <a:gd name="connsiteY3" fmla="*/ 100548 h 624371"/>
                  <a:gd name="connsiteX0" fmla="*/ 19300 w 1598089"/>
                  <a:gd name="connsiteY0" fmla="*/ 103441 h 620903"/>
                  <a:gd name="connsiteX1" fmla="*/ 1580026 w 1598089"/>
                  <a:gd name="connsiteY1" fmla="*/ 116141 h 620903"/>
                  <a:gd name="connsiteX2" fmla="*/ 809188 w 1598089"/>
                  <a:gd name="connsiteY2" fmla="*/ 620894 h 620903"/>
                  <a:gd name="connsiteX3" fmla="*/ 19300 w 1598089"/>
                  <a:gd name="connsiteY3" fmla="*/ 103441 h 620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8089" h="620903">
                    <a:moveTo>
                      <a:pt x="19300" y="103441"/>
                    </a:moveTo>
                    <a:cubicBezTo>
                      <a:pt x="160473" y="-44185"/>
                      <a:pt x="1433561" y="-28309"/>
                      <a:pt x="1580026" y="116141"/>
                    </a:cubicBezTo>
                    <a:cubicBezTo>
                      <a:pt x="1713791" y="254242"/>
                      <a:pt x="1069309" y="623011"/>
                      <a:pt x="809188" y="620894"/>
                    </a:cubicBezTo>
                    <a:cubicBezTo>
                      <a:pt x="549067" y="618777"/>
                      <a:pt x="-121873" y="251067"/>
                      <a:pt x="19300" y="103441"/>
                    </a:cubicBezTo>
                    <a:close/>
                  </a:path>
                </a:pathLst>
              </a:custGeom>
              <a:solidFill>
                <a:srgbClr val="D7797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41983966-7474-B8B3-69CA-9964D65C4711}"/>
                  </a:ext>
                </a:extLst>
              </p:cNvPr>
              <p:cNvSpPr/>
              <p:nvPr/>
            </p:nvSpPr>
            <p:spPr>
              <a:xfrm>
                <a:off x="4006850" y="4517550"/>
                <a:ext cx="2098115" cy="429042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  <a:gd name="connsiteX0" fmla="*/ 5556 w 1688959"/>
                  <a:gd name="connsiteY0" fmla="*/ 150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17" fmla="*/ 5556 w 1688959"/>
                  <a:gd name="connsiteY17" fmla="*/ 1503 h 262241"/>
                  <a:gd name="connsiteX0" fmla="*/ 979 w 1688959"/>
                  <a:gd name="connsiteY0" fmla="*/ 18462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0" fmla="*/ 0 w 1688959"/>
                  <a:gd name="connsiteY0" fmla="*/ 4238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0" fmla="*/ 0 w 1605227"/>
                  <a:gd name="connsiteY0" fmla="*/ 87037 h 262241"/>
                  <a:gd name="connsiteX1" fmla="*/ 88512 w 1605227"/>
                  <a:gd name="connsiteY1" fmla="*/ 25329 h 262241"/>
                  <a:gd name="connsiteX2" fmla="*/ 295681 w 1605227"/>
                  <a:gd name="connsiteY2" fmla="*/ 51523 h 262241"/>
                  <a:gd name="connsiteX3" fmla="*/ 431412 w 1605227"/>
                  <a:gd name="connsiteY3" fmla="*/ 63429 h 262241"/>
                  <a:gd name="connsiteX4" fmla="*/ 583812 w 1605227"/>
                  <a:gd name="connsiteY4" fmla="*/ 70573 h 262241"/>
                  <a:gd name="connsiteX5" fmla="*/ 757643 w 1605227"/>
                  <a:gd name="connsiteY5" fmla="*/ 68192 h 262241"/>
                  <a:gd name="connsiteX6" fmla="*/ 912424 w 1605227"/>
                  <a:gd name="connsiteY6" fmla="*/ 72954 h 262241"/>
                  <a:gd name="connsiteX7" fmla="*/ 1086256 w 1605227"/>
                  <a:gd name="connsiteY7" fmla="*/ 75335 h 262241"/>
                  <a:gd name="connsiteX8" fmla="*/ 1233893 w 1605227"/>
                  <a:gd name="connsiteY8" fmla="*/ 58667 h 262241"/>
                  <a:gd name="connsiteX9" fmla="*/ 1433918 w 1605227"/>
                  <a:gd name="connsiteY9" fmla="*/ 37235 h 262241"/>
                  <a:gd name="connsiteX10" fmla="*/ 1588698 w 1605227"/>
                  <a:gd name="connsiteY10" fmla="*/ 8646 h 262241"/>
                  <a:gd name="connsiteX11" fmla="*/ 1601786 w 1605227"/>
                  <a:gd name="connsiteY11" fmla="*/ 41120 h 262241"/>
                  <a:gd name="connsiteX12" fmla="*/ 1605227 w 1605227"/>
                  <a:gd name="connsiteY12" fmla="*/ 58475 h 262241"/>
                  <a:gd name="connsiteX13" fmla="*/ 1480650 w 1605227"/>
                  <a:gd name="connsiteY13" fmla="*/ 115486 h 262241"/>
                  <a:gd name="connsiteX14" fmla="*/ 0 w 1605227"/>
                  <a:gd name="connsiteY14" fmla="*/ 87037 h 262241"/>
                  <a:gd name="connsiteX0" fmla="*/ 0 w 1605227"/>
                  <a:gd name="connsiteY0" fmla="*/ 85881 h 261085"/>
                  <a:gd name="connsiteX1" fmla="*/ 295681 w 1605227"/>
                  <a:gd name="connsiteY1" fmla="*/ 50367 h 261085"/>
                  <a:gd name="connsiteX2" fmla="*/ 431412 w 1605227"/>
                  <a:gd name="connsiteY2" fmla="*/ 62273 h 261085"/>
                  <a:gd name="connsiteX3" fmla="*/ 583812 w 1605227"/>
                  <a:gd name="connsiteY3" fmla="*/ 69417 h 261085"/>
                  <a:gd name="connsiteX4" fmla="*/ 757643 w 1605227"/>
                  <a:gd name="connsiteY4" fmla="*/ 67036 h 261085"/>
                  <a:gd name="connsiteX5" fmla="*/ 912424 w 1605227"/>
                  <a:gd name="connsiteY5" fmla="*/ 71798 h 261085"/>
                  <a:gd name="connsiteX6" fmla="*/ 1086256 w 1605227"/>
                  <a:gd name="connsiteY6" fmla="*/ 74179 h 261085"/>
                  <a:gd name="connsiteX7" fmla="*/ 1233893 w 1605227"/>
                  <a:gd name="connsiteY7" fmla="*/ 57511 h 261085"/>
                  <a:gd name="connsiteX8" fmla="*/ 1433918 w 1605227"/>
                  <a:gd name="connsiteY8" fmla="*/ 36079 h 261085"/>
                  <a:gd name="connsiteX9" fmla="*/ 1588698 w 1605227"/>
                  <a:gd name="connsiteY9" fmla="*/ 7490 h 261085"/>
                  <a:gd name="connsiteX10" fmla="*/ 1601786 w 1605227"/>
                  <a:gd name="connsiteY10" fmla="*/ 39964 h 261085"/>
                  <a:gd name="connsiteX11" fmla="*/ 1605227 w 1605227"/>
                  <a:gd name="connsiteY11" fmla="*/ 57319 h 261085"/>
                  <a:gd name="connsiteX12" fmla="*/ 1480650 w 1605227"/>
                  <a:gd name="connsiteY12" fmla="*/ 114330 h 261085"/>
                  <a:gd name="connsiteX13" fmla="*/ 0 w 1605227"/>
                  <a:gd name="connsiteY13" fmla="*/ 85881 h 261085"/>
                  <a:gd name="connsiteX0" fmla="*/ 0 w 1309952"/>
                  <a:gd name="connsiteY0" fmla="*/ 162081 h 305286"/>
                  <a:gd name="connsiteX1" fmla="*/ 406 w 1309952"/>
                  <a:gd name="connsiteY1" fmla="*/ 50367 h 305286"/>
                  <a:gd name="connsiteX2" fmla="*/ 136137 w 1309952"/>
                  <a:gd name="connsiteY2" fmla="*/ 62273 h 305286"/>
                  <a:gd name="connsiteX3" fmla="*/ 288537 w 1309952"/>
                  <a:gd name="connsiteY3" fmla="*/ 69417 h 305286"/>
                  <a:gd name="connsiteX4" fmla="*/ 462368 w 1309952"/>
                  <a:gd name="connsiteY4" fmla="*/ 67036 h 305286"/>
                  <a:gd name="connsiteX5" fmla="*/ 617149 w 1309952"/>
                  <a:gd name="connsiteY5" fmla="*/ 71798 h 305286"/>
                  <a:gd name="connsiteX6" fmla="*/ 790981 w 1309952"/>
                  <a:gd name="connsiteY6" fmla="*/ 74179 h 305286"/>
                  <a:gd name="connsiteX7" fmla="*/ 938618 w 1309952"/>
                  <a:gd name="connsiteY7" fmla="*/ 57511 h 305286"/>
                  <a:gd name="connsiteX8" fmla="*/ 1138643 w 1309952"/>
                  <a:gd name="connsiteY8" fmla="*/ 36079 h 305286"/>
                  <a:gd name="connsiteX9" fmla="*/ 1293423 w 1309952"/>
                  <a:gd name="connsiteY9" fmla="*/ 7490 h 305286"/>
                  <a:gd name="connsiteX10" fmla="*/ 1306511 w 1309952"/>
                  <a:gd name="connsiteY10" fmla="*/ 39964 h 305286"/>
                  <a:gd name="connsiteX11" fmla="*/ 1309952 w 1309952"/>
                  <a:gd name="connsiteY11" fmla="*/ 57319 h 305286"/>
                  <a:gd name="connsiteX12" fmla="*/ 1185375 w 1309952"/>
                  <a:gd name="connsiteY12" fmla="*/ 114330 h 305286"/>
                  <a:gd name="connsiteX13" fmla="*/ 0 w 1309952"/>
                  <a:gd name="connsiteY13" fmla="*/ 162081 h 305286"/>
                  <a:gd name="connsiteX0" fmla="*/ 59294 w 1369246"/>
                  <a:gd name="connsiteY0" fmla="*/ 162081 h 305286"/>
                  <a:gd name="connsiteX1" fmla="*/ 195431 w 1369246"/>
                  <a:gd name="connsiteY1" fmla="*/ 62273 h 305286"/>
                  <a:gd name="connsiteX2" fmla="*/ 347831 w 1369246"/>
                  <a:gd name="connsiteY2" fmla="*/ 69417 h 305286"/>
                  <a:gd name="connsiteX3" fmla="*/ 521662 w 1369246"/>
                  <a:gd name="connsiteY3" fmla="*/ 67036 h 305286"/>
                  <a:gd name="connsiteX4" fmla="*/ 676443 w 1369246"/>
                  <a:gd name="connsiteY4" fmla="*/ 71798 h 305286"/>
                  <a:gd name="connsiteX5" fmla="*/ 850275 w 1369246"/>
                  <a:gd name="connsiteY5" fmla="*/ 74179 h 305286"/>
                  <a:gd name="connsiteX6" fmla="*/ 997912 w 1369246"/>
                  <a:gd name="connsiteY6" fmla="*/ 57511 h 305286"/>
                  <a:gd name="connsiteX7" fmla="*/ 1197937 w 1369246"/>
                  <a:gd name="connsiteY7" fmla="*/ 36079 h 305286"/>
                  <a:gd name="connsiteX8" fmla="*/ 1352717 w 1369246"/>
                  <a:gd name="connsiteY8" fmla="*/ 7490 h 305286"/>
                  <a:gd name="connsiteX9" fmla="*/ 1365805 w 1369246"/>
                  <a:gd name="connsiteY9" fmla="*/ 39964 h 305286"/>
                  <a:gd name="connsiteX10" fmla="*/ 1369246 w 1369246"/>
                  <a:gd name="connsiteY10" fmla="*/ 57319 h 305286"/>
                  <a:gd name="connsiteX11" fmla="*/ 1244669 w 1369246"/>
                  <a:gd name="connsiteY11" fmla="*/ 114330 h 305286"/>
                  <a:gd name="connsiteX12" fmla="*/ 59294 w 1369246"/>
                  <a:gd name="connsiteY12" fmla="*/ 162081 h 305286"/>
                  <a:gd name="connsiteX0" fmla="*/ 76644 w 1296108"/>
                  <a:gd name="connsiteY0" fmla="*/ 181131 h 317709"/>
                  <a:gd name="connsiteX1" fmla="*/ 122293 w 1296108"/>
                  <a:gd name="connsiteY1" fmla="*/ 62273 h 317709"/>
                  <a:gd name="connsiteX2" fmla="*/ 274693 w 1296108"/>
                  <a:gd name="connsiteY2" fmla="*/ 69417 h 317709"/>
                  <a:gd name="connsiteX3" fmla="*/ 448524 w 1296108"/>
                  <a:gd name="connsiteY3" fmla="*/ 67036 h 317709"/>
                  <a:gd name="connsiteX4" fmla="*/ 603305 w 1296108"/>
                  <a:gd name="connsiteY4" fmla="*/ 71798 h 317709"/>
                  <a:gd name="connsiteX5" fmla="*/ 777137 w 1296108"/>
                  <a:gd name="connsiteY5" fmla="*/ 74179 h 317709"/>
                  <a:gd name="connsiteX6" fmla="*/ 924774 w 1296108"/>
                  <a:gd name="connsiteY6" fmla="*/ 57511 h 317709"/>
                  <a:gd name="connsiteX7" fmla="*/ 1124799 w 1296108"/>
                  <a:gd name="connsiteY7" fmla="*/ 36079 h 317709"/>
                  <a:gd name="connsiteX8" fmla="*/ 1279579 w 1296108"/>
                  <a:gd name="connsiteY8" fmla="*/ 7490 h 317709"/>
                  <a:gd name="connsiteX9" fmla="*/ 1292667 w 1296108"/>
                  <a:gd name="connsiteY9" fmla="*/ 39964 h 317709"/>
                  <a:gd name="connsiteX10" fmla="*/ 1296108 w 1296108"/>
                  <a:gd name="connsiteY10" fmla="*/ 57319 h 317709"/>
                  <a:gd name="connsiteX11" fmla="*/ 1171531 w 1296108"/>
                  <a:gd name="connsiteY11" fmla="*/ 114330 h 317709"/>
                  <a:gd name="connsiteX12" fmla="*/ 76644 w 1296108"/>
                  <a:gd name="connsiteY12" fmla="*/ 181131 h 317709"/>
                  <a:gd name="connsiteX0" fmla="*/ 68286 w 1287750"/>
                  <a:gd name="connsiteY0" fmla="*/ 181131 h 317709"/>
                  <a:gd name="connsiteX1" fmla="*/ 152035 w 1287750"/>
                  <a:gd name="connsiteY1" fmla="*/ 76560 h 317709"/>
                  <a:gd name="connsiteX2" fmla="*/ 266335 w 1287750"/>
                  <a:gd name="connsiteY2" fmla="*/ 69417 h 317709"/>
                  <a:gd name="connsiteX3" fmla="*/ 440166 w 1287750"/>
                  <a:gd name="connsiteY3" fmla="*/ 67036 h 317709"/>
                  <a:gd name="connsiteX4" fmla="*/ 594947 w 1287750"/>
                  <a:gd name="connsiteY4" fmla="*/ 71798 h 317709"/>
                  <a:gd name="connsiteX5" fmla="*/ 768779 w 1287750"/>
                  <a:gd name="connsiteY5" fmla="*/ 74179 h 317709"/>
                  <a:gd name="connsiteX6" fmla="*/ 916416 w 1287750"/>
                  <a:gd name="connsiteY6" fmla="*/ 57511 h 317709"/>
                  <a:gd name="connsiteX7" fmla="*/ 1116441 w 1287750"/>
                  <a:gd name="connsiteY7" fmla="*/ 36079 h 317709"/>
                  <a:gd name="connsiteX8" fmla="*/ 1271221 w 1287750"/>
                  <a:gd name="connsiteY8" fmla="*/ 7490 h 317709"/>
                  <a:gd name="connsiteX9" fmla="*/ 1284309 w 1287750"/>
                  <a:gd name="connsiteY9" fmla="*/ 39964 h 317709"/>
                  <a:gd name="connsiteX10" fmla="*/ 1287750 w 1287750"/>
                  <a:gd name="connsiteY10" fmla="*/ 57319 h 317709"/>
                  <a:gd name="connsiteX11" fmla="*/ 1163173 w 1287750"/>
                  <a:gd name="connsiteY11" fmla="*/ 114330 h 317709"/>
                  <a:gd name="connsiteX12" fmla="*/ 68286 w 1287750"/>
                  <a:gd name="connsiteY12" fmla="*/ 181131 h 317709"/>
                  <a:gd name="connsiteX0" fmla="*/ 76394 w 1295858"/>
                  <a:gd name="connsiteY0" fmla="*/ 181131 h 317709"/>
                  <a:gd name="connsiteX1" fmla="*/ 160143 w 1295858"/>
                  <a:gd name="connsiteY1" fmla="*/ 76560 h 317709"/>
                  <a:gd name="connsiteX2" fmla="*/ 274443 w 1295858"/>
                  <a:gd name="connsiteY2" fmla="*/ 69417 h 317709"/>
                  <a:gd name="connsiteX3" fmla="*/ 448274 w 1295858"/>
                  <a:gd name="connsiteY3" fmla="*/ 67036 h 317709"/>
                  <a:gd name="connsiteX4" fmla="*/ 603055 w 1295858"/>
                  <a:gd name="connsiteY4" fmla="*/ 71798 h 317709"/>
                  <a:gd name="connsiteX5" fmla="*/ 776887 w 1295858"/>
                  <a:gd name="connsiteY5" fmla="*/ 74179 h 317709"/>
                  <a:gd name="connsiteX6" fmla="*/ 924524 w 1295858"/>
                  <a:gd name="connsiteY6" fmla="*/ 57511 h 317709"/>
                  <a:gd name="connsiteX7" fmla="*/ 1124549 w 1295858"/>
                  <a:gd name="connsiteY7" fmla="*/ 36079 h 317709"/>
                  <a:gd name="connsiteX8" fmla="*/ 1279329 w 1295858"/>
                  <a:gd name="connsiteY8" fmla="*/ 7490 h 317709"/>
                  <a:gd name="connsiteX9" fmla="*/ 1292417 w 1295858"/>
                  <a:gd name="connsiteY9" fmla="*/ 39964 h 317709"/>
                  <a:gd name="connsiteX10" fmla="*/ 1295858 w 1295858"/>
                  <a:gd name="connsiteY10" fmla="*/ 57319 h 317709"/>
                  <a:gd name="connsiteX11" fmla="*/ 1171281 w 1295858"/>
                  <a:gd name="connsiteY11" fmla="*/ 114330 h 317709"/>
                  <a:gd name="connsiteX12" fmla="*/ 76394 w 1295858"/>
                  <a:gd name="connsiteY12" fmla="*/ 181131 h 317709"/>
                  <a:gd name="connsiteX0" fmla="*/ 76394 w 1292417"/>
                  <a:gd name="connsiteY0" fmla="*/ 181131 h 317709"/>
                  <a:gd name="connsiteX1" fmla="*/ 160143 w 1292417"/>
                  <a:gd name="connsiteY1" fmla="*/ 76560 h 317709"/>
                  <a:gd name="connsiteX2" fmla="*/ 274443 w 1292417"/>
                  <a:gd name="connsiteY2" fmla="*/ 69417 h 317709"/>
                  <a:gd name="connsiteX3" fmla="*/ 448274 w 1292417"/>
                  <a:gd name="connsiteY3" fmla="*/ 67036 h 317709"/>
                  <a:gd name="connsiteX4" fmla="*/ 603055 w 1292417"/>
                  <a:gd name="connsiteY4" fmla="*/ 71798 h 317709"/>
                  <a:gd name="connsiteX5" fmla="*/ 776887 w 1292417"/>
                  <a:gd name="connsiteY5" fmla="*/ 74179 h 317709"/>
                  <a:gd name="connsiteX6" fmla="*/ 924524 w 1292417"/>
                  <a:gd name="connsiteY6" fmla="*/ 57511 h 317709"/>
                  <a:gd name="connsiteX7" fmla="*/ 1124549 w 1292417"/>
                  <a:gd name="connsiteY7" fmla="*/ 36079 h 317709"/>
                  <a:gd name="connsiteX8" fmla="*/ 1279329 w 1292417"/>
                  <a:gd name="connsiteY8" fmla="*/ 7490 h 317709"/>
                  <a:gd name="connsiteX9" fmla="*/ 1292417 w 1292417"/>
                  <a:gd name="connsiteY9" fmla="*/ 39964 h 317709"/>
                  <a:gd name="connsiteX10" fmla="*/ 1171281 w 1292417"/>
                  <a:gd name="connsiteY10" fmla="*/ 114330 h 317709"/>
                  <a:gd name="connsiteX11" fmla="*/ 76394 w 1292417"/>
                  <a:gd name="connsiteY11" fmla="*/ 181131 h 317709"/>
                  <a:gd name="connsiteX0" fmla="*/ 76394 w 1303664"/>
                  <a:gd name="connsiteY0" fmla="*/ 181131 h 317709"/>
                  <a:gd name="connsiteX1" fmla="*/ 160143 w 1303664"/>
                  <a:gd name="connsiteY1" fmla="*/ 76560 h 317709"/>
                  <a:gd name="connsiteX2" fmla="*/ 274443 w 1303664"/>
                  <a:gd name="connsiteY2" fmla="*/ 69417 h 317709"/>
                  <a:gd name="connsiteX3" fmla="*/ 448274 w 1303664"/>
                  <a:gd name="connsiteY3" fmla="*/ 67036 h 317709"/>
                  <a:gd name="connsiteX4" fmla="*/ 603055 w 1303664"/>
                  <a:gd name="connsiteY4" fmla="*/ 71798 h 317709"/>
                  <a:gd name="connsiteX5" fmla="*/ 776887 w 1303664"/>
                  <a:gd name="connsiteY5" fmla="*/ 74179 h 317709"/>
                  <a:gd name="connsiteX6" fmla="*/ 924524 w 1303664"/>
                  <a:gd name="connsiteY6" fmla="*/ 57511 h 317709"/>
                  <a:gd name="connsiteX7" fmla="*/ 1124549 w 1303664"/>
                  <a:gd name="connsiteY7" fmla="*/ 36079 h 317709"/>
                  <a:gd name="connsiteX8" fmla="*/ 1279329 w 1303664"/>
                  <a:gd name="connsiteY8" fmla="*/ 7490 h 317709"/>
                  <a:gd name="connsiteX9" fmla="*/ 1171281 w 1303664"/>
                  <a:gd name="connsiteY9" fmla="*/ 114330 h 317709"/>
                  <a:gd name="connsiteX10" fmla="*/ 76394 w 1303664"/>
                  <a:gd name="connsiteY10" fmla="*/ 181131 h 317709"/>
                  <a:gd name="connsiteX0" fmla="*/ 76394 w 1279714"/>
                  <a:gd name="connsiteY0" fmla="*/ 181131 h 337196"/>
                  <a:gd name="connsiteX1" fmla="*/ 160143 w 1279714"/>
                  <a:gd name="connsiteY1" fmla="*/ 76560 h 337196"/>
                  <a:gd name="connsiteX2" fmla="*/ 274443 w 1279714"/>
                  <a:gd name="connsiteY2" fmla="*/ 69417 h 337196"/>
                  <a:gd name="connsiteX3" fmla="*/ 448274 w 1279714"/>
                  <a:gd name="connsiteY3" fmla="*/ 67036 h 337196"/>
                  <a:gd name="connsiteX4" fmla="*/ 603055 w 1279714"/>
                  <a:gd name="connsiteY4" fmla="*/ 71798 h 337196"/>
                  <a:gd name="connsiteX5" fmla="*/ 776887 w 1279714"/>
                  <a:gd name="connsiteY5" fmla="*/ 74179 h 337196"/>
                  <a:gd name="connsiteX6" fmla="*/ 924524 w 1279714"/>
                  <a:gd name="connsiteY6" fmla="*/ 57511 h 337196"/>
                  <a:gd name="connsiteX7" fmla="*/ 1124549 w 1279714"/>
                  <a:gd name="connsiteY7" fmla="*/ 36079 h 337196"/>
                  <a:gd name="connsiteX8" fmla="*/ 1279329 w 1279714"/>
                  <a:gd name="connsiteY8" fmla="*/ 7490 h 337196"/>
                  <a:gd name="connsiteX9" fmla="*/ 976019 w 1279714"/>
                  <a:gd name="connsiteY9" fmla="*/ 166717 h 337196"/>
                  <a:gd name="connsiteX10" fmla="*/ 76394 w 1279714"/>
                  <a:gd name="connsiteY10" fmla="*/ 181131 h 337196"/>
                  <a:gd name="connsiteX0" fmla="*/ 76394 w 1129532"/>
                  <a:gd name="connsiteY0" fmla="*/ 166486 h 322551"/>
                  <a:gd name="connsiteX1" fmla="*/ 160143 w 1129532"/>
                  <a:gd name="connsiteY1" fmla="*/ 61915 h 322551"/>
                  <a:gd name="connsiteX2" fmla="*/ 274443 w 1129532"/>
                  <a:gd name="connsiteY2" fmla="*/ 54772 h 322551"/>
                  <a:gd name="connsiteX3" fmla="*/ 448274 w 1129532"/>
                  <a:gd name="connsiteY3" fmla="*/ 52391 h 322551"/>
                  <a:gd name="connsiteX4" fmla="*/ 603055 w 1129532"/>
                  <a:gd name="connsiteY4" fmla="*/ 57153 h 322551"/>
                  <a:gd name="connsiteX5" fmla="*/ 776887 w 1129532"/>
                  <a:gd name="connsiteY5" fmla="*/ 59534 h 322551"/>
                  <a:gd name="connsiteX6" fmla="*/ 924524 w 1129532"/>
                  <a:gd name="connsiteY6" fmla="*/ 42866 h 322551"/>
                  <a:gd name="connsiteX7" fmla="*/ 1124549 w 1129532"/>
                  <a:gd name="connsiteY7" fmla="*/ 21434 h 322551"/>
                  <a:gd name="connsiteX8" fmla="*/ 976019 w 1129532"/>
                  <a:gd name="connsiteY8" fmla="*/ 152072 h 322551"/>
                  <a:gd name="connsiteX9" fmla="*/ 76394 w 1129532"/>
                  <a:gd name="connsiteY9" fmla="*/ 166486 h 322551"/>
                  <a:gd name="connsiteX0" fmla="*/ 76394 w 1033508"/>
                  <a:gd name="connsiteY0" fmla="*/ 133475 h 289540"/>
                  <a:gd name="connsiteX1" fmla="*/ 160143 w 1033508"/>
                  <a:gd name="connsiteY1" fmla="*/ 28904 h 289540"/>
                  <a:gd name="connsiteX2" fmla="*/ 274443 w 1033508"/>
                  <a:gd name="connsiteY2" fmla="*/ 21761 h 289540"/>
                  <a:gd name="connsiteX3" fmla="*/ 448274 w 1033508"/>
                  <a:gd name="connsiteY3" fmla="*/ 19380 h 289540"/>
                  <a:gd name="connsiteX4" fmla="*/ 603055 w 1033508"/>
                  <a:gd name="connsiteY4" fmla="*/ 24142 h 289540"/>
                  <a:gd name="connsiteX5" fmla="*/ 776887 w 1033508"/>
                  <a:gd name="connsiteY5" fmla="*/ 26523 h 289540"/>
                  <a:gd name="connsiteX6" fmla="*/ 924524 w 1033508"/>
                  <a:gd name="connsiteY6" fmla="*/ 9855 h 289540"/>
                  <a:gd name="connsiteX7" fmla="*/ 976019 w 1033508"/>
                  <a:gd name="connsiteY7" fmla="*/ 119061 h 289540"/>
                  <a:gd name="connsiteX8" fmla="*/ 76394 w 1033508"/>
                  <a:gd name="connsiteY8" fmla="*/ 133475 h 289540"/>
                  <a:gd name="connsiteX0" fmla="*/ 76394 w 1006338"/>
                  <a:gd name="connsiteY0" fmla="*/ 132461 h 288526"/>
                  <a:gd name="connsiteX1" fmla="*/ 160143 w 1006338"/>
                  <a:gd name="connsiteY1" fmla="*/ 27890 h 288526"/>
                  <a:gd name="connsiteX2" fmla="*/ 274443 w 1006338"/>
                  <a:gd name="connsiteY2" fmla="*/ 20747 h 288526"/>
                  <a:gd name="connsiteX3" fmla="*/ 448274 w 1006338"/>
                  <a:gd name="connsiteY3" fmla="*/ 18366 h 288526"/>
                  <a:gd name="connsiteX4" fmla="*/ 603055 w 1006338"/>
                  <a:gd name="connsiteY4" fmla="*/ 23128 h 288526"/>
                  <a:gd name="connsiteX5" fmla="*/ 776887 w 1006338"/>
                  <a:gd name="connsiteY5" fmla="*/ 25509 h 288526"/>
                  <a:gd name="connsiteX6" fmla="*/ 976019 w 1006338"/>
                  <a:gd name="connsiteY6" fmla="*/ 118047 h 288526"/>
                  <a:gd name="connsiteX7" fmla="*/ 76394 w 1006338"/>
                  <a:gd name="connsiteY7" fmla="*/ 132461 h 288526"/>
                  <a:gd name="connsiteX0" fmla="*/ 76394 w 1012279"/>
                  <a:gd name="connsiteY0" fmla="*/ 138964 h 295029"/>
                  <a:gd name="connsiteX1" fmla="*/ 160143 w 1012279"/>
                  <a:gd name="connsiteY1" fmla="*/ 34393 h 295029"/>
                  <a:gd name="connsiteX2" fmla="*/ 274443 w 1012279"/>
                  <a:gd name="connsiteY2" fmla="*/ 27250 h 295029"/>
                  <a:gd name="connsiteX3" fmla="*/ 448274 w 1012279"/>
                  <a:gd name="connsiteY3" fmla="*/ 24869 h 295029"/>
                  <a:gd name="connsiteX4" fmla="*/ 603055 w 1012279"/>
                  <a:gd name="connsiteY4" fmla="*/ 29631 h 295029"/>
                  <a:gd name="connsiteX5" fmla="*/ 776887 w 1012279"/>
                  <a:gd name="connsiteY5" fmla="*/ 32012 h 295029"/>
                  <a:gd name="connsiteX6" fmla="*/ 976019 w 1012279"/>
                  <a:gd name="connsiteY6" fmla="*/ 124550 h 295029"/>
                  <a:gd name="connsiteX7" fmla="*/ 76394 w 1012279"/>
                  <a:gd name="connsiteY7" fmla="*/ 138964 h 295029"/>
                  <a:gd name="connsiteX0" fmla="*/ 76394 w 944468"/>
                  <a:gd name="connsiteY0" fmla="*/ 136724 h 300918"/>
                  <a:gd name="connsiteX1" fmla="*/ 160143 w 944468"/>
                  <a:gd name="connsiteY1" fmla="*/ 32153 h 300918"/>
                  <a:gd name="connsiteX2" fmla="*/ 274443 w 944468"/>
                  <a:gd name="connsiteY2" fmla="*/ 25010 h 300918"/>
                  <a:gd name="connsiteX3" fmla="*/ 448274 w 944468"/>
                  <a:gd name="connsiteY3" fmla="*/ 22629 h 300918"/>
                  <a:gd name="connsiteX4" fmla="*/ 603055 w 944468"/>
                  <a:gd name="connsiteY4" fmla="*/ 27391 h 300918"/>
                  <a:gd name="connsiteX5" fmla="*/ 776887 w 944468"/>
                  <a:gd name="connsiteY5" fmla="*/ 29772 h 300918"/>
                  <a:gd name="connsiteX6" fmla="*/ 895056 w 944468"/>
                  <a:gd name="connsiteY6" fmla="*/ 141360 h 300918"/>
                  <a:gd name="connsiteX7" fmla="*/ 76394 w 944468"/>
                  <a:gd name="connsiteY7" fmla="*/ 136724 h 300918"/>
                  <a:gd name="connsiteX0" fmla="*/ 76394 w 944468"/>
                  <a:gd name="connsiteY0" fmla="*/ 136724 h 264385"/>
                  <a:gd name="connsiteX1" fmla="*/ 160143 w 944468"/>
                  <a:gd name="connsiteY1" fmla="*/ 32153 h 264385"/>
                  <a:gd name="connsiteX2" fmla="*/ 274443 w 944468"/>
                  <a:gd name="connsiteY2" fmla="*/ 25010 h 264385"/>
                  <a:gd name="connsiteX3" fmla="*/ 448274 w 944468"/>
                  <a:gd name="connsiteY3" fmla="*/ 22629 h 264385"/>
                  <a:gd name="connsiteX4" fmla="*/ 603055 w 944468"/>
                  <a:gd name="connsiteY4" fmla="*/ 27391 h 264385"/>
                  <a:gd name="connsiteX5" fmla="*/ 776887 w 944468"/>
                  <a:gd name="connsiteY5" fmla="*/ 29772 h 264385"/>
                  <a:gd name="connsiteX6" fmla="*/ 895056 w 944468"/>
                  <a:gd name="connsiteY6" fmla="*/ 141360 h 264385"/>
                  <a:gd name="connsiteX7" fmla="*/ 76394 w 944468"/>
                  <a:gd name="connsiteY7" fmla="*/ 136724 h 264385"/>
                  <a:gd name="connsiteX0" fmla="*/ 76394 w 944468"/>
                  <a:gd name="connsiteY0" fmla="*/ 136724 h 196870"/>
                  <a:gd name="connsiteX1" fmla="*/ 160143 w 944468"/>
                  <a:gd name="connsiteY1" fmla="*/ 32153 h 196870"/>
                  <a:gd name="connsiteX2" fmla="*/ 274443 w 944468"/>
                  <a:gd name="connsiteY2" fmla="*/ 25010 h 196870"/>
                  <a:gd name="connsiteX3" fmla="*/ 448274 w 944468"/>
                  <a:gd name="connsiteY3" fmla="*/ 22629 h 196870"/>
                  <a:gd name="connsiteX4" fmla="*/ 603055 w 944468"/>
                  <a:gd name="connsiteY4" fmla="*/ 27391 h 196870"/>
                  <a:gd name="connsiteX5" fmla="*/ 776887 w 944468"/>
                  <a:gd name="connsiteY5" fmla="*/ 29772 h 196870"/>
                  <a:gd name="connsiteX6" fmla="*/ 895056 w 944468"/>
                  <a:gd name="connsiteY6" fmla="*/ 141360 h 196870"/>
                  <a:gd name="connsiteX7" fmla="*/ 76394 w 944468"/>
                  <a:gd name="connsiteY7" fmla="*/ 136724 h 196870"/>
                  <a:gd name="connsiteX0" fmla="*/ 80454 w 948528"/>
                  <a:gd name="connsiteY0" fmla="*/ 139956 h 200102"/>
                  <a:gd name="connsiteX1" fmla="*/ 164203 w 948528"/>
                  <a:gd name="connsiteY1" fmla="*/ 35385 h 200102"/>
                  <a:gd name="connsiteX2" fmla="*/ 278503 w 948528"/>
                  <a:gd name="connsiteY2" fmla="*/ 28242 h 200102"/>
                  <a:gd name="connsiteX3" fmla="*/ 452334 w 948528"/>
                  <a:gd name="connsiteY3" fmla="*/ 25861 h 200102"/>
                  <a:gd name="connsiteX4" fmla="*/ 607115 w 948528"/>
                  <a:gd name="connsiteY4" fmla="*/ 30623 h 200102"/>
                  <a:gd name="connsiteX5" fmla="*/ 780947 w 948528"/>
                  <a:gd name="connsiteY5" fmla="*/ 33004 h 200102"/>
                  <a:gd name="connsiteX6" fmla="*/ 899116 w 948528"/>
                  <a:gd name="connsiteY6" fmla="*/ 144592 h 200102"/>
                  <a:gd name="connsiteX7" fmla="*/ 80454 w 948528"/>
                  <a:gd name="connsiteY7" fmla="*/ 139956 h 200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8528" h="200102">
                    <a:moveTo>
                      <a:pt x="80454" y="139956"/>
                    </a:moveTo>
                    <a:cubicBezTo>
                      <a:pt x="-94419" y="131280"/>
                      <a:pt x="54201" y="-82521"/>
                      <a:pt x="164203" y="35385"/>
                    </a:cubicBezTo>
                    <a:cubicBezTo>
                      <a:pt x="219766" y="21892"/>
                      <a:pt x="227703" y="-1127"/>
                      <a:pt x="278503" y="28242"/>
                    </a:cubicBezTo>
                    <a:cubicBezTo>
                      <a:pt x="332477" y="11573"/>
                      <a:pt x="381691" y="-7477"/>
                      <a:pt x="452334" y="25861"/>
                    </a:cubicBezTo>
                    <a:cubicBezTo>
                      <a:pt x="522978" y="10779"/>
                      <a:pt x="545996" y="2842"/>
                      <a:pt x="607115" y="30623"/>
                    </a:cubicBezTo>
                    <a:cubicBezTo>
                      <a:pt x="703953" y="2048"/>
                      <a:pt x="710303" y="11572"/>
                      <a:pt x="780947" y="33004"/>
                    </a:cubicBezTo>
                    <a:cubicBezTo>
                      <a:pt x="905020" y="-70239"/>
                      <a:pt x="1015865" y="126767"/>
                      <a:pt x="899116" y="144592"/>
                    </a:cubicBezTo>
                    <a:cubicBezTo>
                      <a:pt x="557866" y="201683"/>
                      <a:pt x="368323" y="235692"/>
                      <a:pt x="80454" y="13995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2326E5B2-FF32-4F04-10F2-ED4B0E194C91}"/>
                  </a:ext>
                </a:extLst>
              </p:cNvPr>
              <p:cNvSpPr/>
              <p:nvPr/>
            </p:nvSpPr>
            <p:spPr>
              <a:xfrm>
                <a:off x="3778592" y="4074909"/>
                <a:ext cx="2594675" cy="527486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331098 w 2310413"/>
                  <a:gd name="connsiteY10" fmla="*/ 392562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79525 w 2304604"/>
                  <a:gd name="connsiteY0" fmla="*/ 1784 h 496382"/>
                  <a:gd name="connsiteX1" fmla="*/ 2238173 w 2304604"/>
                  <a:gd name="connsiteY1" fmla="*/ 87980 h 496382"/>
                  <a:gd name="connsiteX2" fmla="*/ 2304604 w 2304604"/>
                  <a:gd name="connsiteY2" fmla="*/ 98377 h 496382"/>
                  <a:gd name="connsiteX3" fmla="*/ 2303102 w 2304604"/>
                  <a:gd name="connsiteY3" fmla="*/ 103213 h 496382"/>
                  <a:gd name="connsiteX4" fmla="*/ 2082428 w 2304604"/>
                  <a:gd name="connsiteY4" fmla="*/ 343202 h 496382"/>
                  <a:gd name="connsiteX5" fmla="*/ 1802234 w 2304604"/>
                  <a:gd name="connsiteY5" fmla="*/ 377333 h 496382"/>
                  <a:gd name="connsiteX6" fmla="*/ 1571252 w 2304604"/>
                  <a:gd name="connsiteY6" fmla="*/ 417814 h 496382"/>
                  <a:gd name="connsiteX7" fmla="*/ 1152152 w 2304604"/>
                  <a:gd name="connsiteY7" fmla="*/ 446389 h 496382"/>
                  <a:gd name="connsiteX8" fmla="*/ 749721 w 2304604"/>
                  <a:gd name="connsiteY8" fmla="*/ 405908 h 496382"/>
                  <a:gd name="connsiteX9" fmla="*/ 546627 w 2304604"/>
                  <a:gd name="connsiteY9" fmla="*/ 390953 h 496382"/>
                  <a:gd name="connsiteX10" fmla="*/ 325289 w 2304604"/>
                  <a:gd name="connsiteY10" fmla="*/ 392562 h 496382"/>
                  <a:gd name="connsiteX11" fmla="*/ -1 w 2304604"/>
                  <a:gd name="connsiteY11" fmla="*/ 107554 h 496382"/>
                  <a:gd name="connsiteX12" fmla="*/ 164036 w 2304604"/>
                  <a:gd name="connsiteY12" fmla="*/ 59144 h 496382"/>
                  <a:gd name="connsiteX13" fmla="*/ 879525 w 2304604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1912708 w 2242076"/>
                  <a:gd name="connsiteY4" fmla="*/ 375031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240574 w 2242076"/>
                  <a:gd name="connsiteY3" fmla="*/ 103535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151247 w 2242076"/>
                  <a:gd name="connsiteY3" fmla="*/ 95579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51247" h="496704">
                    <a:moveTo>
                      <a:pt x="816997" y="2106"/>
                    </a:moveTo>
                    <a:cubicBezTo>
                      <a:pt x="1299844" y="-8651"/>
                      <a:pt x="1686714" y="22443"/>
                      <a:pt x="2081851" y="80345"/>
                    </a:cubicBezTo>
                    <a:lnTo>
                      <a:pt x="2151247" y="95579"/>
                    </a:lnTo>
                    <a:cubicBezTo>
                      <a:pt x="2122561" y="210402"/>
                      <a:pt x="2098446" y="382421"/>
                      <a:pt x="1912708" y="375353"/>
                    </a:cubicBezTo>
                    <a:cubicBezTo>
                      <a:pt x="1824337" y="445782"/>
                      <a:pt x="1756119" y="480393"/>
                      <a:pt x="1663779" y="409484"/>
                    </a:cubicBezTo>
                    <a:cubicBezTo>
                      <a:pt x="1621446" y="460019"/>
                      <a:pt x="1530710" y="452209"/>
                      <a:pt x="1472993" y="418137"/>
                    </a:cubicBezTo>
                    <a:cubicBezTo>
                      <a:pt x="1402746" y="543550"/>
                      <a:pt x="1132883" y="491955"/>
                      <a:pt x="1089624" y="446711"/>
                    </a:cubicBezTo>
                    <a:cubicBezTo>
                      <a:pt x="1055890" y="472905"/>
                      <a:pt x="728336" y="546327"/>
                      <a:pt x="687193" y="406230"/>
                    </a:cubicBezTo>
                    <a:cubicBezTo>
                      <a:pt x="648893" y="435114"/>
                      <a:pt x="557477" y="468269"/>
                      <a:pt x="484099" y="391275"/>
                    </a:cubicBezTo>
                    <a:cubicBezTo>
                      <a:pt x="390966" y="486789"/>
                      <a:pt x="324938" y="430719"/>
                      <a:pt x="262761" y="392884"/>
                    </a:cubicBezTo>
                    <a:cubicBezTo>
                      <a:pt x="31769" y="385864"/>
                      <a:pt x="31626" y="211561"/>
                      <a:pt x="0" y="107876"/>
                    </a:cubicBezTo>
                    <a:lnTo>
                      <a:pt x="101508" y="59466"/>
                    </a:lnTo>
                    <a:cubicBezTo>
                      <a:pt x="333605" y="25315"/>
                      <a:pt x="575574" y="7484"/>
                      <a:pt x="816997" y="210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2377AF4E-D189-3D2A-9819-AF9686041BF5}"/>
                  </a:ext>
                </a:extLst>
              </p:cNvPr>
              <p:cNvSpPr/>
              <p:nvPr/>
            </p:nvSpPr>
            <p:spPr>
              <a:xfrm>
                <a:off x="3633771" y="3711594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solidFill>
                <a:srgbClr val="E95958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8CD3E55B-D342-C131-7C60-C9450C5B4788}"/>
                  </a:ext>
                </a:extLst>
              </p:cNvPr>
              <p:cNvSpPr/>
              <p:nvPr/>
            </p:nvSpPr>
            <p:spPr>
              <a:xfrm rot="12291759">
                <a:off x="3615659" y="4245529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F31D7D0E-A779-C196-46F2-70B2162D8E80}"/>
                  </a:ext>
                </a:extLst>
              </p:cNvPr>
              <p:cNvSpPr/>
              <p:nvPr/>
            </p:nvSpPr>
            <p:spPr>
              <a:xfrm rot="10529348" flipH="1">
                <a:off x="6319946" y="4268388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091115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11524F4-27F8-4909-B77C-12AC1AC73E2D}"/>
              </a:ext>
            </a:extLst>
          </p:cNvPr>
          <p:cNvGrpSpPr/>
          <p:nvPr/>
        </p:nvGrpSpPr>
        <p:grpSpPr>
          <a:xfrm>
            <a:off x="1379567" y="1898066"/>
            <a:ext cx="7082131" cy="3976268"/>
            <a:chOff x="4209740" y="3933153"/>
            <a:chExt cx="1427162" cy="801281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CBCFC61B-DE75-4BF8-97B3-78FA487A210B}"/>
                </a:ext>
              </a:extLst>
            </p:cNvPr>
            <p:cNvGrpSpPr/>
            <p:nvPr/>
          </p:nvGrpSpPr>
          <p:grpSpPr>
            <a:xfrm>
              <a:off x="4209740" y="3933153"/>
              <a:ext cx="1427162" cy="801281"/>
              <a:chOff x="6019006" y="4838660"/>
              <a:chExt cx="1427162" cy="801281"/>
            </a:xfrm>
          </p:grpSpPr>
          <p:sp>
            <p:nvSpPr>
              <p:cNvPr id="33" name="Rectangle 23">
                <a:extLst>
                  <a:ext uri="{FF2B5EF4-FFF2-40B4-BE49-F238E27FC236}">
                    <a16:creationId xmlns:a16="http://schemas.microsoft.com/office/drawing/2014/main" id="{6E230B33-3236-4FAD-A03B-1C301632E309}"/>
                  </a:ext>
                </a:extLst>
              </p:cNvPr>
              <p:cNvSpPr/>
              <p:nvPr/>
            </p:nvSpPr>
            <p:spPr>
              <a:xfrm>
                <a:off x="6019006" y="4838660"/>
                <a:ext cx="1427162" cy="801281"/>
              </a:xfrm>
              <a:custGeom>
                <a:avLst/>
                <a:gdLst>
                  <a:gd name="connsiteX0" fmla="*/ 0 w 749300"/>
                  <a:gd name="connsiteY0" fmla="*/ 0 h 279400"/>
                  <a:gd name="connsiteX1" fmla="*/ 749300 w 749300"/>
                  <a:gd name="connsiteY1" fmla="*/ 0 h 279400"/>
                  <a:gd name="connsiteX2" fmla="*/ 749300 w 749300"/>
                  <a:gd name="connsiteY2" fmla="*/ 279400 h 279400"/>
                  <a:gd name="connsiteX3" fmla="*/ 0 w 749300"/>
                  <a:gd name="connsiteY3" fmla="*/ 279400 h 279400"/>
                  <a:gd name="connsiteX4" fmla="*/ 0 w 749300"/>
                  <a:gd name="connsiteY4" fmla="*/ 0 h 279400"/>
                  <a:gd name="connsiteX0" fmla="*/ 0 w 749300"/>
                  <a:gd name="connsiteY0" fmla="*/ 70644 h 350044"/>
                  <a:gd name="connsiteX1" fmla="*/ 381794 w 749300"/>
                  <a:gd name="connsiteY1" fmla="*/ 0 h 350044"/>
                  <a:gd name="connsiteX2" fmla="*/ 749300 w 749300"/>
                  <a:gd name="connsiteY2" fmla="*/ 70644 h 350044"/>
                  <a:gd name="connsiteX3" fmla="*/ 749300 w 749300"/>
                  <a:gd name="connsiteY3" fmla="*/ 350044 h 350044"/>
                  <a:gd name="connsiteX4" fmla="*/ 0 w 749300"/>
                  <a:gd name="connsiteY4" fmla="*/ 350044 h 350044"/>
                  <a:gd name="connsiteX5" fmla="*/ 0 w 749300"/>
                  <a:gd name="connsiteY5" fmla="*/ 70644 h 350044"/>
                  <a:gd name="connsiteX0" fmla="*/ 0 w 1099344"/>
                  <a:gd name="connsiteY0" fmla="*/ 70644 h 530225"/>
                  <a:gd name="connsiteX1" fmla="*/ 381794 w 1099344"/>
                  <a:gd name="connsiteY1" fmla="*/ 0 h 530225"/>
                  <a:gd name="connsiteX2" fmla="*/ 1099344 w 1099344"/>
                  <a:gd name="connsiteY2" fmla="*/ 530225 h 530225"/>
                  <a:gd name="connsiteX3" fmla="*/ 749300 w 1099344"/>
                  <a:gd name="connsiteY3" fmla="*/ 350044 h 530225"/>
                  <a:gd name="connsiteX4" fmla="*/ 0 w 1099344"/>
                  <a:gd name="connsiteY4" fmla="*/ 350044 h 530225"/>
                  <a:gd name="connsiteX5" fmla="*/ 0 w 1099344"/>
                  <a:gd name="connsiteY5" fmla="*/ 70644 h 530225"/>
                  <a:gd name="connsiteX0" fmla="*/ 0 w 1099344"/>
                  <a:gd name="connsiteY0" fmla="*/ 70644 h 530225"/>
                  <a:gd name="connsiteX1" fmla="*/ 381794 w 1099344"/>
                  <a:gd name="connsiteY1" fmla="*/ 0 h 530225"/>
                  <a:gd name="connsiteX2" fmla="*/ 1099344 w 1099344"/>
                  <a:gd name="connsiteY2" fmla="*/ 530225 h 530225"/>
                  <a:gd name="connsiteX3" fmla="*/ 0 w 1099344"/>
                  <a:gd name="connsiteY3" fmla="*/ 350044 h 530225"/>
                  <a:gd name="connsiteX4" fmla="*/ 0 w 1099344"/>
                  <a:gd name="connsiteY4" fmla="*/ 70644 h 530225"/>
                  <a:gd name="connsiteX0" fmla="*/ 323850 w 1423194"/>
                  <a:gd name="connsiteY0" fmla="*/ 70644 h 530225"/>
                  <a:gd name="connsiteX1" fmla="*/ 705644 w 1423194"/>
                  <a:gd name="connsiteY1" fmla="*/ 0 h 530225"/>
                  <a:gd name="connsiteX2" fmla="*/ 1423194 w 1423194"/>
                  <a:gd name="connsiteY2" fmla="*/ 530225 h 530225"/>
                  <a:gd name="connsiteX3" fmla="*/ 0 w 1423194"/>
                  <a:gd name="connsiteY3" fmla="*/ 514350 h 530225"/>
                  <a:gd name="connsiteX4" fmla="*/ 323850 w 1423194"/>
                  <a:gd name="connsiteY4" fmla="*/ 70644 h 530225"/>
                  <a:gd name="connsiteX0" fmla="*/ 330993 w 1430337"/>
                  <a:gd name="connsiteY0" fmla="*/ 70644 h 530225"/>
                  <a:gd name="connsiteX1" fmla="*/ 712787 w 1430337"/>
                  <a:gd name="connsiteY1" fmla="*/ 0 h 530225"/>
                  <a:gd name="connsiteX2" fmla="*/ 1430337 w 1430337"/>
                  <a:gd name="connsiteY2" fmla="*/ 530225 h 530225"/>
                  <a:gd name="connsiteX3" fmla="*/ 0 w 1430337"/>
                  <a:gd name="connsiteY3" fmla="*/ 514350 h 530225"/>
                  <a:gd name="connsiteX4" fmla="*/ 330993 w 1430337"/>
                  <a:gd name="connsiteY4" fmla="*/ 70644 h 530225"/>
                  <a:gd name="connsiteX0" fmla="*/ 0 w 1430337"/>
                  <a:gd name="connsiteY0" fmla="*/ 514350 h 530225"/>
                  <a:gd name="connsiteX1" fmla="*/ 712787 w 1430337"/>
                  <a:gd name="connsiteY1" fmla="*/ 0 h 530225"/>
                  <a:gd name="connsiteX2" fmla="*/ 1430337 w 1430337"/>
                  <a:gd name="connsiteY2" fmla="*/ 530225 h 530225"/>
                  <a:gd name="connsiteX3" fmla="*/ 0 w 1430337"/>
                  <a:gd name="connsiteY3" fmla="*/ 514350 h 530225"/>
                  <a:gd name="connsiteX0" fmla="*/ 0 w 1430337"/>
                  <a:gd name="connsiteY0" fmla="*/ 579203 h 595078"/>
                  <a:gd name="connsiteX1" fmla="*/ 712787 w 1430337"/>
                  <a:gd name="connsiteY1" fmla="*/ 64853 h 595078"/>
                  <a:gd name="connsiteX2" fmla="*/ 1430337 w 1430337"/>
                  <a:gd name="connsiteY2" fmla="*/ 595078 h 595078"/>
                  <a:gd name="connsiteX3" fmla="*/ 0 w 1430337"/>
                  <a:gd name="connsiteY3" fmla="*/ 579203 h 595078"/>
                  <a:gd name="connsiteX0" fmla="*/ 0 w 1430337"/>
                  <a:gd name="connsiteY0" fmla="*/ 571425 h 587300"/>
                  <a:gd name="connsiteX1" fmla="*/ 712787 w 1430337"/>
                  <a:gd name="connsiteY1" fmla="*/ 57075 h 587300"/>
                  <a:gd name="connsiteX2" fmla="*/ 1430337 w 1430337"/>
                  <a:gd name="connsiteY2" fmla="*/ 587300 h 587300"/>
                  <a:gd name="connsiteX3" fmla="*/ 0 w 1430337"/>
                  <a:gd name="connsiteY3" fmla="*/ 571425 h 587300"/>
                  <a:gd name="connsiteX0" fmla="*/ 0 w 1430337"/>
                  <a:gd name="connsiteY0" fmla="*/ 577314 h 593189"/>
                  <a:gd name="connsiteX1" fmla="*/ 712787 w 1430337"/>
                  <a:gd name="connsiteY1" fmla="*/ 62964 h 593189"/>
                  <a:gd name="connsiteX2" fmla="*/ 1430337 w 1430337"/>
                  <a:gd name="connsiteY2" fmla="*/ 593189 h 593189"/>
                  <a:gd name="connsiteX3" fmla="*/ 0 w 1430337"/>
                  <a:gd name="connsiteY3" fmla="*/ 577314 h 593189"/>
                  <a:gd name="connsiteX0" fmla="*/ 0 w 1430337"/>
                  <a:gd name="connsiteY0" fmla="*/ 571425 h 587300"/>
                  <a:gd name="connsiteX1" fmla="*/ 712787 w 1430337"/>
                  <a:gd name="connsiteY1" fmla="*/ 57075 h 587300"/>
                  <a:gd name="connsiteX2" fmla="*/ 1430337 w 1430337"/>
                  <a:gd name="connsiteY2" fmla="*/ 587300 h 587300"/>
                  <a:gd name="connsiteX3" fmla="*/ 0 w 1430337"/>
                  <a:gd name="connsiteY3" fmla="*/ 571425 h 587300"/>
                  <a:gd name="connsiteX0" fmla="*/ 0 w 1430337"/>
                  <a:gd name="connsiteY0" fmla="*/ 581458 h 597333"/>
                  <a:gd name="connsiteX1" fmla="*/ 712787 w 1430337"/>
                  <a:gd name="connsiteY1" fmla="*/ 67108 h 597333"/>
                  <a:gd name="connsiteX2" fmla="*/ 1430337 w 1430337"/>
                  <a:gd name="connsiteY2" fmla="*/ 597333 h 597333"/>
                  <a:gd name="connsiteX3" fmla="*/ 0 w 1430337"/>
                  <a:gd name="connsiteY3" fmla="*/ 581458 h 597333"/>
                  <a:gd name="connsiteX0" fmla="*/ 0 w 1430337"/>
                  <a:gd name="connsiteY0" fmla="*/ 581458 h 597333"/>
                  <a:gd name="connsiteX1" fmla="*/ 712787 w 1430337"/>
                  <a:gd name="connsiteY1" fmla="*/ 67108 h 597333"/>
                  <a:gd name="connsiteX2" fmla="*/ 1430337 w 1430337"/>
                  <a:gd name="connsiteY2" fmla="*/ 597333 h 597333"/>
                  <a:gd name="connsiteX3" fmla="*/ 0 w 1430337"/>
                  <a:gd name="connsiteY3" fmla="*/ 581458 h 597333"/>
                  <a:gd name="connsiteX0" fmla="*/ 0 w 1430337"/>
                  <a:gd name="connsiteY0" fmla="*/ 581144 h 597019"/>
                  <a:gd name="connsiteX1" fmla="*/ 712787 w 1430337"/>
                  <a:gd name="connsiteY1" fmla="*/ 66794 h 597019"/>
                  <a:gd name="connsiteX2" fmla="*/ 1430337 w 1430337"/>
                  <a:gd name="connsiteY2" fmla="*/ 597019 h 597019"/>
                  <a:gd name="connsiteX3" fmla="*/ 0 w 1430337"/>
                  <a:gd name="connsiteY3" fmla="*/ 581144 h 597019"/>
                  <a:gd name="connsiteX0" fmla="*/ 0 w 1430337"/>
                  <a:gd name="connsiteY0" fmla="*/ 581144 h 746303"/>
                  <a:gd name="connsiteX1" fmla="*/ 712787 w 1430337"/>
                  <a:gd name="connsiteY1" fmla="*/ 66794 h 746303"/>
                  <a:gd name="connsiteX2" fmla="*/ 1430337 w 1430337"/>
                  <a:gd name="connsiteY2" fmla="*/ 597019 h 746303"/>
                  <a:gd name="connsiteX3" fmla="*/ 0 w 1430337"/>
                  <a:gd name="connsiteY3" fmla="*/ 581144 h 746303"/>
                  <a:gd name="connsiteX0" fmla="*/ 0 w 1430337"/>
                  <a:gd name="connsiteY0" fmla="*/ 581144 h 836642"/>
                  <a:gd name="connsiteX1" fmla="*/ 712787 w 1430337"/>
                  <a:gd name="connsiteY1" fmla="*/ 66794 h 836642"/>
                  <a:gd name="connsiteX2" fmla="*/ 1430337 w 1430337"/>
                  <a:gd name="connsiteY2" fmla="*/ 597019 h 836642"/>
                  <a:gd name="connsiteX3" fmla="*/ 0 w 1430337"/>
                  <a:gd name="connsiteY3" fmla="*/ 581144 h 836642"/>
                  <a:gd name="connsiteX0" fmla="*/ 0 w 1430337"/>
                  <a:gd name="connsiteY0" fmla="*/ 581144 h 828439"/>
                  <a:gd name="connsiteX1" fmla="*/ 712787 w 1430337"/>
                  <a:gd name="connsiteY1" fmla="*/ 66794 h 828439"/>
                  <a:gd name="connsiteX2" fmla="*/ 1430337 w 1430337"/>
                  <a:gd name="connsiteY2" fmla="*/ 597019 h 828439"/>
                  <a:gd name="connsiteX3" fmla="*/ 0 w 1430337"/>
                  <a:gd name="connsiteY3" fmla="*/ 581144 h 828439"/>
                  <a:gd name="connsiteX0" fmla="*/ 0 w 1430337"/>
                  <a:gd name="connsiteY0" fmla="*/ 581144 h 824929"/>
                  <a:gd name="connsiteX1" fmla="*/ 712787 w 1430337"/>
                  <a:gd name="connsiteY1" fmla="*/ 66794 h 824929"/>
                  <a:gd name="connsiteX2" fmla="*/ 1430337 w 1430337"/>
                  <a:gd name="connsiteY2" fmla="*/ 597019 h 824929"/>
                  <a:gd name="connsiteX3" fmla="*/ 0 w 1430337"/>
                  <a:gd name="connsiteY3" fmla="*/ 581144 h 824929"/>
                  <a:gd name="connsiteX0" fmla="*/ 36 w 1430373"/>
                  <a:gd name="connsiteY0" fmla="*/ 581144 h 793146"/>
                  <a:gd name="connsiteX1" fmla="*/ 712823 w 1430373"/>
                  <a:gd name="connsiteY1" fmla="*/ 66794 h 793146"/>
                  <a:gd name="connsiteX2" fmla="*/ 1430373 w 1430373"/>
                  <a:gd name="connsiteY2" fmla="*/ 597019 h 793146"/>
                  <a:gd name="connsiteX3" fmla="*/ 696155 w 1430373"/>
                  <a:gd name="connsiteY3" fmla="*/ 793077 h 793146"/>
                  <a:gd name="connsiteX4" fmla="*/ 36 w 1430373"/>
                  <a:gd name="connsiteY4" fmla="*/ 581144 h 793146"/>
                  <a:gd name="connsiteX0" fmla="*/ 42 w 1430379"/>
                  <a:gd name="connsiteY0" fmla="*/ 581144 h 793698"/>
                  <a:gd name="connsiteX1" fmla="*/ 712829 w 1430379"/>
                  <a:gd name="connsiteY1" fmla="*/ 66794 h 793698"/>
                  <a:gd name="connsiteX2" fmla="*/ 1430379 w 1430379"/>
                  <a:gd name="connsiteY2" fmla="*/ 597019 h 793698"/>
                  <a:gd name="connsiteX3" fmla="*/ 696161 w 1430379"/>
                  <a:gd name="connsiteY3" fmla="*/ 793077 h 793698"/>
                  <a:gd name="connsiteX4" fmla="*/ 42 w 1430379"/>
                  <a:gd name="connsiteY4" fmla="*/ 581144 h 793698"/>
                  <a:gd name="connsiteX0" fmla="*/ 42 w 1430379"/>
                  <a:gd name="connsiteY0" fmla="*/ 581144 h 796256"/>
                  <a:gd name="connsiteX1" fmla="*/ 712829 w 1430379"/>
                  <a:gd name="connsiteY1" fmla="*/ 66794 h 796256"/>
                  <a:gd name="connsiteX2" fmla="*/ 1430379 w 1430379"/>
                  <a:gd name="connsiteY2" fmla="*/ 597019 h 796256"/>
                  <a:gd name="connsiteX3" fmla="*/ 696161 w 1430379"/>
                  <a:gd name="connsiteY3" fmla="*/ 793077 h 796256"/>
                  <a:gd name="connsiteX4" fmla="*/ 42 w 1430379"/>
                  <a:gd name="connsiteY4" fmla="*/ 581144 h 796256"/>
                  <a:gd name="connsiteX0" fmla="*/ 42 w 1430379"/>
                  <a:gd name="connsiteY0" fmla="*/ 581144 h 798469"/>
                  <a:gd name="connsiteX1" fmla="*/ 712829 w 1430379"/>
                  <a:gd name="connsiteY1" fmla="*/ 66794 h 798469"/>
                  <a:gd name="connsiteX2" fmla="*/ 1430379 w 1430379"/>
                  <a:gd name="connsiteY2" fmla="*/ 597019 h 798469"/>
                  <a:gd name="connsiteX3" fmla="*/ 696161 w 1430379"/>
                  <a:gd name="connsiteY3" fmla="*/ 793077 h 798469"/>
                  <a:gd name="connsiteX4" fmla="*/ 42 w 1430379"/>
                  <a:gd name="connsiteY4" fmla="*/ 581144 h 798469"/>
                  <a:gd name="connsiteX0" fmla="*/ 0 w 1430337"/>
                  <a:gd name="connsiteY0" fmla="*/ 581144 h 798469"/>
                  <a:gd name="connsiteX1" fmla="*/ 712787 w 1430337"/>
                  <a:gd name="connsiteY1" fmla="*/ 66794 h 798469"/>
                  <a:gd name="connsiteX2" fmla="*/ 1430337 w 1430337"/>
                  <a:gd name="connsiteY2" fmla="*/ 597019 h 798469"/>
                  <a:gd name="connsiteX3" fmla="*/ 696119 w 1430337"/>
                  <a:gd name="connsiteY3" fmla="*/ 793077 h 798469"/>
                  <a:gd name="connsiteX4" fmla="*/ 0 w 1430337"/>
                  <a:gd name="connsiteY4" fmla="*/ 581144 h 798469"/>
                  <a:gd name="connsiteX0" fmla="*/ 0 w 1427162"/>
                  <a:gd name="connsiteY0" fmla="*/ 583445 h 799152"/>
                  <a:gd name="connsiteX1" fmla="*/ 712787 w 1427162"/>
                  <a:gd name="connsiteY1" fmla="*/ 69095 h 799152"/>
                  <a:gd name="connsiteX2" fmla="*/ 1427162 w 1427162"/>
                  <a:gd name="connsiteY2" fmla="*/ 567570 h 799152"/>
                  <a:gd name="connsiteX3" fmla="*/ 696119 w 1427162"/>
                  <a:gd name="connsiteY3" fmla="*/ 795378 h 799152"/>
                  <a:gd name="connsiteX4" fmla="*/ 0 w 1427162"/>
                  <a:gd name="connsiteY4" fmla="*/ 583445 h 799152"/>
                  <a:gd name="connsiteX0" fmla="*/ 0 w 1427162"/>
                  <a:gd name="connsiteY0" fmla="*/ 583445 h 801281"/>
                  <a:gd name="connsiteX1" fmla="*/ 712787 w 1427162"/>
                  <a:gd name="connsiteY1" fmla="*/ 69095 h 801281"/>
                  <a:gd name="connsiteX2" fmla="*/ 1427162 w 1427162"/>
                  <a:gd name="connsiteY2" fmla="*/ 567570 h 801281"/>
                  <a:gd name="connsiteX3" fmla="*/ 696119 w 1427162"/>
                  <a:gd name="connsiteY3" fmla="*/ 795378 h 801281"/>
                  <a:gd name="connsiteX4" fmla="*/ 0 w 1427162"/>
                  <a:gd name="connsiteY4" fmla="*/ 583445 h 801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7162" h="801281">
                    <a:moveTo>
                      <a:pt x="0" y="583445"/>
                    </a:moveTo>
                    <a:cubicBezTo>
                      <a:pt x="47096" y="528676"/>
                      <a:pt x="277548" y="-214275"/>
                      <a:pt x="712787" y="69095"/>
                    </a:cubicBezTo>
                    <a:cubicBezTo>
                      <a:pt x="1128183" y="-220888"/>
                      <a:pt x="1392766" y="490840"/>
                      <a:pt x="1427162" y="567570"/>
                    </a:cubicBezTo>
                    <a:cubicBezTo>
                      <a:pt x="1355725" y="787041"/>
                      <a:pt x="1008327" y="817074"/>
                      <a:pt x="696119" y="795378"/>
                    </a:cubicBezTo>
                    <a:cubicBezTo>
                      <a:pt x="393436" y="804638"/>
                      <a:pt x="14288" y="778310"/>
                      <a:pt x="0" y="583445"/>
                    </a:cubicBezTo>
                    <a:close/>
                  </a:path>
                </a:pathLst>
              </a:custGeom>
              <a:solidFill>
                <a:srgbClr val="E95958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37BF9FF3-69F5-4B8D-BFB4-47623E720DEE}"/>
                  </a:ext>
                </a:extLst>
              </p:cNvPr>
              <p:cNvSpPr/>
              <p:nvPr/>
            </p:nvSpPr>
            <p:spPr>
              <a:xfrm rot="232222">
                <a:off x="6027123" y="5356425"/>
                <a:ext cx="287488" cy="80941"/>
              </a:xfrm>
              <a:custGeom>
                <a:avLst/>
                <a:gdLst>
                  <a:gd name="connsiteX0" fmla="*/ 266700 w 266700"/>
                  <a:gd name="connsiteY0" fmla="*/ 0 h 95250"/>
                  <a:gd name="connsiteX1" fmla="*/ 0 w 266700"/>
                  <a:gd name="connsiteY1" fmla="*/ 95250 h 95250"/>
                  <a:gd name="connsiteX2" fmla="*/ 0 w 266700"/>
                  <a:gd name="connsiteY2" fmla="*/ 95250 h 95250"/>
                  <a:gd name="connsiteX0" fmla="*/ 288131 w 288131"/>
                  <a:gd name="connsiteY0" fmla="*/ 0 h 95250"/>
                  <a:gd name="connsiteX1" fmla="*/ 21431 w 288131"/>
                  <a:gd name="connsiteY1" fmla="*/ 95250 h 95250"/>
                  <a:gd name="connsiteX2" fmla="*/ 0 w 288131"/>
                  <a:gd name="connsiteY2" fmla="*/ 71438 h 95250"/>
                  <a:gd name="connsiteX0" fmla="*/ 288131 w 288131"/>
                  <a:gd name="connsiteY0" fmla="*/ 0 h 71438"/>
                  <a:gd name="connsiteX1" fmla="*/ 0 w 288131"/>
                  <a:gd name="connsiteY1" fmla="*/ 71438 h 71438"/>
                  <a:gd name="connsiteX0" fmla="*/ 287488 w 287488"/>
                  <a:gd name="connsiteY0" fmla="*/ 0 h 80941"/>
                  <a:gd name="connsiteX1" fmla="*/ 0 w 287488"/>
                  <a:gd name="connsiteY1" fmla="*/ 80941 h 80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7488" h="80941">
                    <a:moveTo>
                      <a:pt x="287488" y="0"/>
                    </a:moveTo>
                    <a:lnTo>
                      <a:pt x="0" y="80941"/>
                    </a:lnTo>
                  </a:path>
                </a:pathLst>
              </a:cu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6109A96F-D435-455C-A40C-FD7339329C95}"/>
                  </a:ext>
                </a:extLst>
              </p:cNvPr>
              <p:cNvSpPr/>
              <p:nvPr/>
            </p:nvSpPr>
            <p:spPr>
              <a:xfrm rot="21318413" flipH="1">
                <a:off x="7139289" y="5344732"/>
                <a:ext cx="306597" cy="80941"/>
              </a:xfrm>
              <a:custGeom>
                <a:avLst/>
                <a:gdLst>
                  <a:gd name="connsiteX0" fmla="*/ 266700 w 266700"/>
                  <a:gd name="connsiteY0" fmla="*/ 0 h 95250"/>
                  <a:gd name="connsiteX1" fmla="*/ 0 w 266700"/>
                  <a:gd name="connsiteY1" fmla="*/ 95250 h 95250"/>
                  <a:gd name="connsiteX2" fmla="*/ 0 w 266700"/>
                  <a:gd name="connsiteY2" fmla="*/ 95250 h 95250"/>
                  <a:gd name="connsiteX0" fmla="*/ 288131 w 288131"/>
                  <a:gd name="connsiteY0" fmla="*/ 0 h 95250"/>
                  <a:gd name="connsiteX1" fmla="*/ 21431 w 288131"/>
                  <a:gd name="connsiteY1" fmla="*/ 95250 h 95250"/>
                  <a:gd name="connsiteX2" fmla="*/ 0 w 288131"/>
                  <a:gd name="connsiteY2" fmla="*/ 71438 h 95250"/>
                  <a:gd name="connsiteX0" fmla="*/ 288131 w 288131"/>
                  <a:gd name="connsiteY0" fmla="*/ 0 h 71438"/>
                  <a:gd name="connsiteX1" fmla="*/ 0 w 288131"/>
                  <a:gd name="connsiteY1" fmla="*/ 71438 h 71438"/>
                  <a:gd name="connsiteX0" fmla="*/ 287488 w 287488"/>
                  <a:gd name="connsiteY0" fmla="*/ 0 h 80941"/>
                  <a:gd name="connsiteX1" fmla="*/ 0 w 287488"/>
                  <a:gd name="connsiteY1" fmla="*/ 80941 h 80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7488" h="80941">
                    <a:moveTo>
                      <a:pt x="287488" y="0"/>
                    </a:moveTo>
                    <a:lnTo>
                      <a:pt x="0" y="80941"/>
                    </a:lnTo>
                  </a:path>
                </a:pathLst>
              </a:cu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Rectangle 24">
                <a:extLst>
                  <a:ext uri="{FF2B5EF4-FFF2-40B4-BE49-F238E27FC236}">
                    <a16:creationId xmlns:a16="http://schemas.microsoft.com/office/drawing/2014/main" id="{952FD79A-CB31-40D9-8F86-D955089E045B}"/>
                  </a:ext>
                </a:extLst>
              </p:cNvPr>
              <p:cNvSpPr/>
              <p:nvPr/>
            </p:nvSpPr>
            <p:spPr>
              <a:xfrm>
                <a:off x="6317455" y="5166440"/>
                <a:ext cx="821549" cy="245578"/>
              </a:xfrm>
              <a:custGeom>
                <a:avLst/>
                <a:gdLst>
                  <a:gd name="connsiteX0" fmla="*/ 0 w 595312"/>
                  <a:gd name="connsiteY0" fmla="*/ 0 h 159543"/>
                  <a:gd name="connsiteX1" fmla="*/ 595312 w 595312"/>
                  <a:gd name="connsiteY1" fmla="*/ 0 h 159543"/>
                  <a:gd name="connsiteX2" fmla="*/ 595312 w 595312"/>
                  <a:gd name="connsiteY2" fmla="*/ 159543 h 159543"/>
                  <a:gd name="connsiteX3" fmla="*/ 0 w 595312"/>
                  <a:gd name="connsiteY3" fmla="*/ 159543 h 159543"/>
                  <a:gd name="connsiteX4" fmla="*/ 0 w 595312"/>
                  <a:gd name="connsiteY4" fmla="*/ 0 h 159543"/>
                  <a:gd name="connsiteX0" fmla="*/ 119063 w 714375"/>
                  <a:gd name="connsiteY0" fmla="*/ 0 h 178593"/>
                  <a:gd name="connsiteX1" fmla="*/ 714375 w 714375"/>
                  <a:gd name="connsiteY1" fmla="*/ 0 h 178593"/>
                  <a:gd name="connsiteX2" fmla="*/ 714375 w 714375"/>
                  <a:gd name="connsiteY2" fmla="*/ 159543 h 178593"/>
                  <a:gd name="connsiteX3" fmla="*/ 0 w 714375"/>
                  <a:gd name="connsiteY3" fmla="*/ 178593 h 178593"/>
                  <a:gd name="connsiteX4" fmla="*/ 119063 w 714375"/>
                  <a:gd name="connsiteY4" fmla="*/ 0 h 178593"/>
                  <a:gd name="connsiteX0" fmla="*/ 119063 w 828675"/>
                  <a:gd name="connsiteY0" fmla="*/ 0 h 188118"/>
                  <a:gd name="connsiteX1" fmla="*/ 714375 w 828675"/>
                  <a:gd name="connsiteY1" fmla="*/ 0 h 188118"/>
                  <a:gd name="connsiteX2" fmla="*/ 828675 w 828675"/>
                  <a:gd name="connsiteY2" fmla="*/ 188118 h 188118"/>
                  <a:gd name="connsiteX3" fmla="*/ 0 w 828675"/>
                  <a:gd name="connsiteY3" fmla="*/ 178593 h 188118"/>
                  <a:gd name="connsiteX4" fmla="*/ 119063 w 828675"/>
                  <a:gd name="connsiteY4" fmla="*/ 0 h 188118"/>
                  <a:gd name="connsiteX0" fmla="*/ 119063 w 828675"/>
                  <a:gd name="connsiteY0" fmla="*/ 0 h 188118"/>
                  <a:gd name="connsiteX1" fmla="*/ 828675 w 828675"/>
                  <a:gd name="connsiteY1" fmla="*/ 188118 h 188118"/>
                  <a:gd name="connsiteX2" fmla="*/ 0 w 828675"/>
                  <a:gd name="connsiteY2" fmla="*/ 178593 h 188118"/>
                  <a:gd name="connsiteX3" fmla="*/ 119063 w 828675"/>
                  <a:gd name="connsiteY3" fmla="*/ 0 h 188118"/>
                  <a:gd name="connsiteX0" fmla="*/ 0 w 828675"/>
                  <a:gd name="connsiteY0" fmla="*/ 0 h 9525"/>
                  <a:gd name="connsiteX1" fmla="*/ 828675 w 828675"/>
                  <a:gd name="connsiteY1" fmla="*/ 9525 h 9525"/>
                  <a:gd name="connsiteX2" fmla="*/ 0 w 828675"/>
                  <a:gd name="connsiteY2" fmla="*/ 0 h 9525"/>
                  <a:gd name="connsiteX0" fmla="*/ 0 w 10000"/>
                  <a:gd name="connsiteY0" fmla="*/ 175575 h 185575"/>
                  <a:gd name="connsiteX1" fmla="*/ 10000 w 10000"/>
                  <a:gd name="connsiteY1" fmla="*/ 185575 h 185575"/>
                  <a:gd name="connsiteX2" fmla="*/ 0 w 10000"/>
                  <a:gd name="connsiteY2" fmla="*/ 175575 h 185575"/>
                  <a:gd name="connsiteX0" fmla="*/ 0 w 10000"/>
                  <a:gd name="connsiteY0" fmla="*/ 175575 h 207938"/>
                  <a:gd name="connsiteX1" fmla="*/ 10000 w 10000"/>
                  <a:gd name="connsiteY1" fmla="*/ 185575 h 207938"/>
                  <a:gd name="connsiteX2" fmla="*/ 0 w 10000"/>
                  <a:gd name="connsiteY2" fmla="*/ 175575 h 207938"/>
                  <a:gd name="connsiteX0" fmla="*/ 0 w 10000"/>
                  <a:gd name="connsiteY0" fmla="*/ 198205 h 230568"/>
                  <a:gd name="connsiteX1" fmla="*/ 10000 w 10000"/>
                  <a:gd name="connsiteY1" fmla="*/ 208205 h 230568"/>
                  <a:gd name="connsiteX2" fmla="*/ 0 w 10000"/>
                  <a:gd name="connsiteY2" fmla="*/ 198205 h 230568"/>
                  <a:gd name="connsiteX0" fmla="*/ 535 w 10544"/>
                  <a:gd name="connsiteY0" fmla="*/ 198205 h 221777"/>
                  <a:gd name="connsiteX1" fmla="*/ 2345 w 10544"/>
                  <a:gd name="connsiteY1" fmla="*/ 221651 h 221777"/>
                  <a:gd name="connsiteX2" fmla="*/ 10535 w 10544"/>
                  <a:gd name="connsiteY2" fmla="*/ 208205 h 221777"/>
                  <a:gd name="connsiteX3" fmla="*/ 535 w 10544"/>
                  <a:gd name="connsiteY3" fmla="*/ 198205 h 221777"/>
                  <a:gd name="connsiteX0" fmla="*/ 535 w 10636"/>
                  <a:gd name="connsiteY0" fmla="*/ 198205 h 222528"/>
                  <a:gd name="connsiteX1" fmla="*/ 2345 w 10636"/>
                  <a:gd name="connsiteY1" fmla="*/ 221651 h 222528"/>
                  <a:gd name="connsiteX2" fmla="*/ 5506 w 10636"/>
                  <a:gd name="connsiteY2" fmla="*/ 219152 h 222528"/>
                  <a:gd name="connsiteX3" fmla="*/ 10535 w 10636"/>
                  <a:gd name="connsiteY3" fmla="*/ 208205 h 222528"/>
                  <a:gd name="connsiteX4" fmla="*/ 535 w 10636"/>
                  <a:gd name="connsiteY4" fmla="*/ 198205 h 222528"/>
                  <a:gd name="connsiteX0" fmla="*/ 535 w 10934"/>
                  <a:gd name="connsiteY0" fmla="*/ 198205 h 222528"/>
                  <a:gd name="connsiteX1" fmla="*/ 2345 w 10934"/>
                  <a:gd name="connsiteY1" fmla="*/ 221651 h 222528"/>
                  <a:gd name="connsiteX2" fmla="*/ 5506 w 10934"/>
                  <a:gd name="connsiteY2" fmla="*/ 219152 h 222528"/>
                  <a:gd name="connsiteX3" fmla="*/ 8610 w 10934"/>
                  <a:gd name="connsiteY3" fmla="*/ 219152 h 222528"/>
                  <a:gd name="connsiteX4" fmla="*/ 10535 w 10934"/>
                  <a:gd name="connsiteY4" fmla="*/ 208205 h 222528"/>
                  <a:gd name="connsiteX5" fmla="*/ 535 w 10934"/>
                  <a:gd name="connsiteY5" fmla="*/ 198205 h 222528"/>
                  <a:gd name="connsiteX0" fmla="*/ 0 w 10399"/>
                  <a:gd name="connsiteY0" fmla="*/ 198205 h 253804"/>
                  <a:gd name="connsiteX1" fmla="*/ 1810 w 10399"/>
                  <a:gd name="connsiteY1" fmla="*/ 221651 h 253804"/>
                  <a:gd name="connsiteX2" fmla="*/ 4971 w 10399"/>
                  <a:gd name="connsiteY2" fmla="*/ 219152 h 253804"/>
                  <a:gd name="connsiteX3" fmla="*/ 8075 w 10399"/>
                  <a:gd name="connsiteY3" fmla="*/ 219152 h 253804"/>
                  <a:gd name="connsiteX4" fmla="*/ 10000 w 10399"/>
                  <a:gd name="connsiteY4" fmla="*/ 208205 h 253804"/>
                  <a:gd name="connsiteX5" fmla="*/ 0 w 10399"/>
                  <a:gd name="connsiteY5" fmla="*/ 198205 h 253804"/>
                  <a:gd name="connsiteX0" fmla="*/ 0 w 10399"/>
                  <a:gd name="connsiteY0" fmla="*/ 198205 h 255194"/>
                  <a:gd name="connsiteX1" fmla="*/ 1810 w 10399"/>
                  <a:gd name="connsiteY1" fmla="*/ 221651 h 255194"/>
                  <a:gd name="connsiteX2" fmla="*/ 4971 w 10399"/>
                  <a:gd name="connsiteY2" fmla="*/ 219152 h 255194"/>
                  <a:gd name="connsiteX3" fmla="*/ 8075 w 10399"/>
                  <a:gd name="connsiteY3" fmla="*/ 219152 h 255194"/>
                  <a:gd name="connsiteX4" fmla="*/ 10000 w 10399"/>
                  <a:gd name="connsiteY4" fmla="*/ 208205 h 255194"/>
                  <a:gd name="connsiteX5" fmla="*/ 0 w 10399"/>
                  <a:gd name="connsiteY5" fmla="*/ 198205 h 255194"/>
                  <a:gd name="connsiteX0" fmla="*/ 0 w 10399"/>
                  <a:gd name="connsiteY0" fmla="*/ 198205 h 238126"/>
                  <a:gd name="connsiteX1" fmla="*/ 1810 w 10399"/>
                  <a:gd name="connsiteY1" fmla="*/ 221651 h 238126"/>
                  <a:gd name="connsiteX2" fmla="*/ 4971 w 10399"/>
                  <a:gd name="connsiteY2" fmla="*/ 219152 h 238126"/>
                  <a:gd name="connsiteX3" fmla="*/ 8075 w 10399"/>
                  <a:gd name="connsiteY3" fmla="*/ 219152 h 238126"/>
                  <a:gd name="connsiteX4" fmla="*/ 10000 w 10399"/>
                  <a:gd name="connsiteY4" fmla="*/ 208205 h 238126"/>
                  <a:gd name="connsiteX5" fmla="*/ 0 w 10399"/>
                  <a:gd name="connsiteY5" fmla="*/ 198205 h 238126"/>
                  <a:gd name="connsiteX0" fmla="*/ 0 w 10399"/>
                  <a:gd name="connsiteY0" fmla="*/ 198205 h 236068"/>
                  <a:gd name="connsiteX1" fmla="*/ 1810 w 10399"/>
                  <a:gd name="connsiteY1" fmla="*/ 221651 h 236068"/>
                  <a:gd name="connsiteX2" fmla="*/ 4971 w 10399"/>
                  <a:gd name="connsiteY2" fmla="*/ 219152 h 236068"/>
                  <a:gd name="connsiteX3" fmla="*/ 8075 w 10399"/>
                  <a:gd name="connsiteY3" fmla="*/ 219152 h 236068"/>
                  <a:gd name="connsiteX4" fmla="*/ 10000 w 10399"/>
                  <a:gd name="connsiteY4" fmla="*/ 208205 h 236068"/>
                  <a:gd name="connsiteX5" fmla="*/ 0 w 10399"/>
                  <a:gd name="connsiteY5" fmla="*/ 198205 h 236068"/>
                  <a:gd name="connsiteX0" fmla="*/ 0 w 10399"/>
                  <a:gd name="connsiteY0" fmla="*/ 198205 h 243609"/>
                  <a:gd name="connsiteX1" fmla="*/ 1810 w 10399"/>
                  <a:gd name="connsiteY1" fmla="*/ 221651 h 243609"/>
                  <a:gd name="connsiteX2" fmla="*/ 4971 w 10399"/>
                  <a:gd name="connsiteY2" fmla="*/ 219152 h 243609"/>
                  <a:gd name="connsiteX3" fmla="*/ 8075 w 10399"/>
                  <a:gd name="connsiteY3" fmla="*/ 219152 h 243609"/>
                  <a:gd name="connsiteX4" fmla="*/ 10000 w 10399"/>
                  <a:gd name="connsiteY4" fmla="*/ 208205 h 243609"/>
                  <a:gd name="connsiteX5" fmla="*/ 0 w 10399"/>
                  <a:gd name="connsiteY5" fmla="*/ 198205 h 243609"/>
                  <a:gd name="connsiteX0" fmla="*/ 0 w 10399"/>
                  <a:gd name="connsiteY0" fmla="*/ 198205 h 247956"/>
                  <a:gd name="connsiteX1" fmla="*/ 1810 w 10399"/>
                  <a:gd name="connsiteY1" fmla="*/ 221651 h 247956"/>
                  <a:gd name="connsiteX2" fmla="*/ 4971 w 10399"/>
                  <a:gd name="connsiteY2" fmla="*/ 219152 h 247956"/>
                  <a:gd name="connsiteX3" fmla="*/ 8075 w 10399"/>
                  <a:gd name="connsiteY3" fmla="*/ 219152 h 247956"/>
                  <a:gd name="connsiteX4" fmla="*/ 10000 w 10399"/>
                  <a:gd name="connsiteY4" fmla="*/ 208205 h 247956"/>
                  <a:gd name="connsiteX5" fmla="*/ 0 w 10399"/>
                  <a:gd name="connsiteY5" fmla="*/ 198205 h 247956"/>
                  <a:gd name="connsiteX0" fmla="*/ 0 w 10399"/>
                  <a:gd name="connsiteY0" fmla="*/ 198205 h 247956"/>
                  <a:gd name="connsiteX1" fmla="*/ 1810 w 10399"/>
                  <a:gd name="connsiteY1" fmla="*/ 221651 h 247956"/>
                  <a:gd name="connsiteX2" fmla="*/ 4971 w 10399"/>
                  <a:gd name="connsiteY2" fmla="*/ 219152 h 247956"/>
                  <a:gd name="connsiteX3" fmla="*/ 8075 w 10399"/>
                  <a:gd name="connsiteY3" fmla="*/ 219152 h 247956"/>
                  <a:gd name="connsiteX4" fmla="*/ 10000 w 10399"/>
                  <a:gd name="connsiteY4" fmla="*/ 208205 h 247956"/>
                  <a:gd name="connsiteX5" fmla="*/ 0 w 10399"/>
                  <a:gd name="connsiteY5" fmla="*/ 198205 h 247956"/>
                  <a:gd name="connsiteX0" fmla="*/ 0 w 10399"/>
                  <a:gd name="connsiteY0" fmla="*/ 198205 h 251059"/>
                  <a:gd name="connsiteX1" fmla="*/ 1810 w 10399"/>
                  <a:gd name="connsiteY1" fmla="*/ 221651 h 251059"/>
                  <a:gd name="connsiteX2" fmla="*/ 4971 w 10399"/>
                  <a:gd name="connsiteY2" fmla="*/ 219152 h 251059"/>
                  <a:gd name="connsiteX3" fmla="*/ 8075 w 10399"/>
                  <a:gd name="connsiteY3" fmla="*/ 219152 h 251059"/>
                  <a:gd name="connsiteX4" fmla="*/ 10000 w 10399"/>
                  <a:gd name="connsiteY4" fmla="*/ 208205 h 251059"/>
                  <a:gd name="connsiteX5" fmla="*/ 0 w 10399"/>
                  <a:gd name="connsiteY5" fmla="*/ 198205 h 251059"/>
                  <a:gd name="connsiteX0" fmla="*/ 0 w 10415"/>
                  <a:gd name="connsiteY0" fmla="*/ 198205 h 251059"/>
                  <a:gd name="connsiteX1" fmla="*/ 1810 w 10415"/>
                  <a:gd name="connsiteY1" fmla="*/ 221651 h 251059"/>
                  <a:gd name="connsiteX2" fmla="*/ 4971 w 10415"/>
                  <a:gd name="connsiteY2" fmla="*/ 219152 h 251059"/>
                  <a:gd name="connsiteX3" fmla="*/ 8075 w 10415"/>
                  <a:gd name="connsiteY3" fmla="*/ 219152 h 251059"/>
                  <a:gd name="connsiteX4" fmla="*/ 10000 w 10415"/>
                  <a:gd name="connsiteY4" fmla="*/ 208205 h 251059"/>
                  <a:gd name="connsiteX5" fmla="*/ 0 w 10415"/>
                  <a:gd name="connsiteY5" fmla="*/ 198205 h 251059"/>
                  <a:gd name="connsiteX0" fmla="*/ 0 w 10000"/>
                  <a:gd name="connsiteY0" fmla="*/ 198205 h 251059"/>
                  <a:gd name="connsiteX1" fmla="*/ 1810 w 10000"/>
                  <a:gd name="connsiteY1" fmla="*/ 221651 h 251059"/>
                  <a:gd name="connsiteX2" fmla="*/ 4971 w 10000"/>
                  <a:gd name="connsiteY2" fmla="*/ 219152 h 251059"/>
                  <a:gd name="connsiteX3" fmla="*/ 8075 w 10000"/>
                  <a:gd name="connsiteY3" fmla="*/ 219152 h 251059"/>
                  <a:gd name="connsiteX4" fmla="*/ 10000 w 10000"/>
                  <a:gd name="connsiteY4" fmla="*/ 208205 h 251059"/>
                  <a:gd name="connsiteX5" fmla="*/ 0 w 10000"/>
                  <a:gd name="connsiteY5" fmla="*/ 198205 h 251059"/>
                  <a:gd name="connsiteX0" fmla="*/ 0 w 10000"/>
                  <a:gd name="connsiteY0" fmla="*/ 202948 h 255802"/>
                  <a:gd name="connsiteX1" fmla="*/ 1810 w 10000"/>
                  <a:gd name="connsiteY1" fmla="*/ 226394 h 255802"/>
                  <a:gd name="connsiteX2" fmla="*/ 4971 w 10000"/>
                  <a:gd name="connsiteY2" fmla="*/ 223895 h 255802"/>
                  <a:gd name="connsiteX3" fmla="*/ 8075 w 10000"/>
                  <a:gd name="connsiteY3" fmla="*/ 223895 h 255802"/>
                  <a:gd name="connsiteX4" fmla="*/ 10000 w 10000"/>
                  <a:gd name="connsiteY4" fmla="*/ 197948 h 255802"/>
                  <a:gd name="connsiteX5" fmla="*/ 0 w 10000"/>
                  <a:gd name="connsiteY5" fmla="*/ 202948 h 255802"/>
                  <a:gd name="connsiteX0" fmla="*/ 0 w 10000"/>
                  <a:gd name="connsiteY0" fmla="*/ 202948 h 255802"/>
                  <a:gd name="connsiteX1" fmla="*/ 1810 w 10000"/>
                  <a:gd name="connsiteY1" fmla="*/ 226394 h 255802"/>
                  <a:gd name="connsiteX2" fmla="*/ 4971 w 10000"/>
                  <a:gd name="connsiteY2" fmla="*/ 223895 h 255802"/>
                  <a:gd name="connsiteX3" fmla="*/ 8075 w 10000"/>
                  <a:gd name="connsiteY3" fmla="*/ 223895 h 255802"/>
                  <a:gd name="connsiteX4" fmla="*/ 10000 w 10000"/>
                  <a:gd name="connsiteY4" fmla="*/ 197948 h 255802"/>
                  <a:gd name="connsiteX5" fmla="*/ 0 w 10000"/>
                  <a:gd name="connsiteY5" fmla="*/ 202948 h 255802"/>
                  <a:gd name="connsiteX0" fmla="*/ 0 w 10000"/>
                  <a:gd name="connsiteY0" fmla="*/ 202948 h 255802"/>
                  <a:gd name="connsiteX1" fmla="*/ 1810 w 10000"/>
                  <a:gd name="connsiteY1" fmla="*/ 226394 h 255802"/>
                  <a:gd name="connsiteX2" fmla="*/ 4971 w 10000"/>
                  <a:gd name="connsiteY2" fmla="*/ 223895 h 255802"/>
                  <a:gd name="connsiteX3" fmla="*/ 8075 w 10000"/>
                  <a:gd name="connsiteY3" fmla="*/ 223895 h 255802"/>
                  <a:gd name="connsiteX4" fmla="*/ 10000 w 10000"/>
                  <a:gd name="connsiteY4" fmla="*/ 197948 h 255802"/>
                  <a:gd name="connsiteX5" fmla="*/ 0 w 10000"/>
                  <a:gd name="connsiteY5" fmla="*/ 202948 h 255802"/>
                  <a:gd name="connsiteX0" fmla="*/ 0 w 9914"/>
                  <a:gd name="connsiteY0" fmla="*/ 202948 h 255802"/>
                  <a:gd name="connsiteX1" fmla="*/ 1810 w 9914"/>
                  <a:gd name="connsiteY1" fmla="*/ 226394 h 255802"/>
                  <a:gd name="connsiteX2" fmla="*/ 4971 w 9914"/>
                  <a:gd name="connsiteY2" fmla="*/ 223895 h 255802"/>
                  <a:gd name="connsiteX3" fmla="*/ 8075 w 9914"/>
                  <a:gd name="connsiteY3" fmla="*/ 223895 h 255802"/>
                  <a:gd name="connsiteX4" fmla="*/ 9914 w 9914"/>
                  <a:gd name="connsiteY4" fmla="*/ 197948 h 255802"/>
                  <a:gd name="connsiteX5" fmla="*/ 0 w 9914"/>
                  <a:gd name="connsiteY5" fmla="*/ 202948 h 255802"/>
                  <a:gd name="connsiteX0" fmla="*/ 0 w 10000"/>
                  <a:gd name="connsiteY0" fmla="*/ 8013 h 10079"/>
                  <a:gd name="connsiteX1" fmla="*/ 1826 w 10000"/>
                  <a:gd name="connsiteY1" fmla="*/ 8929 h 10079"/>
                  <a:gd name="connsiteX2" fmla="*/ 5014 w 10000"/>
                  <a:gd name="connsiteY2" fmla="*/ 8832 h 10079"/>
                  <a:gd name="connsiteX3" fmla="*/ 8145 w 10000"/>
                  <a:gd name="connsiteY3" fmla="*/ 8832 h 10079"/>
                  <a:gd name="connsiteX4" fmla="*/ 10000 w 10000"/>
                  <a:gd name="connsiteY4" fmla="*/ 7817 h 10079"/>
                  <a:gd name="connsiteX5" fmla="*/ 0 w 10000"/>
                  <a:gd name="connsiteY5" fmla="*/ 8013 h 10079"/>
                  <a:gd name="connsiteX0" fmla="*/ 0 w 10009"/>
                  <a:gd name="connsiteY0" fmla="*/ 8013 h 10079"/>
                  <a:gd name="connsiteX1" fmla="*/ 1826 w 10009"/>
                  <a:gd name="connsiteY1" fmla="*/ 8929 h 10079"/>
                  <a:gd name="connsiteX2" fmla="*/ 5014 w 10009"/>
                  <a:gd name="connsiteY2" fmla="*/ 8832 h 10079"/>
                  <a:gd name="connsiteX3" fmla="*/ 8145 w 10009"/>
                  <a:gd name="connsiteY3" fmla="*/ 8832 h 10079"/>
                  <a:gd name="connsiteX4" fmla="*/ 10000 w 10009"/>
                  <a:gd name="connsiteY4" fmla="*/ 7817 h 10079"/>
                  <a:gd name="connsiteX5" fmla="*/ 0 w 10009"/>
                  <a:gd name="connsiteY5" fmla="*/ 8013 h 10079"/>
                  <a:gd name="connsiteX0" fmla="*/ 0 w 10008"/>
                  <a:gd name="connsiteY0" fmla="*/ 8013 h 10079"/>
                  <a:gd name="connsiteX1" fmla="*/ 1826 w 10008"/>
                  <a:gd name="connsiteY1" fmla="*/ 8929 h 10079"/>
                  <a:gd name="connsiteX2" fmla="*/ 5014 w 10008"/>
                  <a:gd name="connsiteY2" fmla="*/ 8832 h 10079"/>
                  <a:gd name="connsiteX3" fmla="*/ 8145 w 10008"/>
                  <a:gd name="connsiteY3" fmla="*/ 8832 h 10079"/>
                  <a:gd name="connsiteX4" fmla="*/ 10000 w 10008"/>
                  <a:gd name="connsiteY4" fmla="*/ 7817 h 10079"/>
                  <a:gd name="connsiteX5" fmla="*/ 0 w 10008"/>
                  <a:gd name="connsiteY5" fmla="*/ 8013 h 10079"/>
                  <a:gd name="connsiteX0" fmla="*/ 0 w 10000"/>
                  <a:gd name="connsiteY0" fmla="*/ 8013 h 10079"/>
                  <a:gd name="connsiteX1" fmla="*/ 1826 w 10000"/>
                  <a:gd name="connsiteY1" fmla="*/ 8929 h 10079"/>
                  <a:gd name="connsiteX2" fmla="*/ 5014 w 10000"/>
                  <a:gd name="connsiteY2" fmla="*/ 8832 h 10079"/>
                  <a:gd name="connsiteX3" fmla="*/ 8145 w 10000"/>
                  <a:gd name="connsiteY3" fmla="*/ 8832 h 10079"/>
                  <a:gd name="connsiteX4" fmla="*/ 10000 w 10000"/>
                  <a:gd name="connsiteY4" fmla="*/ 7817 h 10079"/>
                  <a:gd name="connsiteX5" fmla="*/ 0 w 10000"/>
                  <a:gd name="connsiteY5" fmla="*/ 8013 h 10079"/>
                  <a:gd name="connsiteX0" fmla="*/ 0 w 10000"/>
                  <a:gd name="connsiteY0" fmla="*/ 8013 h 10079"/>
                  <a:gd name="connsiteX1" fmla="*/ 1826 w 10000"/>
                  <a:gd name="connsiteY1" fmla="*/ 8929 h 10079"/>
                  <a:gd name="connsiteX2" fmla="*/ 5014 w 10000"/>
                  <a:gd name="connsiteY2" fmla="*/ 8832 h 10079"/>
                  <a:gd name="connsiteX3" fmla="*/ 8145 w 10000"/>
                  <a:gd name="connsiteY3" fmla="*/ 8832 h 10079"/>
                  <a:gd name="connsiteX4" fmla="*/ 10000 w 10000"/>
                  <a:gd name="connsiteY4" fmla="*/ 7817 h 10079"/>
                  <a:gd name="connsiteX5" fmla="*/ 0 w 10000"/>
                  <a:gd name="connsiteY5" fmla="*/ 8013 h 10079"/>
                  <a:gd name="connsiteX0" fmla="*/ 0 w 10000"/>
                  <a:gd name="connsiteY0" fmla="*/ 8013 h 10079"/>
                  <a:gd name="connsiteX1" fmla="*/ 1826 w 10000"/>
                  <a:gd name="connsiteY1" fmla="*/ 8929 h 10079"/>
                  <a:gd name="connsiteX2" fmla="*/ 5014 w 10000"/>
                  <a:gd name="connsiteY2" fmla="*/ 8832 h 10079"/>
                  <a:gd name="connsiteX3" fmla="*/ 8145 w 10000"/>
                  <a:gd name="connsiteY3" fmla="*/ 8832 h 10079"/>
                  <a:gd name="connsiteX4" fmla="*/ 10000 w 10000"/>
                  <a:gd name="connsiteY4" fmla="*/ 7817 h 10079"/>
                  <a:gd name="connsiteX5" fmla="*/ 0 w 10000"/>
                  <a:gd name="connsiteY5" fmla="*/ 8013 h 10079"/>
                  <a:gd name="connsiteX0" fmla="*/ 0 w 10000"/>
                  <a:gd name="connsiteY0" fmla="*/ 8013 h 10079"/>
                  <a:gd name="connsiteX1" fmla="*/ 1826 w 10000"/>
                  <a:gd name="connsiteY1" fmla="*/ 8929 h 10079"/>
                  <a:gd name="connsiteX2" fmla="*/ 5014 w 10000"/>
                  <a:gd name="connsiteY2" fmla="*/ 8832 h 10079"/>
                  <a:gd name="connsiteX3" fmla="*/ 8145 w 10000"/>
                  <a:gd name="connsiteY3" fmla="*/ 8832 h 10079"/>
                  <a:gd name="connsiteX4" fmla="*/ 10000 w 10000"/>
                  <a:gd name="connsiteY4" fmla="*/ 7817 h 10079"/>
                  <a:gd name="connsiteX5" fmla="*/ 0 w 10000"/>
                  <a:gd name="connsiteY5" fmla="*/ 8013 h 10079"/>
                  <a:gd name="connsiteX0" fmla="*/ 0 w 10000"/>
                  <a:gd name="connsiteY0" fmla="*/ 8013 h 10079"/>
                  <a:gd name="connsiteX1" fmla="*/ 1826 w 10000"/>
                  <a:gd name="connsiteY1" fmla="*/ 8929 h 10079"/>
                  <a:gd name="connsiteX2" fmla="*/ 5014 w 10000"/>
                  <a:gd name="connsiteY2" fmla="*/ 8832 h 10079"/>
                  <a:gd name="connsiteX3" fmla="*/ 8145 w 10000"/>
                  <a:gd name="connsiteY3" fmla="*/ 8832 h 10079"/>
                  <a:gd name="connsiteX4" fmla="*/ 10000 w 10000"/>
                  <a:gd name="connsiteY4" fmla="*/ 7817 h 10079"/>
                  <a:gd name="connsiteX5" fmla="*/ 0 w 10000"/>
                  <a:gd name="connsiteY5" fmla="*/ 8013 h 10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000" h="10079">
                    <a:moveTo>
                      <a:pt x="0" y="8013"/>
                    </a:moveTo>
                    <a:cubicBezTo>
                      <a:pt x="672" y="10576"/>
                      <a:pt x="956" y="9060"/>
                      <a:pt x="1826" y="8929"/>
                    </a:cubicBezTo>
                    <a:cubicBezTo>
                      <a:pt x="3531" y="10874"/>
                      <a:pt x="4015" y="9603"/>
                      <a:pt x="5014" y="8832"/>
                    </a:cubicBezTo>
                    <a:cubicBezTo>
                      <a:pt x="6680" y="11275"/>
                      <a:pt x="7184" y="9489"/>
                      <a:pt x="8145" y="8832"/>
                    </a:cubicBezTo>
                    <a:cubicBezTo>
                      <a:pt x="9020" y="9250"/>
                      <a:pt x="9826" y="10316"/>
                      <a:pt x="10000" y="7817"/>
                    </a:cubicBezTo>
                    <a:cubicBezTo>
                      <a:pt x="8754" y="3680"/>
                      <a:pt x="4550" y="-7592"/>
                      <a:pt x="0" y="8013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0E2078D-1D19-4771-882D-1ABD73EEAD7A}"/>
                </a:ext>
              </a:extLst>
            </p:cNvPr>
            <p:cNvSpPr/>
            <p:nvPr/>
          </p:nvSpPr>
          <p:spPr>
            <a:xfrm flipH="1">
              <a:off x="5170928" y="4362450"/>
              <a:ext cx="45719" cy="117245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CB36C5D-E991-4293-B21B-1EAEC2C98B45}"/>
                </a:ext>
              </a:extLst>
            </p:cNvPr>
            <p:cNvSpPr/>
            <p:nvPr/>
          </p:nvSpPr>
          <p:spPr>
            <a:xfrm rot="20955638" flipH="1">
              <a:off x="4905336" y="4262542"/>
              <a:ext cx="45719" cy="210968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592C398-F89E-44A6-8E42-DDB9F694E957}"/>
                </a:ext>
              </a:extLst>
            </p:cNvPr>
            <p:cNvSpPr/>
            <p:nvPr/>
          </p:nvSpPr>
          <p:spPr>
            <a:xfrm rot="457402">
              <a:off x="4625355" y="4358677"/>
              <a:ext cx="45719" cy="117245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C0671F70-4C36-7CB2-1568-E0E613E84626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8562774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20058EA-BC2E-4456-B6FE-680845AD663B}"/>
              </a:ext>
            </a:extLst>
          </p:cNvPr>
          <p:cNvGrpSpPr/>
          <p:nvPr/>
        </p:nvGrpSpPr>
        <p:grpSpPr>
          <a:xfrm>
            <a:off x="1428287" y="1601086"/>
            <a:ext cx="7201826" cy="4570228"/>
            <a:chOff x="1518313" y="4650921"/>
            <a:chExt cx="1346329" cy="854371"/>
          </a:xfrm>
          <a:solidFill>
            <a:srgbClr val="E95958"/>
          </a:solidFill>
        </p:grpSpPr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DDECCB1D-1444-44D8-BC7B-CDF848EFEB7D}"/>
                </a:ext>
              </a:extLst>
            </p:cNvPr>
            <p:cNvSpPr/>
            <p:nvPr/>
          </p:nvSpPr>
          <p:spPr>
            <a:xfrm>
              <a:off x="1518313" y="4650921"/>
              <a:ext cx="1346329" cy="854371"/>
            </a:xfrm>
            <a:custGeom>
              <a:avLst/>
              <a:gdLst>
                <a:gd name="connsiteX0" fmla="*/ 0 w 1199485"/>
                <a:gd name="connsiteY0" fmla="*/ 0 h 645767"/>
                <a:gd name="connsiteX1" fmla="*/ 1199485 w 1199485"/>
                <a:gd name="connsiteY1" fmla="*/ 0 h 645767"/>
                <a:gd name="connsiteX2" fmla="*/ 1199485 w 1199485"/>
                <a:gd name="connsiteY2" fmla="*/ 645767 h 645767"/>
                <a:gd name="connsiteX3" fmla="*/ 0 w 1199485"/>
                <a:gd name="connsiteY3" fmla="*/ 645767 h 645767"/>
                <a:gd name="connsiteX4" fmla="*/ 0 w 1199485"/>
                <a:gd name="connsiteY4" fmla="*/ 0 h 645767"/>
                <a:gd name="connsiteX0" fmla="*/ 0 w 1199485"/>
                <a:gd name="connsiteY0" fmla="*/ 183 h 645950"/>
                <a:gd name="connsiteX1" fmla="*/ 605761 w 1199485"/>
                <a:gd name="connsiteY1" fmla="*/ 12883 h 645950"/>
                <a:gd name="connsiteX2" fmla="*/ 1199485 w 1199485"/>
                <a:gd name="connsiteY2" fmla="*/ 183 h 645950"/>
                <a:gd name="connsiteX3" fmla="*/ 1199485 w 1199485"/>
                <a:gd name="connsiteY3" fmla="*/ 645950 h 645950"/>
                <a:gd name="connsiteX4" fmla="*/ 0 w 1199485"/>
                <a:gd name="connsiteY4" fmla="*/ 645950 h 645950"/>
                <a:gd name="connsiteX5" fmla="*/ 0 w 1199485"/>
                <a:gd name="connsiteY5" fmla="*/ 183 h 645950"/>
                <a:gd name="connsiteX0" fmla="*/ 0 w 1294735"/>
                <a:gd name="connsiteY0" fmla="*/ 183 h 645950"/>
                <a:gd name="connsiteX1" fmla="*/ 605761 w 1294735"/>
                <a:gd name="connsiteY1" fmla="*/ 12883 h 645950"/>
                <a:gd name="connsiteX2" fmla="*/ 1294735 w 1294735"/>
                <a:gd name="connsiteY2" fmla="*/ 495483 h 645950"/>
                <a:gd name="connsiteX3" fmla="*/ 1199485 w 1294735"/>
                <a:gd name="connsiteY3" fmla="*/ 645950 h 645950"/>
                <a:gd name="connsiteX4" fmla="*/ 0 w 1294735"/>
                <a:gd name="connsiteY4" fmla="*/ 645950 h 645950"/>
                <a:gd name="connsiteX5" fmla="*/ 0 w 1294735"/>
                <a:gd name="connsiteY5" fmla="*/ 183 h 645950"/>
                <a:gd name="connsiteX0" fmla="*/ 0 w 1339185"/>
                <a:gd name="connsiteY0" fmla="*/ 438150 h 633067"/>
                <a:gd name="connsiteX1" fmla="*/ 650211 w 1339185"/>
                <a:gd name="connsiteY1" fmla="*/ 0 h 633067"/>
                <a:gd name="connsiteX2" fmla="*/ 1339185 w 1339185"/>
                <a:gd name="connsiteY2" fmla="*/ 482600 h 633067"/>
                <a:gd name="connsiteX3" fmla="*/ 1243935 w 1339185"/>
                <a:gd name="connsiteY3" fmla="*/ 633067 h 633067"/>
                <a:gd name="connsiteX4" fmla="*/ 44450 w 1339185"/>
                <a:gd name="connsiteY4" fmla="*/ 633067 h 633067"/>
                <a:gd name="connsiteX5" fmla="*/ 0 w 1339185"/>
                <a:gd name="connsiteY5" fmla="*/ 438150 h 633067"/>
                <a:gd name="connsiteX0" fmla="*/ 0 w 1339185"/>
                <a:gd name="connsiteY0" fmla="*/ 438150 h 633067"/>
                <a:gd name="connsiteX1" fmla="*/ 650211 w 1339185"/>
                <a:gd name="connsiteY1" fmla="*/ 0 h 633067"/>
                <a:gd name="connsiteX2" fmla="*/ 1339185 w 1339185"/>
                <a:gd name="connsiteY2" fmla="*/ 482600 h 633067"/>
                <a:gd name="connsiteX3" fmla="*/ 1243935 w 1339185"/>
                <a:gd name="connsiteY3" fmla="*/ 633067 h 633067"/>
                <a:gd name="connsiteX4" fmla="*/ 137319 w 1339185"/>
                <a:gd name="connsiteY4" fmla="*/ 542580 h 633067"/>
                <a:gd name="connsiteX5" fmla="*/ 0 w 1339185"/>
                <a:gd name="connsiteY5" fmla="*/ 438150 h 633067"/>
                <a:gd name="connsiteX0" fmla="*/ 0 w 1339185"/>
                <a:gd name="connsiteY0" fmla="*/ 438150 h 542580"/>
                <a:gd name="connsiteX1" fmla="*/ 650211 w 1339185"/>
                <a:gd name="connsiteY1" fmla="*/ 0 h 542580"/>
                <a:gd name="connsiteX2" fmla="*/ 1339185 w 1339185"/>
                <a:gd name="connsiteY2" fmla="*/ 482600 h 542580"/>
                <a:gd name="connsiteX3" fmla="*/ 1191548 w 1339185"/>
                <a:gd name="connsiteY3" fmla="*/ 542579 h 542580"/>
                <a:gd name="connsiteX4" fmla="*/ 137319 w 1339185"/>
                <a:gd name="connsiteY4" fmla="*/ 542580 h 542580"/>
                <a:gd name="connsiteX5" fmla="*/ 0 w 1339185"/>
                <a:gd name="connsiteY5" fmla="*/ 438150 h 542580"/>
                <a:gd name="connsiteX0" fmla="*/ 0 w 1339185"/>
                <a:gd name="connsiteY0" fmla="*/ 478797 h 583227"/>
                <a:gd name="connsiteX1" fmla="*/ 650211 w 1339185"/>
                <a:gd name="connsiteY1" fmla="*/ 40647 h 583227"/>
                <a:gd name="connsiteX2" fmla="*/ 1339185 w 1339185"/>
                <a:gd name="connsiteY2" fmla="*/ 523247 h 583227"/>
                <a:gd name="connsiteX3" fmla="*/ 1191548 w 1339185"/>
                <a:gd name="connsiteY3" fmla="*/ 583226 h 583227"/>
                <a:gd name="connsiteX4" fmla="*/ 137319 w 1339185"/>
                <a:gd name="connsiteY4" fmla="*/ 583227 h 583227"/>
                <a:gd name="connsiteX5" fmla="*/ 0 w 1339185"/>
                <a:gd name="connsiteY5" fmla="*/ 478797 h 583227"/>
                <a:gd name="connsiteX0" fmla="*/ 0 w 1339185"/>
                <a:gd name="connsiteY0" fmla="*/ 474333 h 578763"/>
                <a:gd name="connsiteX1" fmla="*/ 671642 w 1339185"/>
                <a:gd name="connsiteY1" fmla="*/ 40945 h 578763"/>
                <a:gd name="connsiteX2" fmla="*/ 1339185 w 1339185"/>
                <a:gd name="connsiteY2" fmla="*/ 518783 h 578763"/>
                <a:gd name="connsiteX3" fmla="*/ 1191548 w 1339185"/>
                <a:gd name="connsiteY3" fmla="*/ 578762 h 578763"/>
                <a:gd name="connsiteX4" fmla="*/ 137319 w 1339185"/>
                <a:gd name="connsiteY4" fmla="*/ 578763 h 578763"/>
                <a:gd name="connsiteX5" fmla="*/ 0 w 1339185"/>
                <a:gd name="connsiteY5" fmla="*/ 474333 h 578763"/>
                <a:gd name="connsiteX0" fmla="*/ 0 w 1339185"/>
                <a:gd name="connsiteY0" fmla="*/ 488919 h 593349"/>
                <a:gd name="connsiteX1" fmla="*/ 671642 w 1339185"/>
                <a:gd name="connsiteY1" fmla="*/ 55531 h 593349"/>
                <a:gd name="connsiteX2" fmla="*/ 1339185 w 1339185"/>
                <a:gd name="connsiteY2" fmla="*/ 533369 h 593349"/>
                <a:gd name="connsiteX3" fmla="*/ 1191548 w 1339185"/>
                <a:gd name="connsiteY3" fmla="*/ 593348 h 593349"/>
                <a:gd name="connsiteX4" fmla="*/ 137319 w 1339185"/>
                <a:gd name="connsiteY4" fmla="*/ 593349 h 593349"/>
                <a:gd name="connsiteX5" fmla="*/ 0 w 1339185"/>
                <a:gd name="connsiteY5" fmla="*/ 488919 h 593349"/>
                <a:gd name="connsiteX0" fmla="*/ 0 w 1336804"/>
                <a:gd name="connsiteY0" fmla="*/ 490412 h 594842"/>
                <a:gd name="connsiteX1" fmla="*/ 671642 w 1336804"/>
                <a:gd name="connsiteY1" fmla="*/ 57024 h 594842"/>
                <a:gd name="connsiteX2" fmla="*/ 1336804 w 1336804"/>
                <a:gd name="connsiteY2" fmla="*/ 515812 h 594842"/>
                <a:gd name="connsiteX3" fmla="*/ 1191548 w 1336804"/>
                <a:gd name="connsiteY3" fmla="*/ 594841 h 594842"/>
                <a:gd name="connsiteX4" fmla="*/ 137319 w 1336804"/>
                <a:gd name="connsiteY4" fmla="*/ 594842 h 594842"/>
                <a:gd name="connsiteX5" fmla="*/ 0 w 1336804"/>
                <a:gd name="connsiteY5" fmla="*/ 490412 h 594842"/>
                <a:gd name="connsiteX0" fmla="*/ 0 w 1336804"/>
                <a:gd name="connsiteY0" fmla="*/ 484716 h 589146"/>
                <a:gd name="connsiteX1" fmla="*/ 671642 w 1336804"/>
                <a:gd name="connsiteY1" fmla="*/ 51328 h 589146"/>
                <a:gd name="connsiteX2" fmla="*/ 1336804 w 1336804"/>
                <a:gd name="connsiteY2" fmla="*/ 510116 h 589146"/>
                <a:gd name="connsiteX3" fmla="*/ 1191548 w 1336804"/>
                <a:gd name="connsiteY3" fmla="*/ 589145 h 589146"/>
                <a:gd name="connsiteX4" fmla="*/ 137319 w 1336804"/>
                <a:gd name="connsiteY4" fmla="*/ 589146 h 589146"/>
                <a:gd name="connsiteX5" fmla="*/ 0 w 1336804"/>
                <a:gd name="connsiteY5" fmla="*/ 484716 h 589146"/>
                <a:gd name="connsiteX0" fmla="*/ 0 w 1346329"/>
                <a:gd name="connsiteY0" fmla="*/ 503766 h 589146"/>
                <a:gd name="connsiteX1" fmla="*/ 681167 w 1346329"/>
                <a:gd name="connsiteY1" fmla="*/ 51328 h 589146"/>
                <a:gd name="connsiteX2" fmla="*/ 1346329 w 1346329"/>
                <a:gd name="connsiteY2" fmla="*/ 510116 h 589146"/>
                <a:gd name="connsiteX3" fmla="*/ 1201073 w 1346329"/>
                <a:gd name="connsiteY3" fmla="*/ 589145 h 589146"/>
                <a:gd name="connsiteX4" fmla="*/ 146844 w 1346329"/>
                <a:gd name="connsiteY4" fmla="*/ 589146 h 589146"/>
                <a:gd name="connsiteX5" fmla="*/ 0 w 1346329"/>
                <a:gd name="connsiteY5" fmla="*/ 503766 h 589146"/>
                <a:gd name="connsiteX0" fmla="*/ 0 w 1346329"/>
                <a:gd name="connsiteY0" fmla="*/ 503766 h 589146"/>
                <a:gd name="connsiteX1" fmla="*/ 681167 w 1346329"/>
                <a:gd name="connsiteY1" fmla="*/ 51328 h 589146"/>
                <a:gd name="connsiteX2" fmla="*/ 1346329 w 1346329"/>
                <a:gd name="connsiteY2" fmla="*/ 510116 h 589146"/>
                <a:gd name="connsiteX3" fmla="*/ 1201073 w 1346329"/>
                <a:gd name="connsiteY3" fmla="*/ 589145 h 589146"/>
                <a:gd name="connsiteX4" fmla="*/ 146844 w 1346329"/>
                <a:gd name="connsiteY4" fmla="*/ 589146 h 589146"/>
                <a:gd name="connsiteX5" fmla="*/ 0 w 1346329"/>
                <a:gd name="connsiteY5" fmla="*/ 503766 h 589146"/>
                <a:gd name="connsiteX0" fmla="*/ 0 w 1346329"/>
                <a:gd name="connsiteY0" fmla="*/ 512682 h 598062"/>
                <a:gd name="connsiteX1" fmla="*/ 681167 w 1346329"/>
                <a:gd name="connsiteY1" fmla="*/ 60244 h 598062"/>
                <a:gd name="connsiteX2" fmla="*/ 1346329 w 1346329"/>
                <a:gd name="connsiteY2" fmla="*/ 519032 h 598062"/>
                <a:gd name="connsiteX3" fmla="*/ 1201073 w 1346329"/>
                <a:gd name="connsiteY3" fmla="*/ 598061 h 598062"/>
                <a:gd name="connsiteX4" fmla="*/ 146844 w 1346329"/>
                <a:gd name="connsiteY4" fmla="*/ 598062 h 598062"/>
                <a:gd name="connsiteX5" fmla="*/ 0 w 1346329"/>
                <a:gd name="connsiteY5" fmla="*/ 512682 h 598062"/>
                <a:gd name="connsiteX0" fmla="*/ 0 w 1346329"/>
                <a:gd name="connsiteY0" fmla="*/ 510556 h 595936"/>
                <a:gd name="connsiteX1" fmla="*/ 671642 w 1346329"/>
                <a:gd name="connsiteY1" fmla="*/ 60499 h 595936"/>
                <a:gd name="connsiteX2" fmla="*/ 1346329 w 1346329"/>
                <a:gd name="connsiteY2" fmla="*/ 516906 h 595936"/>
                <a:gd name="connsiteX3" fmla="*/ 1201073 w 1346329"/>
                <a:gd name="connsiteY3" fmla="*/ 595935 h 595936"/>
                <a:gd name="connsiteX4" fmla="*/ 146844 w 1346329"/>
                <a:gd name="connsiteY4" fmla="*/ 595936 h 595936"/>
                <a:gd name="connsiteX5" fmla="*/ 0 w 1346329"/>
                <a:gd name="connsiteY5" fmla="*/ 510556 h 595936"/>
                <a:gd name="connsiteX0" fmla="*/ 0 w 1346329"/>
                <a:gd name="connsiteY0" fmla="*/ 505935 h 591315"/>
                <a:gd name="connsiteX1" fmla="*/ 671642 w 1346329"/>
                <a:gd name="connsiteY1" fmla="*/ 55878 h 591315"/>
                <a:gd name="connsiteX2" fmla="*/ 1346329 w 1346329"/>
                <a:gd name="connsiteY2" fmla="*/ 512285 h 591315"/>
                <a:gd name="connsiteX3" fmla="*/ 1201073 w 1346329"/>
                <a:gd name="connsiteY3" fmla="*/ 591314 h 591315"/>
                <a:gd name="connsiteX4" fmla="*/ 146844 w 1346329"/>
                <a:gd name="connsiteY4" fmla="*/ 591315 h 591315"/>
                <a:gd name="connsiteX5" fmla="*/ 0 w 1346329"/>
                <a:gd name="connsiteY5" fmla="*/ 505935 h 591315"/>
                <a:gd name="connsiteX0" fmla="*/ 0 w 1346329"/>
                <a:gd name="connsiteY0" fmla="*/ 505935 h 591315"/>
                <a:gd name="connsiteX1" fmla="*/ 671642 w 1346329"/>
                <a:gd name="connsiteY1" fmla="*/ 55878 h 591315"/>
                <a:gd name="connsiteX2" fmla="*/ 1346329 w 1346329"/>
                <a:gd name="connsiteY2" fmla="*/ 512285 h 591315"/>
                <a:gd name="connsiteX3" fmla="*/ 1201073 w 1346329"/>
                <a:gd name="connsiteY3" fmla="*/ 591314 h 591315"/>
                <a:gd name="connsiteX4" fmla="*/ 146844 w 1346329"/>
                <a:gd name="connsiteY4" fmla="*/ 591315 h 591315"/>
                <a:gd name="connsiteX5" fmla="*/ 0 w 1346329"/>
                <a:gd name="connsiteY5" fmla="*/ 505935 h 591315"/>
                <a:gd name="connsiteX0" fmla="*/ 0 w 1346329"/>
                <a:gd name="connsiteY0" fmla="*/ 505935 h 591315"/>
                <a:gd name="connsiteX1" fmla="*/ 671642 w 1346329"/>
                <a:gd name="connsiteY1" fmla="*/ 55878 h 591315"/>
                <a:gd name="connsiteX2" fmla="*/ 1346329 w 1346329"/>
                <a:gd name="connsiteY2" fmla="*/ 512285 h 591315"/>
                <a:gd name="connsiteX3" fmla="*/ 1201073 w 1346329"/>
                <a:gd name="connsiteY3" fmla="*/ 591314 h 591315"/>
                <a:gd name="connsiteX4" fmla="*/ 146844 w 1346329"/>
                <a:gd name="connsiteY4" fmla="*/ 591315 h 591315"/>
                <a:gd name="connsiteX5" fmla="*/ 0 w 1346329"/>
                <a:gd name="connsiteY5" fmla="*/ 505935 h 591315"/>
                <a:gd name="connsiteX0" fmla="*/ 0 w 1346329"/>
                <a:gd name="connsiteY0" fmla="*/ 512423 h 590659"/>
                <a:gd name="connsiteX1" fmla="*/ 671642 w 1346329"/>
                <a:gd name="connsiteY1" fmla="*/ 55222 h 590659"/>
                <a:gd name="connsiteX2" fmla="*/ 1346329 w 1346329"/>
                <a:gd name="connsiteY2" fmla="*/ 511629 h 590659"/>
                <a:gd name="connsiteX3" fmla="*/ 1201073 w 1346329"/>
                <a:gd name="connsiteY3" fmla="*/ 590658 h 590659"/>
                <a:gd name="connsiteX4" fmla="*/ 146844 w 1346329"/>
                <a:gd name="connsiteY4" fmla="*/ 590659 h 590659"/>
                <a:gd name="connsiteX5" fmla="*/ 0 w 1346329"/>
                <a:gd name="connsiteY5" fmla="*/ 512423 h 590659"/>
                <a:gd name="connsiteX0" fmla="*/ 0 w 1346329"/>
                <a:gd name="connsiteY0" fmla="*/ 512423 h 590659"/>
                <a:gd name="connsiteX1" fmla="*/ 671642 w 1346329"/>
                <a:gd name="connsiteY1" fmla="*/ 55222 h 590659"/>
                <a:gd name="connsiteX2" fmla="*/ 1346329 w 1346329"/>
                <a:gd name="connsiteY2" fmla="*/ 511629 h 590659"/>
                <a:gd name="connsiteX3" fmla="*/ 1201073 w 1346329"/>
                <a:gd name="connsiteY3" fmla="*/ 590658 h 590659"/>
                <a:gd name="connsiteX4" fmla="*/ 146844 w 1346329"/>
                <a:gd name="connsiteY4" fmla="*/ 590659 h 590659"/>
                <a:gd name="connsiteX5" fmla="*/ 0 w 1346329"/>
                <a:gd name="connsiteY5" fmla="*/ 512423 h 590659"/>
                <a:gd name="connsiteX0" fmla="*/ 0 w 1346329"/>
                <a:gd name="connsiteY0" fmla="*/ 512423 h 590659"/>
                <a:gd name="connsiteX1" fmla="*/ 671642 w 1346329"/>
                <a:gd name="connsiteY1" fmla="*/ 55222 h 590659"/>
                <a:gd name="connsiteX2" fmla="*/ 1346329 w 1346329"/>
                <a:gd name="connsiteY2" fmla="*/ 511629 h 590659"/>
                <a:gd name="connsiteX3" fmla="*/ 1201073 w 1346329"/>
                <a:gd name="connsiteY3" fmla="*/ 590658 h 590659"/>
                <a:gd name="connsiteX4" fmla="*/ 146844 w 1346329"/>
                <a:gd name="connsiteY4" fmla="*/ 590659 h 590659"/>
                <a:gd name="connsiteX5" fmla="*/ 0 w 1346329"/>
                <a:gd name="connsiteY5" fmla="*/ 512423 h 590659"/>
                <a:gd name="connsiteX0" fmla="*/ 0 w 1346329"/>
                <a:gd name="connsiteY0" fmla="*/ 512423 h 825608"/>
                <a:gd name="connsiteX1" fmla="*/ 671642 w 1346329"/>
                <a:gd name="connsiteY1" fmla="*/ 55222 h 825608"/>
                <a:gd name="connsiteX2" fmla="*/ 1346329 w 1346329"/>
                <a:gd name="connsiteY2" fmla="*/ 511629 h 825608"/>
                <a:gd name="connsiteX3" fmla="*/ 1201073 w 1346329"/>
                <a:gd name="connsiteY3" fmla="*/ 590658 h 825608"/>
                <a:gd name="connsiteX4" fmla="*/ 146844 w 1346329"/>
                <a:gd name="connsiteY4" fmla="*/ 590659 h 825608"/>
                <a:gd name="connsiteX5" fmla="*/ 0 w 1346329"/>
                <a:gd name="connsiteY5" fmla="*/ 512423 h 825608"/>
                <a:gd name="connsiteX0" fmla="*/ 0 w 1346329"/>
                <a:gd name="connsiteY0" fmla="*/ 512423 h 854371"/>
                <a:gd name="connsiteX1" fmla="*/ 671642 w 1346329"/>
                <a:gd name="connsiteY1" fmla="*/ 55222 h 854371"/>
                <a:gd name="connsiteX2" fmla="*/ 1346329 w 1346329"/>
                <a:gd name="connsiteY2" fmla="*/ 511629 h 854371"/>
                <a:gd name="connsiteX3" fmla="*/ 1201073 w 1346329"/>
                <a:gd name="connsiteY3" fmla="*/ 590658 h 854371"/>
                <a:gd name="connsiteX4" fmla="*/ 146844 w 1346329"/>
                <a:gd name="connsiteY4" fmla="*/ 590659 h 854371"/>
                <a:gd name="connsiteX5" fmla="*/ 0 w 1346329"/>
                <a:gd name="connsiteY5" fmla="*/ 512423 h 854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6329" h="854371">
                  <a:moveTo>
                    <a:pt x="0" y="512423"/>
                  </a:moveTo>
                  <a:cubicBezTo>
                    <a:pt x="142389" y="274563"/>
                    <a:pt x="307797" y="-152211"/>
                    <a:pt x="671642" y="55222"/>
                  </a:cubicBezTo>
                  <a:cubicBezTo>
                    <a:pt x="1063226" y="-174436"/>
                    <a:pt x="1259546" y="434106"/>
                    <a:pt x="1346329" y="511629"/>
                  </a:cubicBezTo>
                  <a:cubicBezTo>
                    <a:pt x="1297910" y="537972"/>
                    <a:pt x="1261398" y="547646"/>
                    <a:pt x="1201073" y="590658"/>
                  </a:cubicBezTo>
                  <a:cubicBezTo>
                    <a:pt x="1059213" y="709720"/>
                    <a:pt x="667323" y="1119297"/>
                    <a:pt x="146844" y="590659"/>
                  </a:cubicBezTo>
                  <a:cubicBezTo>
                    <a:pt x="93133" y="555055"/>
                    <a:pt x="48948" y="538502"/>
                    <a:pt x="0" y="512423"/>
                  </a:cubicBezTo>
                  <a:close/>
                </a:path>
              </a:pathLst>
            </a:custGeom>
            <a:solidFill>
              <a:srgbClr val="E9595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Rectangle 9">
              <a:extLst>
                <a:ext uri="{FF2B5EF4-FFF2-40B4-BE49-F238E27FC236}">
                  <a16:creationId xmlns:a16="http://schemas.microsoft.com/office/drawing/2014/main" id="{B1D9138F-AFB0-4234-B61C-2DB23B30AD40}"/>
                </a:ext>
              </a:extLst>
            </p:cNvPr>
            <p:cNvSpPr/>
            <p:nvPr/>
          </p:nvSpPr>
          <p:spPr>
            <a:xfrm>
              <a:off x="1905791" y="5053143"/>
              <a:ext cx="569961" cy="99910"/>
            </a:xfrm>
            <a:custGeom>
              <a:avLst/>
              <a:gdLst>
                <a:gd name="connsiteX0" fmla="*/ 0 w 295275"/>
                <a:gd name="connsiteY0" fmla="*/ 0 h 54769"/>
                <a:gd name="connsiteX1" fmla="*/ 295275 w 295275"/>
                <a:gd name="connsiteY1" fmla="*/ 0 h 54769"/>
                <a:gd name="connsiteX2" fmla="*/ 295275 w 295275"/>
                <a:gd name="connsiteY2" fmla="*/ 54769 h 54769"/>
                <a:gd name="connsiteX3" fmla="*/ 0 w 295275"/>
                <a:gd name="connsiteY3" fmla="*/ 54769 h 54769"/>
                <a:gd name="connsiteX4" fmla="*/ 0 w 295275"/>
                <a:gd name="connsiteY4" fmla="*/ 0 h 54769"/>
                <a:gd name="connsiteX0" fmla="*/ 0 w 442912"/>
                <a:gd name="connsiteY0" fmla="*/ 0 h 54769"/>
                <a:gd name="connsiteX1" fmla="*/ 442912 w 442912"/>
                <a:gd name="connsiteY1" fmla="*/ 0 h 54769"/>
                <a:gd name="connsiteX2" fmla="*/ 295275 w 442912"/>
                <a:gd name="connsiteY2" fmla="*/ 54769 h 54769"/>
                <a:gd name="connsiteX3" fmla="*/ 0 w 442912"/>
                <a:gd name="connsiteY3" fmla="*/ 54769 h 54769"/>
                <a:gd name="connsiteX4" fmla="*/ 0 w 442912"/>
                <a:gd name="connsiteY4" fmla="*/ 0 h 54769"/>
                <a:gd name="connsiteX0" fmla="*/ 0 w 552449"/>
                <a:gd name="connsiteY0" fmla="*/ 0 h 54769"/>
                <a:gd name="connsiteX1" fmla="*/ 552449 w 552449"/>
                <a:gd name="connsiteY1" fmla="*/ 0 h 54769"/>
                <a:gd name="connsiteX2" fmla="*/ 404812 w 552449"/>
                <a:gd name="connsiteY2" fmla="*/ 54769 h 54769"/>
                <a:gd name="connsiteX3" fmla="*/ 109537 w 552449"/>
                <a:gd name="connsiteY3" fmla="*/ 54769 h 54769"/>
                <a:gd name="connsiteX4" fmla="*/ 0 w 552449"/>
                <a:gd name="connsiteY4" fmla="*/ 0 h 54769"/>
                <a:gd name="connsiteX0" fmla="*/ 0 w 552449"/>
                <a:gd name="connsiteY0" fmla="*/ 0 h 54769"/>
                <a:gd name="connsiteX1" fmla="*/ 271462 w 552449"/>
                <a:gd name="connsiteY1" fmla="*/ 9525 h 54769"/>
                <a:gd name="connsiteX2" fmla="*/ 552449 w 552449"/>
                <a:gd name="connsiteY2" fmla="*/ 0 h 54769"/>
                <a:gd name="connsiteX3" fmla="*/ 404812 w 552449"/>
                <a:gd name="connsiteY3" fmla="*/ 54769 h 54769"/>
                <a:gd name="connsiteX4" fmla="*/ 109537 w 552449"/>
                <a:gd name="connsiteY4" fmla="*/ 54769 h 54769"/>
                <a:gd name="connsiteX5" fmla="*/ 0 w 552449"/>
                <a:gd name="connsiteY5" fmla="*/ 0 h 54769"/>
                <a:gd name="connsiteX0" fmla="*/ 0 w 552449"/>
                <a:gd name="connsiteY0" fmla="*/ 0 h 54769"/>
                <a:gd name="connsiteX1" fmla="*/ 271462 w 552449"/>
                <a:gd name="connsiteY1" fmla="*/ 9525 h 54769"/>
                <a:gd name="connsiteX2" fmla="*/ 552449 w 552449"/>
                <a:gd name="connsiteY2" fmla="*/ 0 h 54769"/>
                <a:gd name="connsiteX3" fmla="*/ 404812 w 552449"/>
                <a:gd name="connsiteY3" fmla="*/ 54769 h 54769"/>
                <a:gd name="connsiteX4" fmla="*/ 0 w 552449"/>
                <a:gd name="connsiteY4" fmla="*/ 0 h 54769"/>
                <a:gd name="connsiteX0" fmla="*/ 0 w 552449"/>
                <a:gd name="connsiteY0" fmla="*/ 0 h 9525"/>
                <a:gd name="connsiteX1" fmla="*/ 271462 w 552449"/>
                <a:gd name="connsiteY1" fmla="*/ 9525 h 9525"/>
                <a:gd name="connsiteX2" fmla="*/ 552449 w 552449"/>
                <a:gd name="connsiteY2" fmla="*/ 0 h 9525"/>
                <a:gd name="connsiteX3" fmla="*/ 0 w 552449"/>
                <a:gd name="connsiteY3" fmla="*/ 0 h 9525"/>
                <a:gd name="connsiteX0" fmla="*/ 0 w 10000"/>
                <a:gd name="connsiteY0" fmla="*/ 9139 h 19139"/>
                <a:gd name="connsiteX1" fmla="*/ 4914 w 10000"/>
                <a:gd name="connsiteY1" fmla="*/ 19139 h 19139"/>
                <a:gd name="connsiteX2" fmla="*/ 10000 w 10000"/>
                <a:gd name="connsiteY2" fmla="*/ 9139 h 19139"/>
                <a:gd name="connsiteX3" fmla="*/ 0 w 10000"/>
                <a:gd name="connsiteY3" fmla="*/ 9139 h 19139"/>
                <a:gd name="connsiteX0" fmla="*/ 0 w 10000"/>
                <a:gd name="connsiteY0" fmla="*/ 18488 h 28488"/>
                <a:gd name="connsiteX1" fmla="*/ 4914 w 10000"/>
                <a:gd name="connsiteY1" fmla="*/ 28488 h 28488"/>
                <a:gd name="connsiteX2" fmla="*/ 10000 w 10000"/>
                <a:gd name="connsiteY2" fmla="*/ 18488 h 28488"/>
                <a:gd name="connsiteX3" fmla="*/ 0 w 10000"/>
                <a:gd name="connsiteY3" fmla="*/ 18488 h 28488"/>
                <a:gd name="connsiteX0" fmla="*/ 0 w 10000"/>
                <a:gd name="connsiteY0" fmla="*/ 18488 h 28488"/>
                <a:gd name="connsiteX1" fmla="*/ 4914 w 10000"/>
                <a:gd name="connsiteY1" fmla="*/ 28488 h 28488"/>
                <a:gd name="connsiteX2" fmla="*/ 10000 w 10000"/>
                <a:gd name="connsiteY2" fmla="*/ 18488 h 28488"/>
                <a:gd name="connsiteX3" fmla="*/ 0 w 10000"/>
                <a:gd name="connsiteY3" fmla="*/ 18488 h 28488"/>
                <a:gd name="connsiteX0" fmla="*/ 0 w 10000"/>
                <a:gd name="connsiteY0" fmla="*/ 18488 h 74043"/>
                <a:gd name="connsiteX1" fmla="*/ 4914 w 10000"/>
                <a:gd name="connsiteY1" fmla="*/ 28488 h 74043"/>
                <a:gd name="connsiteX2" fmla="*/ 10000 w 10000"/>
                <a:gd name="connsiteY2" fmla="*/ 18488 h 74043"/>
                <a:gd name="connsiteX3" fmla="*/ 0 w 10000"/>
                <a:gd name="connsiteY3" fmla="*/ 18488 h 74043"/>
                <a:gd name="connsiteX0" fmla="*/ 0 w 10000"/>
                <a:gd name="connsiteY0" fmla="*/ 18488 h 107376"/>
                <a:gd name="connsiteX1" fmla="*/ 4914 w 10000"/>
                <a:gd name="connsiteY1" fmla="*/ 28488 h 107376"/>
                <a:gd name="connsiteX2" fmla="*/ 10000 w 10000"/>
                <a:gd name="connsiteY2" fmla="*/ 18488 h 107376"/>
                <a:gd name="connsiteX3" fmla="*/ 0 w 10000"/>
                <a:gd name="connsiteY3" fmla="*/ 18488 h 107376"/>
                <a:gd name="connsiteX0" fmla="*/ 208 w 10208"/>
                <a:gd name="connsiteY0" fmla="*/ 18488 h 33489"/>
                <a:gd name="connsiteX1" fmla="*/ 5122 w 10208"/>
                <a:gd name="connsiteY1" fmla="*/ 28488 h 33489"/>
                <a:gd name="connsiteX2" fmla="*/ 10208 w 10208"/>
                <a:gd name="connsiteY2" fmla="*/ 18488 h 33489"/>
                <a:gd name="connsiteX3" fmla="*/ 1846 w 10208"/>
                <a:gd name="connsiteY3" fmla="*/ 33489 h 33489"/>
                <a:gd name="connsiteX4" fmla="*/ 208 w 10208"/>
                <a:gd name="connsiteY4" fmla="*/ 18488 h 33489"/>
                <a:gd name="connsiteX0" fmla="*/ 208 w 10208"/>
                <a:gd name="connsiteY0" fmla="*/ 18488 h 105263"/>
                <a:gd name="connsiteX1" fmla="*/ 5122 w 10208"/>
                <a:gd name="connsiteY1" fmla="*/ 28488 h 105263"/>
                <a:gd name="connsiteX2" fmla="*/ 10208 w 10208"/>
                <a:gd name="connsiteY2" fmla="*/ 18488 h 105263"/>
                <a:gd name="connsiteX3" fmla="*/ 1846 w 10208"/>
                <a:gd name="connsiteY3" fmla="*/ 33489 h 105263"/>
                <a:gd name="connsiteX4" fmla="*/ 208 w 10208"/>
                <a:gd name="connsiteY4" fmla="*/ 18488 h 105263"/>
                <a:gd name="connsiteX0" fmla="*/ 208 w 10208"/>
                <a:gd name="connsiteY0" fmla="*/ 18488 h 103228"/>
                <a:gd name="connsiteX1" fmla="*/ 5122 w 10208"/>
                <a:gd name="connsiteY1" fmla="*/ 28488 h 103228"/>
                <a:gd name="connsiteX2" fmla="*/ 10208 w 10208"/>
                <a:gd name="connsiteY2" fmla="*/ 18488 h 103228"/>
                <a:gd name="connsiteX3" fmla="*/ 1846 w 10208"/>
                <a:gd name="connsiteY3" fmla="*/ 33489 h 103228"/>
                <a:gd name="connsiteX4" fmla="*/ 208 w 10208"/>
                <a:gd name="connsiteY4" fmla="*/ 18488 h 103228"/>
                <a:gd name="connsiteX0" fmla="*/ 208 w 10490"/>
                <a:gd name="connsiteY0" fmla="*/ 18488 h 33867"/>
                <a:gd name="connsiteX1" fmla="*/ 5122 w 10490"/>
                <a:gd name="connsiteY1" fmla="*/ 28488 h 33867"/>
                <a:gd name="connsiteX2" fmla="*/ 10208 w 10490"/>
                <a:gd name="connsiteY2" fmla="*/ 18488 h 33867"/>
                <a:gd name="connsiteX3" fmla="*/ 8958 w 10490"/>
                <a:gd name="connsiteY3" fmla="*/ 25989 h 33867"/>
                <a:gd name="connsiteX4" fmla="*/ 1846 w 10490"/>
                <a:gd name="connsiteY4" fmla="*/ 33489 h 33867"/>
                <a:gd name="connsiteX5" fmla="*/ 208 w 10490"/>
                <a:gd name="connsiteY5" fmla="*/ 18488 h 33867"/>
                <a:gd name="connsiteX0" fmla="*/ 208 w 10490"/>
                <a:gd name="connsiteY0" fmla="*/ 18488 h 79618"/>
                <a:gd name="connsiteX1" fmla="*/ 5122 w 10490"/>
                <a:gd name="connsiteY1" fmla="*/ 28488 h 79618"/>
                <a:gd name="connsiteX2" fmla="*/ 10208 w 10490"/>
                <a:gd name="connsiteY2" fmla="*/ 18488 h 79618"/>
                <a:gd name="connsiteX3" fmla="*/ 8958 w 10490"/>
                <a:gd name="connsiteY3" fmla="*/ 25989 h 79618"/>
                <a:gd name="connsiteX4" fmla="*/ 1846 w 10490"/>
                <a:gd name="connsiteY4" fmla="*/ 33489 h 79618"/>
                <a:gd name="connsiteX5" fmla="*/ 208 w 10490"/>
                <a:gd name="connsiteY5" fmla="*/ 18488 h 79618"/>
                <a:gd name="connsiteX0" fmla="*/ 208 w 10490"/>
                <a:gd name="connsiteY0" fmla="*/ 18488 h 107424"/>
                <a:gd name="connsiteX1" fmla="*/ 5122 w 10490"/>
                <a:gd name="connsiteY1" fmla="*/ 28488 h 107424"/>
                <a:gd name="connsiteX2" fmla="*/ 10208 w 10490"/>
                <a:gd name="connsiteY2" fmla="*/ 18488 h 107424"/>
                <a:gd name="connsiteX3" fmla="*/ 8958 w 10490"/>
                <a:gd name="connsiteY3" fmla="*/ 25989 h 107424"/>
                <a:gd name="connsiteX4" fmla="*/ 1846 w 10490"/>
                <a:gd name="connsiteY4" fmla="*/ 33489 h 107424"/>
                <a:gd name="connsiteX5" fmla="*/ 208 w 10490"/>
                <a:gd name="connsiteY5" fmla="*/ 18488 h 107424"/>
                <a:gd name="connsiteX0" fmla="*/ 208 w 10490"/>
                <a:gd name="connsiteY0" fmla="*/ 18488 h 106008"/>
                <a:gd name="connsiteX1" fmla="*/ 5122 w 10490"/>
                <a:gd name="connsiteY1" fmla="*/ 28488 h 106008"/>
                <a:gd name="connsiteX2" fmla="*/ 10208 w 10490"/>
                <a:gd name="connsiteY2" fmla="*/ 18488 h 106008"/>
                <a:gd name="connsiteX3" fmla="*/ 8958 w 10490"/>
                <a:gd name="connsiteY3" fmla="*/ 25989 h 106008"/>
                <a:gd name="connsiteX4" fmla="*/ 5337 w 10490"/>
                <a:gd name="connsiteY4" fmla="*/ 105989 h 106008"/>
                <a:gd name="connsiteX5" fmla="*/ 1846 w 10490"/>
                <a:gd name="connsiteY5" fmla="*/ 33489 h 106008"/>
                <a:gd name="connsiteX6" fmla="*/ 208 w 10490"/>
                <a:gd name="connsiteY6" fmla="*/ 18488 h 106008"/>
                <a:gd name="connsiteX0" fmla="*/ 215 w 10497"/>
                <a:gd name="connsiteY0" fmla="*/ 18488 h 106011"/>
                <a:gd name="connsiteX1" fmla="*/ 5129 w 10497"/>
                <a:gd name="connsiteY1" fmla="*/ 28488 h 106011"/>
                <a:gd name="connsiteX2" fmla="*/ 10215 w 10497"/>
                <a:gd name="connsiteY2" fmla="*/ 18488 h 106011"/>
                <a:gd name="connsiteX3" fmla="*/ 8965 w 10497"/>
                <a:gd name="connsiteY3" fmla="*/ 25989 h 106011"/>
                <a:gd name="connsiteX4" fmla="*/ 5344 w 10497"/>
                <a:gd name="connsiteY4" fmla="*/ 105989 h 106011"/>
                <a:gd name="connsiteX5" fmla="*/ 1810 w 10497"/>
                <a:gd name="connsiteY5" fmla="*/ 40990 h 106011"/>
                <a:gd name="connsiteX6" fmla="*/ 215 w 10497"/>
                <a:gd name="connsiteY6" fmla="*/ 18488 h 106011"/>
                <a:gd name="connsiteX0" fmla="*/ 151 w 10433"/>
                <a:gd name="connsiteY0" fmla="*/ 18488 h 106011"/>
                <a:gd name="connsiteX1" fmla="*/ 5065 w 10433"/>
                <a:gd name="connsiteY1" fmla="*/ 28488 h 106011"/>
                <a:gd name="connsiteX2" fmla="*/ 10151 w 10433"/>
                <a:gd name="connsiteY2" fmla="*/ 18488 h 106011"/>
                <a:gd name="connsiteX3" fmla="*/ 8901 w 10433"/>
                <a:gd name="connsiteY3" fmla="*/ 25989 h 106011"/>
                <a:gd name="connsiteX4" fmla="*/ 5280 w 10433"/>
                <a:gd name="connsiteY4" fmla="*/ 105989 h 106011"/>
                <a:gd name="connsiteX5" fmla="*/ 1746 w 10433"/>
                <a:gd name="connsiteY5" fmla="*/ 40990 h 106011"/>
                <a:gd name="connsiteX6" fmla="*/ 151 w 10433"/>
                <a:gd name="connsiteY6" fmla="*/ 18488 h 106011"/>
                <a:gd name="connsiteX0" fmla="*/ 151 w 10433"/>
                <a:gd name="connsiteY0" fmla="*/ 18488 h 106018"/>
                <a:gd name="connsiteX1" fmla="*/ 5065 w 10433"/>
                <a:gd name="connsiteY1" fmla="*/ 28488 h 106018"/>
                <a:gd name="connsiteX2" fmla="*/ 10151 w 10433"/>
                <a:gd name="connsiteY2" fmla="*/ 18488 h 106018"/>
                <a:gd name="connsiteX3" fmla="*/ 8901 w 10433"/>
                <a:gd name="connsiteY3" fmla="*/ 25989 h 106018"/>
                <a:gd name="connsiteX4" fmla="*/ 5280 w 10433"/>
                <a:gd name="connsiteY4" fmla="*/ 105989 h 106018"/>
                <a:gd name="connsiteX5" fmla="*/ 1746 w 10433"/>
                <a:gd name="connsiteY5" fmla="*/ 40990 h 106018"/>
                <a:gd name="connsiteX6" fmla="*/ 151 w 10433"/>
                <a:gd name="connsiteY6" fmla="*/ 18488 h 106018"/>
                <a:gd name="connsiteX0" fmla="*/ 151 w 10353"/>
                <a:gd name="connsiteY0" fmla="*/ 18488 h 106018"/>
                <a:gd name="connsiteX1" fmla="*/ 5065 w 10353"/>
                <a:gd name="connsiteY1" fmla="*/ 28488 h 106018"/>
                <a:gd name="connsiteX2" fmla="*/ 10151 w 10353"/>
                <a:gd name="connsiteY2" fmla="*/ 18488 h 106018"/>
                <a:gd name="connsiteX3" fmla="*/ 8901 w 10353"/>
                <a:gd name="connsiteY3" fmla="*/ 25989 h 106018"/>
                <a:gd name="connsiteX4" fmla="*/ 5280 w 10353"/>
                <a:gd name="connsiteY4" fmla="*/ 105989 h 106018"/>
                <a:gd name="connsiteX5" fmla="*/ 1746 w 10353"/>
                <a:gd name="connsiteY5" fmla="*/ 40990 h 106018"/>
                <a:gd name="connsiteX6" fmla="*/ 151 w 10353"/>
                <a:gd name="connsiteY6" fmla="*/ 18488 h 106018"/>
                <a:gd name="connsiteX0" fmla="*/ 151 w 10353"/>
                <a:gd name="connsiteY0" fmla="*/ 15343 h 102873"/>
                <a:gd name="connsiteX1" fmla="*/ 5367 w 10353"/>
                <a:gd name="connsiteY1" fmla="*/ 32843 h 102873"/>
                <a:gd name="connsiteX2" fmla="*/ 10151 w 10353"/>
                <a:gd name="connsiteY2" fmla="*/ 15343 h 102873"/>
                <a:gd name="connsiteX3" fmla="*/ 8901 w 10353"/>
                <a:gd name="connsiteY3" fmla="*/ 22844 h 102873"/>
                <a:gd name="connsiteX4" fmla="*/ 5280 w 10353"/>
                <a:gd name="connsiteY4" fmla="*/ 102844 h 102873"/>
                <a:gd name="connsiteX5" fmla="*/ 1746 w 10353"/>
                <a:gd name="connsiteY5" fmla="*/ 37845 h 102873"/>
                <a:gd name="connsiteX6" fmla="*/ 151 w 10353"/>
                <a:gd name="connsiteY6" fmla="*/ 15343 h 102873"/>
                <a:gd name="connsiteX0" fmla="*/ 151 w 10353"/>
                <a:gd name="connsiteY0" fmla="*/ 15592 h 103122"/>
                <a:gd name="connsiteX1" fmla="*/ 5367 w 10353"/>
                <a:gd name="connsiteY1" fmla="*/ 33092 h 103122"/>
                <a:gd name="connsiteX2" fmla="*/ 10151 w 10353"/>
                <a:gd name="connsiteY2" fmla="*/ 15592 h 103122"/>
                <a:gd name="connsiteX3" fmla="*/ 8901 w 10353"/>
                <a:gd name="connsiteY3" fmla="*/ 23093 h 103122"/>
                <a:gd name="connsiteX4" fmla="*/ 5280 w 10353"/>
                <a:gd name="connsiteY4" fmla="*/ 103093 h 103122"/>
                <a:gd name="connsiteX5" fmla="*/ 1746 w 10353"/>
                <a:gd name="connsiteY5" fmla="*/ 38094 h 103122"/>
                <a:gd name="connsiteX6" fmla="*/ 151 w 10353"/>
                <a:gd name="connsiteY6" fmla="*/ 15592 h 103122"/>
                <a:gd name="connsiteX0" fmla="*/ 151 w 10353"/>
                <a:gd name="connsiteY0" fmla="*/ 17364 h 104894"/>
                <a:gd name="connsiteX1" fmla="*/ 5195 w 10353"/>
                <a:gd name="connsiteY1" fmla="*/ 29865 h 104894"/>
                <a:gd name="connsiteX2" fmla="*/ 10151 w 10353"/>
                <a:gd name="connsiteY2" fmla="*/ 17364 h 104894"/>
                <a:gd name="connsiteX3" fmla="*/ 8901 w 10353"/>
                <a:gd name="connsiteY3" fmla="*/ 24865 h 104894"/>
                <a:gd name="connsiteX4" fmla="*/ 5280 w 10353"/>
                <a:gd name="connsiteY4" fmla="*/ 104865 h 104894"/>
                <a:gd name="connsiteX5" fmla="*/ 1746 w 10353"/>
                <a:gd name="connsiteY5" fmla="*/ 39866 h 104894"/>
                <a:gd name="connsiteX6" fmla="*/ 151 w 10353"/>
                <a:gd name="connsiteY6" fmla="*/ 17364 h 104894"/>
                <a:gd name="connsiteX0" fmla="*/ 115 w 10317"/>
                <a:gd name="connsiteY0" fmla="*/ 17364 h 104894"/>
                <a:gd name="connsiteX1" fmla="*/ 5159 w 10317"/>
                <a:gd name="connsiteY1" fmla="*/ 29865 h 104894"/>
                <a:gd name="connsiteX2" fmla="*/ 10115 w 10317"/>
                <a:gd name="connsiteY2" fmla="*/ 17364 h 104894"/>
                <a:gd name="connsiteX3" fmla="*/ 8865 w 10317"/>
                <a:gd name="connsiteY3" fmla="*/ 24865 h 104894"/>
                <a:gd name="connsiteX4" fmla="*/ 5244 w 10317"/>
                <a:gd name="connsiteY4" fmla="*/ 104865 h 104894"/>
                <a:gd name="connsiteX5" fmla="*/ 1710 w 10317"/>
                <a:gd name="connsiteY5" fmla="*/ 39866 h 104894"/>
                <a:gd name="connsiteX6" fmla="*/ 115 w 10317"/>
                <a:gd name="connsiteY6" fmla="*/ 17364 h 104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17" h="104894">
                  <a:moveTo>
                    <a:pt x="115" y="17364"/>
                  </a:moveTo>
                  <a:cubicBezTo>
                    <a:pt x="2213" y="-20135"/>
                    <a:pt x="3363" y="14865"/>
                    <a:pt x="5159" y="29865"/>
                  </a:cubicBezTo>
                  <a:cubicBezTo>
                    <a:pt x="8061" y="-8468"/>
                    <a:pt x="9541" y="-6803"/>
                    <a:pt x="10115" y="17364"/>
                  </a:cubicBezTo>
                  <a:cubicBezTo>
                    <a:pt x="10769" y="17781"/>
                    <a:pt x="9699" y="14866"/>
                    <a:pt x="8865" y="24865"/>
                  </a:cubicBezTo>
                  <a:cubicBezTo>
                    <a:pt x="8003" y="39448"/>
                    <a:pt x="6429" y="103615"/>
                    <a:pt x="5244" y="104865"/>
                  </a:cubicBezTo>
                  <a:cubicBezTo>
                    <a:pt x="4059" y="106115"/>
                    <a:pt x="2731" y="66949"/>
                    <a:pt x="1710" y="39866"/>
                  </a:cubicBezTo>
                  <a:cubicBezTo>
                    <a:pt x="1120" y="29866"/>
                    <a:pt x="-431" y="22364"/>
                    <a:pt x="115" y="17364"/>
                  </a:cubicBezTo>
                  <a:close/>
                </a:path>
              </a:pathLst>
            </a:custGeom>
            <a:solidFill>
              <a:srgbClr val="252B2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3E974F7-DAFB-42C2-AE70-56D4D846FDFA}"/>
                </a:ext>
              </a:extLst>
            </p:cNvPr>
            <p:cNvSpPr/>
            <p:nvPr/>
          </p:nvSpPr>
          <p:spPr>
            <a:xfrm>
              <a:off x="1524000" y="5072063"/>
              <a:ext cx="376238" cy="85725"/>
            </a:xfrm>
            <a:custGeom>
              <a:avLst/>
              <a:gdLst>
                <a:gd name="connsiteX0" fmla="*/ 376238 w 376238"/>
                <a:gd name="connsiteY0" fmla="*/ 0 h 85725"/>
                <a:gd name="connsiteX1" fmla="*/ 0 w 376238"/>
                <a:gd name="connsiteY1" fmla="*/ 85725 h 85725"/>
                <a:gd name="connsiteX2" fmla="*/ 0 w 376238"/>
                <a:gd name="connsiteY2" fmla="*/ 85725 h 85725"/>
                <a:gd name="connsiteX0" fmla="*/ 376238 w 376238"/>
                <a:gd name="connsiteY0" fmla="*/ 0 h 85725"/>
                <a:gd name="connsiteX1" fmla="*/ 0 w 376238"/>
                <a:gd name="connsiteY1" fmla="*/ 85725 h 85725"/>
                <a:gd name="connsiteX2" fmla="*/ 0 w 376238"/>
                <a:gd name="connsiteY2" fmla="*/ 8572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6238" h="85725">
                  <a:moveTo>
                    <a:pt x="376238" y="0"/>
                  </a:moveTo>
                  <a:cubicBezTo>
                    <a:pt x="250825" y="28575"/>
                    <a:pt x="213519" y="57150"/>
                    <a:pt x="0" y="85725"/>
                  </a:cubicBezTo>
                  <a:lnTo>
                    <a:pt x="0" y="85725"/>
                  </a:lnTo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9F5DB43-AAC8-4C1D-AED4-3FAEABF198AE}"/>
                </a:ext>
              </a:extLst>
            </p:cNvPr>
            <p:cNvSpPr/>
            <p:nvPr/>
          </p:nvSpPr>
          <p:spPr>
            <a:xfrm flipH="1">
              <a:off x="2440781" y="5057879"/>
              <a:ext cx="411209" cy="99909"/>
            </a:xfrm>
            <a:custGeom>
              <a:avLst/>
              <a:gdLst>
                <a:gd name="connsiteX0" fmla="*/ 376238 w 376238"/>
                <a:gd name="connsiteY0" fmla="*/ 0 h 85725"/>
                <a:gd name="connsiteX1" fmla="*/ 0 w 376238"/>
                <a:gd name="connsiteY1" fmla="*/ 85725 h 85725"/>
                <a:gd name="connsiteX2" fmla="*/ 0 w 376238"/>
                <a:gd name="connsiteY2" fmla="*/ 85725 h 85725"/>
                <a:gd name="connsiteX0" fmla="*/ 376238 w 376238"/>
                <a:gd name="connsiteY0" fmla="*/ 0 h 85725"/>
                <a:gd name="connsiteX1" fmla="*/ 0 w 376238"/>
                <a:gd name="connsiteY1" fmla="*/ 85725 h 85725"/>
                <a:gd name="connsiteX2" fmla="*/ 0 w 376238"/>
                <a:gd name="connsiteY2" fmla="*/ 8572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6238" h="85725">
                  <a:moveTo>
                    <a:pt x="376238" y="0"/>
                  </a:moveTo>
                  <a:cubicBezTo>
                    <a:pt x="250825" y="28575"/>
                    <a:pt x="184239" y="63280"/>
                    <a:pt x="0" y="85725"/>
                  </a:cubicBezTo>
                  <a:lnTo>
                    <a:pt x="0" y="85725"/>
                  </a:lnTo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7090BB16-B9A1-673C-7831-BB2684B94297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W</a:t>
            </a:r>
          </a:p>
        </p:txBody>
      </p:sp>
    </p:spTree>
    <p:extLst>
      <p:ext uri="{BB962C8B-B14F-4D97-AF65-F5344CB8AC3E}">
        <p14:creationId xmlns:p14="http://schemas.microsoft.com/office/powerpoint/2010/main" val="3624601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5D0AD61-1FD6-485B-ADB2-ABC3F12776B8}"/>
              </a:ext>
            </a:extLst>
          </p:cNvPr>
          <p:cNvGrpSpPr/>
          <p:nvPr/>
        </p:nvGrpSpPr>
        <p:grpSpPr>
          <a:xfrm>
            <a:off x="1136551" y="1747095"/>
            <a:ext cx="7740349" cy="4355527"/>
            <a:chOff x="3373220" y="3735779"/>
            <a:chExt cx="2864580" cy="1611911"/>
          </a:xfrm>
        </p:grpSpPr>
        <p:sp>
          <p:nvSpPr>
            <p:cNvPr id="9" name="Rectangle 21">
              <a:extLst>
                <a:ext uri="{FF2B5EF4-FFF2-40B4-BE49-F238E27FC236}">
                  <a16:creationId xmlns:a16="http://schemas.microsoft.com/office/drawing/2014/main" id="{06CC18DA-57A1-47EE-908A-D295FF86C106}"/>
                </a:ext>
              </a:extLst>
            </p:cNvPr>
            <p:cNvSpPr/>
            <p:nvPr/>
          </p:nvSpPr>
          <p:spPr>
            <a:xfrm>
              <a:off x="3422522" y="4179129"/>
              <a:ext cx="2743200" cy="787987"/>
            </a:xfrm>
            <a:custGeom>
              <a:avLst/>
              <a:gdLst>
                <a:gd name="connsiteX0" fmla="*/ 0 w 2197290"/>
                <a:gd name="connsiteY0" fmla="*/ 0 h 750627"/>
                <a:gd name="connsiteX1" fmla="*/ 2197290 w 2197290"/>
                <a:gd name="connsiteY1" fmla="*/ 0 h 750627"/>
                <a:gd name="connsiteX2" fmla="*/ 2197290 w 2197290"/>
                <a:gd name="connsiteY2" fmla="*/ 750627 h 750627"/>
                <a:gd name="connsiteX3" fmla="*/ 0 w 2197290"/>
                <a:gd name="connsiteY3" fmla="*/ 750627 h 750627"/>
                <a:gd name="connsiteX4" fmla="*/ 0 w 2197290"/>
                <a:gd name="connsiteY4" fmla="*/ 0 h 750627"/>
                <a:gd name="connsiteX0" fmla="*/ 0 w 2197290"/>
                <a:gd name="connsiteY0" fmla="*/ 177042 h 927669"/>
                <a:gd name="connsiteX1" fmla="*/ 1076278 w 2197290"/>
                <a:gd name="connsiteY1" fmla="*/ 0 h 927669"/>
                <a:gd name="connsiteX2" fmla="*/ 2197290 w 2197290"/>
                <a:gd name="connsiteY2" fmla="*/ 177042 h 927669"/>
                <a:gd name="connsiteX3" fmla="*/ 2197290 w 2197290"/>
                <a:gd name="connsiteY3" fmla="*/ 927669 h 927669"/>
                <a:gd name="connsiteX4" fmla="*/ 0 w 2197290"/>
                <a:gd name="connsiteY4" fmla="*/ 927669 h 927669"/>
                <a:gd name="connsiteX5" fmla="*/ 0 w 2197290"/>
                <a:gd name="connsiteY5" fmla="*/ 177042 h 927669"/>
                <a:gd name="connsiteX0" fmla="*/ 0 w 2540190"/>
                <a:gd name="connsiteY0" fmla="*/ 177042 h 927669"/>
                <a:gd name="connsiteX1" fmla="*/ 1076278 w 2540190"/>
                <a:gd name="connsiteY1" fmla="*/ 0 h 927669"/>
                <a:gd name="connsiteX2" fmla="*/ 2540190 w 2540190"/>
                <a:gd name="connsiteY2" fmla="*/ 481842 h 927669"/>
                <a:gd name="connsiteX3" fmla="*/ 2197290 w 2540190"/>
                <a:gd name="connsiteY3" fmla="*/ 927669 h 927669"/>
                <a:gd name="connsiteX4" fmla="*/ 0 w 2540190"/>
                <a:gd name="connsiteY4" fmla="*/ 927669 h 927669"/>
                <a:gd name="connsiteX5" fmla="*/ 0 w 2540190"/>
                <a:gd name="connsiteY5" fmla="*/ 1770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266700 w 2806890"/>
                <a:gd name="connsiteY4" fmla="*/ 927669 h 927669"/>
                <a:gd name="connsiteX5" fmla="*/ 0 w 2806890"/>
                <a:gd name="connsiteY5" fmla="*/ 4691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0 w 2806890"/>
                <a:gd name="connsiteY4" fmla="*/ 469142 h 927669"/>
                <a:gd name="connsiteX0" fmla="*/ 0 w 2806890"/>
                <a:gd name="connsiteY0" fmla="*/ 469142 h 481842"/>
                <a:gd name="connsiteX1" fmla="*/ 1342978 w 2806890"/>
                <a:gd name="connsiteY1" fmla="*/ 0 h 481842"/>
                <a:gd name="connsiteX2" fmla="*/ 2806890 w 2806890"/>
                <a:gd name="connsiteY2" fmla="*/ 481842 h 481842"/>
                <a:gd name="connsiteX3" fmla="*/ 0 w 2806890"/>
                <a:gd name="connsiteY3" fmla="*/ 469142 h 481842"/>
                <a:gd name="connsiteX0" fmla="*/ 0 w 2806890"/>
                <a:gd name="connsiteY0" fmla="*/ 534591 h 547291"/>
                <a:gd name="connsiteX1" fmla="*/ 1342978 w 2806890"/>
                <a:gd name="connsiteY1" fmla="*/ 65449 h 547291"/>
                <a:gd name="connsiteX2" fmla="*/ 2806890 w 2806890"/>
                <a:gd name="connsiteY2" fmla="*/ 547291 h 547291"/>
                <a:gd name="connsiteX3" fmla="*/ 0 w 2806890"/>
                <a:gd name="connsiteY3" fmla="*/ 534591 h 547291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37691 h 550391"/>
                <a:gd name="connsiteX1" fmla="*/ 1342978 w 2806890"/>
                <a:gd name="connsiteY1" fmla="*/ 68549 h 550391"/>
                <a:gd name="connsiteX2" fmla="*/ 2806890 w 2806890"/>
                <a:gd name="connsiteY2" fmla="*/ 550391 h 550391"/>
                <a:gd name="connsiteX3" fmla="*/ 0 w 2806890"/>
                <a:gd name="connsiteY3" fmla="*/ 537691 h 550391"/>
                <a:gd name="connsiteX0" fmla="*/ 0 w 2806890"/>
                <a:gd name="connsiteY0" fmla="*/ 528404 h 541104"/>
                <a:gd name="connsiteX1" fmla="*/ 1342978 w 2806890"/>
                <a:gd name="connsiteY1" fmla="*/ 59262 h 541104"/>
                <a:gd name="connsiteX2" fmla="*/ 2806890 w 2806890"/>
                <a:gd name="connsiteY2" fmla="*/ 541104 h 541104"/>
                <a:gd name="connsiteX3" fmla="*/ 0 w 2806890"/>
                <a:gd name="connsiteY3" fmla="*/ 528404 h 541104"/>
                <a:gd name="connsiteX0" fmla="*/ 0 w 2806890"/>
                <a:gd name="connsiteY0" fmla="*/ 537470 h 550170"/>
                <a:gd name="connsiteX1" fmla="*/ 1342978 w 2806890"/>
                <a:gd name="connsiteY1" fmla="*/ 68328 h 550170"/>
                <a:gd name="connsiteX2" fmla="*/ 2806890 w 2806890"/>
                <a:gd name="connsiteY2" fmla="*/ 550170 h 550170"/>
                <a:gd name="connsiteX3" fmla="*/ 0 w 2806890"/>
                <a:gd name="connsiteY3" fmla="*/ 537470 h 550170"/>
                <a:gd name="connsiteX0" fmla="*/ 0 w 2844990"/>
                <a:gd name="connsiteY0" fmla="*/ 514854 h 552954"/>
                <a:gd name="connsiteX1" fmla="*/ 1381078 w 2844990"/>
                <a:gd name="connsiteY1" fmla="*/ 71112 h 552954"/>
                <a:gd name="connsiteX2" fmla="*/ 2844990 w 2844990"/>
                <a:gd name="connsiteY2" fmla="*/ 552954 h 552954"/>
                <a:gd name="connsiteX3" fmla="*/ 0 w 2844990"/>
                <a:gd name="connsiteY3" fmla="*/ 514854 h 552954"/>
                <a:gd name="connsiteX0" fmla="*/ 0 w 2844990"/>
                <a:gd name="connsiteY0" fmla="*/ 504929 h 543029"/>
                <a:gd name="connsiteX1" fmla="*/ 1381078 w 2844990"/>
                <a:gd name="connsiteY1" fmla="*/ 61187 h 543029"/>
                <a:gd name="connsiteX2" fmla="*/ 2844990 w 2844990"/>
                <a:gd name="connsiteY2" fmla="*/ 543029 h 543029"/>
                <a:gd name="connsiteX3" fmla="*/ 0 w 2844990"/>
                <a:gd name="connsiteY3" fmla="*/ 504929 h 543029"/>
                <a:gd name="connsiteX0" fmla="*/ 0 w 2844990"/>
                <a:gd name="connsiteY0" fmla="*/ 504929 h 1116030"/>
                <a:gd name="connsiteX1" fmla="*/ 1381078 w 2844990"/>
                <a:gd name="connsiteY1" fmla="*/ 61187 h 1116030"/>
                <a:gd name="connsiteX2" fmla="*/ 2844990 w 2844990"/>
                <a:gd name="connsiteY2" fmla="*/ 543029 h 1116030"/>
                <a:gd name="connsiteX3" fmla="*/ 0 w 2844990"/>
                <a:gd name="connsiteY3" fmla="*/ 504929 h 1116030"/>
                <a:gd name="connsiteX0" fmla="*/ 0 w 2844990"/>
                <a:gd name="connsiteY0" fmla="*/ 504929 h 1611911"/>
                <a:gd name="connsiteX1" fmla="*/ 1381078 w 2844990"/>
                <a:gd name="connsiteY1" fmla="*/ 61187 h 1611911"/>
                <a:gd name="connsiteX2" fmla="*/ 2844990 w 2844990"/>
                <a:gd name="connsiteY2" fmla="*/ 543029 h 1611911"/>
                <a:gd name="connsiteX3" fmla="*/ 0 w 2844990"/>
                <a:gd name="connsiteY3" fmla="*/ 504929 h 1611911"/>
                <a:gd name="connsiteX0" fmla="*/ 0 w 2851340"/>
                <a:gd name="connsiteY0" fmla="*/ 313239 h 1542672"/>
                <a:gd name="connsiteX1" fmla="*/ 1387428 w 2851340"/>
                <a:gd name="connsiteY1" fmla="*/ 88062 h 1542672"/>
                <a:gd name="connsiteX2" fmla="*/ 2851340 w 2851340"/>
                <a:gd name="connsiteY2" fmla="*/ 569904 h 1542672"/>
                <a:gd name="connsiteX3" fmla="*/ 0 w 2851340"/>
                <a:gd name="connsiteY3" fmla="*/ 313239 h 1542672"/>
                <a:gd name="connsiteX0" fmla="*/ 0 w 2692590"/>
                <a:gd name="connsiteY0" fmla="*/ 313239 h 1412968"/>
                <a:gd name="connsiteX1" fmla="*/ 1387428 w 2692590"/>
                <a:gd name="connsiteY1" fmla="*/ 88062 h 1412968"/>
                <a:gd name="connsiteX2" fmla="*/ 2692590 w 2692590"/>
                <a:gd name="connsiteY2" fmla="*/ 337680 h 1412968"/>
                <a:gd name="connsiteX3" fmla="*/ 0 w 2692590"/>
                <a:gd name="connsiteY3" fmla="*/ 313239 h 1412968"/>
                <a:gd name="connsiteX0" fmla="*/ 0 w 2692590"/>
                <a:gd name="connsiteY0" fmla="*/ 0 h 1099729"/>
                <a:gd name="connsiteX1" fmla="*/ 2692590 w 2692590"/>
                <a:gd name="connsiteY1" fmla="*/ 24441 h 1099729"/>
                <a:gd name="connsiteX2" fmla="*/ 0 w 2692590"/>
                <a:gd name="connsiteY2" fmla="*/ 0 h 1099729"/>
                <a:gd name="connsiteX0" fmla="*/ 0 w 2692590"/>
                <a:gd name="connsiteY0" fmla="*/ 192313 h 1292042"/>
                <a:gd name="connsiteX1" fmla="*/ 2692590 w 2692590"/>
                <a:gd name="connsiteY1" fmla="*/ 216754 h 1292042"/>
                <a:gd name="connsiteX2" fmla="*/ 0 w 2692590"/>
                <a:gd name="connsiteY2" fmla="*/ 192313 h 1292042"/>
                <a:gd name="connsiteX0" fmla="*/ 0 w 2692590"/>
                <a:gd name="connsiteY0" fmla="*/ 240044 h 1339773"/>
                <a:gd name="connsiteX1" fmla="*/ 2692590 w 2692590"/>
                <a:gd name="connsiteY1" fmla="*/ 264485 h 1339773"/>
                <a:gd name="connsiteX2" fmla="*/ 0 w 2692590"/>
                <a:gd name="connsiteY2" fmla="*/ 240044 h 1339773"/>
                <a:gd name="connsiteX0" fmla="*/ 0 w 2692590"/>
                <a:gd name="connsiteY0" fmla="*/ 264809 h 1364538"/>
                <a:gd name="connsiteX1" fmla="*/ 2692590 w 2692590"/>
                <a:gd name="connsiteY1" fmla="*/ 289250 h 1364538"/>
                <a:gd name="connsiteX2" fmla="*/ 0 w 2692590"/>
                <a:gd name="connsiteY2" fmla="*/ 264809 h 1364538"/>
                <a:gd name="connsiteX0" fmla="*/ 0 w 2692590"/>
                <a:gd name="connsiteY0" fmla="*/ 264809 h 1220348"/>
                <a:gd name="connsiteX1" fmla="*/ 2692590 w 2692590"/>
                <a:gd name="connsiteY1" fmla="*/ 289250 h 1220348"/>
                <a:gd name="connsiteX2" fmla="*/ 0 w 2692590"/>
                <a:gd name="connsiteY2" fmla="*/ 264809 h 1220348"/>
                <a:gd name="connsiteX0" fmla="*/ 0 w 2692590"/>
                <a:gd name="connsiteY0" fmla="*/ 264809 h 1546770"/>
                <a:gd name="connsiteX1" fmla="*/ 2692590 w 2692590"/>
                <a:gd name="connsiteY1" fmla="*/ 289250 h 1546770"/>
                <a:gd name="connsiteX2" fmla="*/ 0 w 2692590"/>
                <a:gd name="connsiteY2" fmla="*/ 264809 h 1546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2590" h="1546770">
                  <a:moveTo>
                    <a:pt x="0" y="264809"/>
                  </a:moveTo>
                  <a:cubicBezTo>
                    <a:pt x="878480" y="-177833"/>
                    <a:pt x="1998260" y="7897"/>
                    <a:pt x="2692590" y="289250"/>
                  </a:cubicBezTo>
                  <a:cubicBezTo>
                    <a:pt x="2195110" y="1443462"/>
                    <a:pt x="948330" y="2429665"/>
                    <a:pt x="0" y="264809"/>
                  </a:cubicBezTo>
                  <a:close/>
                </a:path>
              </a:pathLst>
            </a:custGeom>
            <a:solidFill>
              <a:srgbClr val="252B2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14E3B19-9DB0-4A1F-ABB2-CBCB3976E090}"/>
                </a:ext>
              </a:extLst>
            </p:cNvPr>
            <p:cNvGrpSpPr/>
            <p:nvPr/>
          </p:nvGrpSpPr>
          <p:grpSpPr>
            <a:xfrm>
              <a:off x="3373220" y="3735779"/>
              <a:ext cx="2864580" cy="1611911"/>
              <a:chOff x="3635005" y="3711594"/>
              <a:chExt cx="2864580" cy="1611911"/>
            </a:xfrm>
          </p:grpSpPr>
          <p:sp>
            <p:nvSpPr>
              <p:cNvPr id="11" name="Oval 48">
                <a:extLst>
                  <a:ext uri="{FF2B5EF4-FFF2-40B4-BE49-F238E27FC236}">
                    <a16:creationId xmlns:a16="http://schemas.microsoft.com/office/drawing/2014/main" id="{93510E40-C636-452F-99B8-3D055D8DFD48}"/>
                  </a:ext>
                </a:extLst>
              </p:cNvPr>
              <p:cNvSpPr/>
              <p:nvPr/>
            </p:nvSpPr>
            <p:spPr>
              <a:xfrm>
                <a:off x="4289052" y="4445419"/>
                <a:ext cx="1598089" cy="620903"/>
              </a:xfrm>
              <a:custGeom>
                <a:avLst/>
                <a:gdLst>
                  <a:gd name="connsiteX0" fmla="*/ 0 w 1605176"/>
                  <a:gd name="connsiteY0" fmla="*/ 523803 h 1047605"/>
                  <a:gd name="connsiteX1" fmla="*/ 802588 w 1605176"/>
                  <a:gd name="connsiteY1" fmla="*/ 0 h 1047605"/>
                  <a:gd name="connsiteX2" fmla="*/ 1605176 w 1605176"/>
                  <a:gd name="connsiteY2" fmla="*/ 523803 h 1047605"/>
                  <a:gd name="connsiteX3" fmla="*/ 802588 w 1605176"/>
                  <a:gd name="connsiteY3" fmla="*/ 1047606 h 1047605"/>
                  <a:gd name="connsiteX4" fmla="*/ 0 w 1605176"/>
                  <a:gd name="connsiteY4" fmla="*/ 523803 h 1047605"/>
                  <a:gd name="connsiteX0" fmla="*/ 0 w 1627486"/>
                  <a:gd name="connsiteY0" fmla="*/ 65475 h 589278"/>
                  <a:gd name="connsiteX1" fmla="*/ 1605176 w 1627486"/>
                  <a:gd name="connsiteY1" fmla="*/ 65475 h 589278"/>
                  <a:gd name="connsiteX2" fmla="*/ 802588 w 1627486"/>
                  <a:gd name="connsiteY2" fmla="*/ 589278 h 589278"/>
                  <a:gd name="connsiteX3" fmla="*/ 0 w 1627486"/>
                  <a:gd name="connsiteY3" fmla="*/ 65475 h 589278"/>
                  <a:gd name="connsiteX0" fmla="*/ 16221 w 1607759"/>
                  <a:gd name="connsiteY0" fmla="*/ 55424 h 579244"/>
                  <a:gd name="connsiteX1" fmla="*/ 1589647 w 1607759"/>
                  <a:gd name="connsiteY1" fmla="*/ 74474 h 579244"/>
                  <a:gd name="connsiteX2" fmla="*/ 818809 w 1607759"/>
                  <a:gd name="connsiteY2" fmla="*/ 579227 h 579244"/>
                  <a:gd name="connsiteX3" fmla="*/ 16221 w 1607759"/>
                  <a:gd name="connsiteY3" fmla="*/ 55424 h 579244"/>
                  <a:gd name="connsiteX0" fmla="*/ 16221 w 1607759"/>
                  <a:gd name="connsiteY0" fmla="*/ 76391 h 600211"/>
                  <a:gd name="connsiteX1" fmla="*/ 1589647 w 1607759"/>
                  <a:gd name="connsiteY1" fmla="*/ 95441 h 600211"/>
                  <a:gd name="connsiteX2" fmla="*/ 818809 w 1607759"/>
                  <a:gd name="connsiteY2" fmla="*/ 600194 h 600211"/>
                  <a:gd name="connsiteX3" fmla="*/ 16221 w 1607759"/>
                  <a:gd name="connsiteY3" fmla="*/ 76391 h 600211"/>
                  <a:gd name="connsiteX0" fmla="*/ 16221 w 1607759"/>
                  <a:gd name="connsiteY0" fmla="*/ 76391 h 600214"/>
                  <a:gd name="connsiteX1" fmla="*/ 1589647 w 1607759"/>
                  <a:gd name="connsiteY1" fmla="*/ 95441 h 600214"/>
                  <a:gd name="connsiteX2" fmla="*/ 818809 w 1607759"/>
                  <a:gd name="connsiteY2" fmla="*/ 600194 h 600214"/>
                  <a:gd name="connsiteX3" fmla="*/ 16221 w 1607759"/>
                  <a:gd name="connsiteY3" fmla="*/ 76391 h 600214"/>
                  <a:gd name="connsiteX0" fmla="*/ 19041 w 1610579"/>
                  <a:gd name="connsiteY0" fmla="*/ 100548 h 624371"/>
                  <a:gd name="connsiteX1" fmla="*/ 1592467 w 1610579"/>
                  <a:gd name="connsiteY1" fmla="*/ 119598 h 624371"/>
                  <a:gd name="connsiteX2" fmla="*/ 821629 w 1610579"/>
                  <a:gd name="connsiteY2" fmla="*/ 624351 h 624371"/>
                  <a:gd name="connsiteX3" fmla="*/ 19041 w 1610579"/>
                  <a:gd name="connsiteY3" fmla="*/ 100548 h 624371"/>
                  <a:gd name="connsiteX0" fmla="*/ 19300 w 1598089"/>
                  <a:gd name="connsiteY0" fmla="*/ 103441 h 620903"/>
                  <a:gd name="connsiteX1" fmla="*/ 1580026 w 1598089"/>
                  <a:gd name="connsiteY1" fmla="*/ 116141 h 620903"/>
                  <a:gd name="connsiteX2" fmla="*/ 809188 w 1598089"/>
                  <a:gd name="connsiteY2" fmla="*/ 620894 h 620903"/>
                  <a:gd name="connsiteX3" fmla="*/ 19300 w 1598089"/>
                  <a:gd name="connsiteY3" fmla="*/ 103441 h 620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8089" h="620903">
                    <a:moveTo>
                      <a:pt x="19300" y="103441"/>
                    </a:moveTo>
                    <a:cubicBezTo>
                      <a:pt x="160473" y="-44185"/>
                      <a:pt x="1433561" y="-28309"/>
                      <a:pt x="1580026" y="116141"/>
                    </a:cubicBezTo>
                    <a:cubicBezTo>
                      <a:pt x="1713791" y="254242"/>
                      <a:pt x="1069309" y="623011"/>
                      <a:pt x="809188" y="620894"/>
                    </a:cubicBezTo>
                    <a:cubicBezTo>
                      <a:pt x="549067" y="618777"/>
                      <a:pt x="-121873" y="251067"/>
                      <a:pt x="19300" y="103441"/>
                    </a:cubicBezTo>
                    <a:close/>
                  </a:path>
                </a:pathLst>
              </a:custGeom>
              <a:solidFill>
                <a:srgbClr val="D7797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4E708486-2E76-46D1-B308-BC1502D6FA5F}"/>
                  </a:ext>
                </a:extLst>
              </p:cNvPr>
              <p:cNvSpPr/>
              <p:nvPr/>
            </p:nvSpPr>
            <p:spPr>
              <a:xfrm>
                <a:off x="4006850" y="4517550"/>
                <a:ext cx="2098115" cy="429042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  <a:gd name="connsiteX0" fmla="*/ 5556 w 1688959"/>
                  <a:gd name="connsiteY0" fmla="*/ 150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17" fmla="*/ 5556 w 1688959"/>
                  <a:gd name="connsiteY17" fmla="*/ 1503 h 262241"/>
                  <a:gd name="connsiteX0" fmla="*/ 979 w 1688959"/>
                  <a:gd name="connsiteY0" fmla="*/ 18462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0" fmla="*/ 0 w 1688959"/>
                  <a:gd name="connsiteY0" fmla="*/ 4238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0" fmla="*/ 0 w 1605227"/>
                  <a:gd name="connsiteY0" fmla="*/ 87037 h 262241"/>
                  <a:gd name="connsiteX1" fmla="*/ 88512 w 1605227"/>
                  <a:gd name="connsiteY1" fmla="*/ 25329 h 262241"/>
                  <a:gd name="connsiteX2" fmla="*/ 295681 w 1605227"/>
                  <a:gd name="connsiteY2" fmla="*/ 51523 h 262241"/>
                  <a:gd name="connsiteX3" fmla="*/ 431412 w 1605227"/>
                  <a:gd name="connsiteY3" fmla="*/ 63429 h 262241"/>
                  <a:gd name="connsiteX4" fmla="*/ 583812 w 1605227"/>
                  <a:gd name="connsiteY4" fmla="*/ 70573 h 262241"/>
                  <a:gd name="connsiteX5" fmla="*/ 757643 w 1605227"/>
                  <a:gd name="connsiteY5" fmla="*/ 68192 h 262241"/>
                  <a:gd name="connsiteX6" fmla="*/ 912424 w 1605227"/>
                  <a:gd name="connsiteY6" fmla="*/ 72954 h 262241"/>
                  <a:gd name="connsiteX7" fmla="*/ 1086256 w 1605227"/>
                  <a:gd name="connsiteY7" fmla="*/ 75335 h 262241"/>
                  <a:gd name="connsiteX8" fmla="*/ 1233893 w 1605227"/>
                  <a:gd name="connsiteY8" fmla="*/ 58667 h 262241"/>
                  <a:gd name="connsiteX9" fmla="*/ 1433918 w 1605227"/>
                  <a:gd name="connsiteY9" fmla="*/ 37235 h 262241"/>
                  <a:gd name="connsiteX10" fmla="*/ 1588698 w 1605227"/>
                  <a:gd name="connsiteY10" fmla="*/ 8646 h 262241"/>
                  <a:gd name="connsiteX11" fmla="*/ 1601786 w 1605227"/>
                  <a:gd name="connsiteY11" fmla="*/ 41120 h 262241"/>
                  <a:gd name="connsiteX12" fmla="*/ 1605227 w 1605227"/>
                  <a:gd name="connsiteY12" fmla="*/ 58475 h 262241"/>
                  <a:gd name="connsiteX13" fmla="*/ 1480650 w 1605227"/>
                  <a:gd name="connsiteY13" fmla="*/ 115486 h 262241"/>
                  <a:gd name="connsiteX14" fmla="*/ 0 w 1605227"/>
                  <a:gd name="connsiteY14" fmla="*/ 87037 h 262241"/>
                  <a:gd name="connsiteX0" fmla="*/ 0 w 1605227"/>
                  <a:gd name="connsiteY0" fmla="*/ 85881 h 261085"/>
                  <a:gd name="connsiteX1" fmla="*/ 295681 w 1605227"/>
                  <a:gd name="connsiteY1" fmla="*/ 50367 h 261085"/>
                  <a:gd name="connsiteX2" fmla="*/ 431412 w 1605227"/>
                  <a:gd name="connsiteY2" fmla="*/ 62273 h 261085"/>
                  <a:gd name="connsiteX3" fmla="*/ 583812 w 1605227"/>
                  <a:gd name="connsiteY3" fmla="*/ 69417 h 261085"/>
                  <a:gd name="connsiteX4" fmla="*/ 757643 w 1605227"/>
                  <a:gd name="connsiteY4" fmla="*/ 67036 h 261085"/>
                  <a:gd name="connsiteX5" fmla="*/ 912424 w 1605227"/>
                  <a:gd name="connsiteY5" fmla="*/ 71798 h 261085"/>
                  <a:gd name="connsiteX6" fmla="*/ 1086256 w 1605227"/>
                  <a:gd name="connsiteY6" fmla="*/ 74179 h 261085"/>
                  <a:gd name="connsiteX7" fmla="*/ 1233893 w 1605227"/>
                  <a:gd name="connsiteY7" fmla="*/ 57511 h 261085"/>
                  <a:gd name="connsiteX8" fmla="*/ 1433918 w 1605227"/>
                  <a:gd name="connsiteY8" fmla="*/ 36079 h 261085"/>
                  <a:gd name="connsiteX9" fmla="*/ 1588698 w 1605227"/>
                  <a:gd name="connsiteY9" fmla="*/ 7490 h 261085"/>
                  <a:gd name="connsiteX10" fmla="*/ 1601786 w 1605227"/>
                  <a:gd name="connsiteY10" fmla="*/ 39964 h 261085"/>
                  <a:gd name="connsiteX11" fmla="*/ 1605227 w 1605227"/>
                  <a:gd name="connsiteY11" fmla="*/ 57319 h 261085"/>
                  <a:gd name="connsiteX12" fmla="*/ 1480650 w 1605227"/>
                  <a:gd name="connsiteY12" fmla="*/ 114330 h 261085"/>
                  <a:gd name="connsiteX13" fmla="*/ 0 w 1605227"/>
                  <a:gd name="connsiteY13" fmla="*/ 85881 h 261085"/>
                  <a:gd name="connsiteX0" fmla="*/ 0 w 1309952"/>
                  <a:gd name="connsiteY0" fmla="*/ 162081 h 305286"/>
                  <a:gd name="connsiteX1" fmla="*/ 406 w 1309952"/>
                  <a:gd name="connsiteY1" fmla="*/ 50367 h 305286"/>
                  <a:gd name="connsiteX2" fmla="*/ 136137 w 1309952"/>
                  <a:gd name="connsiteY2" fmla="*/ 62273 h 305286"/>
                  <a:gd name="connsiteX3" fmla="*/ 288537 w 1309952"/>
                  <a:gd name="connsiteY3" fmla="*/ 69417 h 305286"/>
                  <a:gd name="connsiteX4" fmla="*/ 462368 w 1309952"/>
                  <a:gd name="connsiteY4" fmla="*/ 67036 h 305286"/>
                  <a:gd name="connsiteX5" fmla="*/ 617149 w 1309952"/>
                  <a:gd name="connsiteY5" fmla="*/ 71798 h 305286"/>
                  <a:gd name="connsiteX6" fmla="*/ 790981 w 1309952"/>
                  <a:gd name="connsiteY6" fmla="*/ 74179 h 305286"/>
                  <a:gd name="connsiteX7" fmla="*/ 938618 w 1309952"/>
                  <a:gd name="connsiteY7" fmla="*/ 57511 h 305286"/>
                  <a:gd name="connsiteX8" fmla="*/ 1138643 w 1309952"/>
                  <a:gd name="connsiteY8" fmla="*/ 36079 h 305286"/>
                  <a:gd name="connsiteX9" fmla="*/ 1293423 w 1309952"/>
                  <a:gd name="connsiteY9" fmla="*/ 7490 h 305286"/>
                  <a:gd name="connsiteX10" fmla="*/ 1306511 w 1309952"/>
                  <a:gd name="connsiteY10" fmla="*/ 39964 h 305286"/>
                  <a:gd name="connsiteX11" fmla="*/ 1309952 w 1309952"/>
                  <a:gd name="connsiteY11" fmla="*/ 57319 h 305286"/>
                  <a:gd name="connsiteX12" fmla="*/ 1185375 w 1309952"/>
                  <a:gd name="connsiteY12" fmla="*/ 114330 h 305286"/>
                  <a:gd name="connsiteX13" fmla="*/ 0 w 1309952"/>
                  <a:gd name="connsiteY13" fmla="*/ 162081 h 305286"/>
                  <a:gd name="connsiteX0" fmla="*/ 59294 w 1369246"/>
                  <a:gd name="connsiteY0" fmla="*/ 162081 h 305286"/>
                  <a:gd name="connsiteX1" fmla="*/ 195431 w 1369246"/>
                  <a:gd name="connsiteY1" fmla="*/ 62273 h 305286"/>
                  <a:gd name="connsiteX2" fmla="*/ 347831 w 1369246"/>
                  <a:gd name="connsiteY2" fmla="*/ 69417 h 305286"/>
                  <a:gd name="connsiteX3" fmla="*/ 521662 w 1369246"/>
                  <a:gd name="connsiteY3" fmla="*/ 67036 h 305286"/>
                  <a:gd name="connsiteX4" fmla="*/ 676443 w 1369246"/>
                  <a:gd name="connsiteY4" fmla="*/ 71798 h 305286"/>
                  <a:gd name="connsiteX5" fmla="*/ 850275 w 1369246"/>
                  <a:gd name="connsiteY5" fmla="*/ 74179 h 305286"/>
                  <a:gd name="connsiteX6" fmla="*/ 997912 w 1369246"/>
                  <a:gd name="connsiteY6" fmla="*/ 57511 h 305286"/>
                  <a:gd name="connsiteX7" fmla="*/ 1197937 w 1369246"/>
                  <a:gd name="connsiteY7" fmla="*/ 36079 h 305286"/>
                  <a:gd name="connsiteX8" fmla="*/ 1352717 w 1369246"/>
                  <a:gd name="connsiteY8" fmla="*/ 7490 h 305286"/>
                  <a:gd name="connsiteX9" fmla="*/ 1365805 w 1369246"/>
                  <a:gd name="connsiteY9" fmla="*/ 39964 h 305286"/>
                  <a:gd name="connsiteX10" fmla="*/ 1369246 w 1369246"/>
                  <a:gd name="connsiteY10" fmla="*/ 57319 h 305286"/>
                  <a:gd name="connsiteX11" fmla="*/ 1244669 w 1369246"/>
                  <a:gd name="connsiteY11" fmla="*/ 114330 h 305286"/>
                  <a:gd name="connsiteX12" fmla="*/ 59294 w 1369246"/>
                  <a:gd name="connsiteY12" fmla="*/ 162081 h 305286"/>
                  <a:gd name="connsiteX0" fmla="*/ 76644 w 1296108"/>
                  <a:gd name="connsiteY0" fmla="*/ 181131 h 317709"/>
                  <a:gd name="connsiteX1" fmla="*/ 122293 w 1296108"/>
                  <a:gd name="connsiteY1" fmla="*/ 62273 h 317709"/>
                  <a:gd name="connsiteX2" fmla="*/ 274693 w 1296108"/>
                  <a:gd name="connsiteY2" fmla="*/ 69417 h 317709"/>
                  <a:gd name="connsiteX3" fmla="*/ 448524 w 1296108"/>
                  <a:gd name="connsiteY3" fmla="*/ 67036 h 317709"/>
                  <a:gd name="connsiteX4" fmla="*/ 603305 w 1296108"/>
                  <a:gd name="connsiteY4" fmla="*/ 71798 h 317709"/>
                  <a:gd name="connsiteX5" fmla="*/ 777137 w 1296108"/>
                  <a:gd name="connsiteY5" fmla="*/ 74179 h 317709"/>
                  <a:gd name="connsiteX6" fmla="*/ 924774 w 1296108"/>
                  <a:gd name="connsiteY6" fmla="*/ 57511 h 317709"/>
                  <a:gd name="connsiteX7" fmla="*/ 1124799 w 1296108"/>
                  <a:gd name="connsiteY7" fmla="*/ 36079 h 317709"/>
                  <a:gd name="connsiteX8" fmla="*/ 1279579 w 1296108"/>
                  <a:gd name="connsiteY8" fmla="*/ 7490 h 317709"/>
                  <a:gd name="connsiteX9" fmla="*/ 1292667 w 1296108"/>
                  <a:gd name="connsiteY9" fmla="*/ 39964 h 317709"/>
                  <a:gd name="connsiteX10" fmla="*/ 1296108 w 1296108"/>
                  <a:gd name="connsiteY10" fmla="*/ 57319 h 317709"/>
                  <a:gd name="connsiteX11" fmla="*/ 1171531 w 1296108"/>
                  <a:gd name="connsiteY11" fmla="*/ 114330 h 317709"/>
                  <a:gd name="connsiteX12" fmla="*/ 76644 w 1296108"/>
                  <a:gd name="connsiteY12" fmla="*/ 181131 h 317709"/>
                  <a:gd name="connsiteX0" fmla="*/ 68286 w 1287750"/>
                  <a:gd name="connsiteY0" fmla="*/ 181131 h 317709"/>
                  <a:gd name="connsiteX1" fmla="*/ 152035 w 1287750"/>
                  <a:gd name="connsiteY1" fmla="*/ 76560 h 317709"/>
                  <a:gd name="connsiteX2" fmla="*/ 266335 w 1287750"/>
                  <a:gd name="connsiteY2" fmla="*/ 69417 h 317709"/>
                  <a:gd name="connsiteX3" fmla="*/ 440166 w 1287750"/>
                  <a:gd name="connsiteY3" fmla="*/ 67036 h 317709"/>
                  <a:gd name="connsiteX4" fmla="*/ 594947 w 1287750"/>
                  <a:gd name="connsiteY4" fmla="*/ 71798 h 317709"/>
                  <a:gd name="connsiteX5" fmla="*/ 768779 w 1287750"/>
                  <a:gd name="connsiteY5" fmla="*/ 74179 h 317709"/>
                  <a:gd name="connsiteX6" fmla="*/ 916416 w 1287750"/>
                  <a:gd name="connsiteY6" fmla="*/ 57511 h 317709"/>
                  <a:gd name="connsiteX7" fmla="*/ 1116441 w 1287750"/>
                  <a:gd name="connsiteY7" fmla="*/ 36079 h 317709"/>
                  <a:gd name="connsiteX8" fmla="*/ 1271221 w 1287750"/>
                  <a:gd name="connsiteY8" fmla="*/ 7490 h 317709"/>
                  <a:gd name="connsiteX9" fmla="*/ 1284309 w 1287750"/>
                  <a:gd name="connsiteY9" fmla="*/ 39964 h 317709"/>
                  <a:gd name="connsiteX10" fmla="*/ 1287750 w 1287750"/>
                  <a:gd name="connsiteY10" fmla="*/ 57319 h 317709"/>
                  <a:gd name="connsiteX11" fmla="*/ 1163173 w 1287750"/>
                  <a:gd name="connsiteY11" fmla="*/ 114330 h 317709"/>
                  <a:gd name="connsiteX12" fmla="*/ 68286 w 1287750"/>
                  <a:gd name="connsiteY12" fmla="*/ 181131 h 317709"/>
                  <a:gd name="connsiteX0" fmla="*/ 76394 w 1295858"/>
                  <a:gd name="connsiteY0" fmla="*/ 181131 h 317709"/>
                  <a:gd name="connsiteX1" fmla="*/ 160143 w 1295858"/>
                  <a:gd name="connsiteY1" fmla="*/ 76560 h 317709"/>
                  <a:gd name="connsiteX2" fmla="*/ 274443 w 1295858"/>
                  <a:gd name="connsiteY2" fmla="*/ 69417 h 317709"/>
                  <a:gd name="connsiteX3" fmla="*/ 448274 w 1295858"/>
                  <a:gd name="connsiteY3" fmla="*/ 67036 h 317709"/>
                  <a:gd name="connsiteX4" fmla="*/ 603055 w 1295858"/>
                  <a:gd name="connsiteY4" fmla="*/ 71798 h 317709"/>
                  <a:gd name="connsiteX5" fmla="*/ 776887 w 1295858"/>
                  <a:gd name="connsiteY5" fmla="*/ 74179 h 317709"/>
                  <a:gd name="connsiteX6" fmla="*/ 924524 w 1295858"/>
                  <a:gd name="connsiteY6" fmla="*/ 57511 h 317709"/>
                  <a:gd name="connsiteX7" fmla="*/ 1124549 w 1295858"/>
                  <a:gd name="connsiteY7" fmla="*/ 36079 h 317709"/>
                  <a:gd name="connsiteX8" fmla="*/ 1279329 w 1295858"/>
                  <a:gd name="connsiteY8" fmla="*/ 7490 h 317709"/>
                  <a:gd name="connsiteX9" fmla="*/ 1292417 w 1295858"/>
                  <a:gd name="connsiteY9" fmla="*/ 39964 h 317709"/>
                  <a:gd name="connsiteX10" fmla="*/ 1295858 w 1295858"/>
                  <a:gd name="connsiteY10" fmla="*/ 57319 h 317709"/>
                  <a:gd name="connsiteX11" fmla="*/ 1171281 w 1295858"/>
                  <a:gd name="connsiteY11" fmla="*/ 114330 h 317709"/>
                  <a:gd name="connsiteX12" fmla="*/ 76394 w 1295858"/>
                  <a:gd name="connsiteY12" fmla="*/ 181131 h 317709"/>
                  <a:gd name="connsiteX0" fmla="*/ 76394 w 1292417"/>
                  <a:gd name="connsiteY0" fmla="*/ 181131 h 317709"/>
                  <a:gd name="connsiteX1" fmla="*/ 160143 w 1292417"/>
                  <a:gd name="connsiteY1" fmla="*/ 76560 h 317709"/>
                  <a:gd name="connsiteX2" fmla="*/ 274443 w 1292417"/>
                  <a:gd name="connsiteY2" fmla="*/ 69417 h 317709"/>
                  <a:gd name="connsiteX3" fmla="*/ 448274 w 1292417"/>
                  <a:gd name="connsiteY3" fmla="*/ 67036 h 317709"/>
                  <a:gd name="connsiteX4" fmla="*/ 603055 w 1292417"/>
                  <a:gd name="connsiteY4" fmla="*/ 71798 h 317709"/>
                  <a:gd name="connsiteX5" fmla="*/ 776887 w 1292417"/>
                  <a:gd name="connsiteY5" fmla="*/ 74179 h 317709"/>
                  <a:gd name="connsiteX6" fmla="*/ 924524 w 1292417"/>
                  <a:gd name="connsiteY6" fmla="*/ 57511 h 317709"/>
                  <a:gd name="connsiteX7" fmla="*/ 1124549 w 1292417"/>
                  <a:gd name="connsiteY7" fmla="*/ 36079 h 317709"/>
                  <a:gd name="connsiteX8" fmla="*/ 1279329 w 1292417"/>
                  <a:gd name="connsiteY8" fmla="*/ 7490 h 317709"/>
                  <a:gd name="connsiteX9" fmla="*/ 1292417 w 1292417"/>
                  <a:gd name="connsiteY9" fmla="*/ 39964 h 317709"/>
                  <a:gd name="connsiteX10" fmla="*/ 1171281 w 1292417"/>
                  <a:gd name="connsiteY10" fmla="*/ 114330 h 317709"/>
                  <a:gd name="connsiteX11" fmla="*/ 76394 w 1292417"/>
                  <a:gd name="connsiteY11" fmla="*/ 181131 h 317709"/>
                  <a:gd name="connsiteX0" fmla="*/ 76394 w 1303664"/>
                  <a:gd name="connsiteY0" fmla="*/ 181131 h 317709"/>
                  <a:gd name="connsiteX1" fmla="*/ 160143 w 1303664"/>
                  <a:gd name="connsiteY1" fmla="*/ 76560 h 317709"/>
                  <a:gd name="connsiteX2" fmla="*/ 274443 w 1303664"/>
                  <a:gd name="connsiteY2" fmla="*/ 69417 h 317709"/>
                  <a:gd name="connsiteX3" fmla="*/ 448274 w 1303664"/>
                  <a:gd name="connsiteY3" fmla="*/ 67036 h 317709"/>
                  <a:gd name="connsiteX4" fmla="*/ 603055 w 1303664"/>
                  <a:gd name="connsiteY4" fmla="*/ 71798 h 317709"/>
                  <a:gd name="connsiteX5" fmla="*/ 776887 w 1303664"/>
                  <a:gd name="connsiteY5" fmla="*/ 74179 h 317709"/>
                  <a:gd name="connsiteX6" fmla="*/ 924524 w 1303664"/>
                  <a:gd name="connsiteY6" fmla="*/ 57511 h 317709"/>
                  <a:gd name="connsiteX7" fmla="*/ 1124549 w 1303664"/>
                  <a:gd name="connsiteY7" fmla="*/ 36079 h 317709"/>
                  <a:gd name="connsiteX8" fmla="*/ 1279329 w 1303664"/>
                  <a:gd name="connsiteY8" fmla="*/ 7490 h 317709"/>
                  <a:gd name="connsiteX9" fmla="*/ 1171281 w 1303664"/>
                  <a:gd name="connsiteY9" fmla="*/ 114330 h 317709"/>
                  <a:gd name="connsiteX10" fmla="*/ 76394 w 1303664"/>
                  <a:gd name="connsiteY10" fmla="*/ 181131 h 317709"/>
                  <a:gd name="connsiteX0" fmla="*/ 76394 w 1279714"/>
                  <a:gd name="connsiteY0" fmla="*/ 181131 h 337196"/>
                  <a:gd name="connsiteX1" fmla="*/ 160143 w 1279714"/>
                  <a:gd name="connsiteY1" fmla="*/ 76560 h 337196"/>
                  <a:gd name="connsiteX2" fmla="*/ 274443 w 1279714"/>
                  <a:gd name="connsiteY2" fmla="*/ 69417 h 337196"/>
                  <a:gd name="connsiteX3" fmla="*/ 448274 w 1279714"/>
                  <a:gd name="connsiteY3" fmla="*/ 67036 h 337196"/>
                  <a:gd name="connsiteX4" fmla="*/ 603055 w 1279714"/>
                  <a:gd name="connsiteY4" fmla="*/ 71798 h 337196"/>
                  <a:gd name="connsiteX5" fmla="*/ 776887 w 1279714"/>
                  <a:gd name="connsiteY5" fmla="*/ 74179 h 337196"/>
                  <a:gd name="connsiteX6" fmla="*/ 924524 w 1279714"/>
                  <a:gd name="connsiteY6" fmla="*/ 57511 h 337196"/>
                  <a:gd name="connsiteX7" fmla="*/ 1124549 w 1279714"/>
                  <a:gd name="connsiteY7" fmla="*/ 36079 h 337196"/>
                  <a:gd name="connsiteX8" fmla="*/ 1279329 w 1279714"/>
                  <a:gd name="connsiteY8" fmla="*/ 7490 h 337196"/>
                  <a:gd name="connsiteX9" fmla="*/ 976019 w 1279714"/>
                  <a:gd name="connsiteY9" fmla="*/ 166717 h 337196"/>
                  <a:gd name="connsiteX10" fmla="*/ 76394 w 1279714"/>
                  <a:gd name="connsiteY10" fmla="*/ 181131 h 337196"/>
                  <a:gd name="connsiteX0" fmla="*/ 76394 w 1129532"/>
                  <a:gd name="connsiteY0" fmla="*/ 166486 h 322551"/>
                  <a:gd name="connsiteX1" fmla="*/ 160143 w 1129532"/>
                  <a:gd name="connsiteY1" fmla="*/ 61915 h 322551"/>
                  <a:gd name="connsiteX2" fmla="*/ 274443 w 1129532"/>
                  <a:gd name="connsiteY2" fmla="*/ 54772 h 322551"/>
                  <a:gd name="connsiteX3" fmla="*/ 448274 w 1129532"/>
                  <a:gd name="connsiteY3" fmla="*/ 52391 h 322551"/>
                  <a:gd name="connsiteX4" fmla="*/ 603055 w 1129532"/>
                  <a:gd name="connsiteY4" fmla="*/ 57153 h 322551"/>
                  <a:gd name="connsiteX5" fmla="*/ 776887 w 1129532"/>
                  <a:gd name="connsiteY5" fmla="*/ 59534 h 322551"/>
                  <a:gd name="connsiteX6" fmla="*/ 924524 w 1129532"/>
                  <a:gd name="connsiteY6" fmla="*/ 42866 h 322551"/>
                  <a:gd name="connsiteX7" fmla="*/ 1124549 w 1129532"/>
                  <a:gd name="connsiteY7" fmla="*/ 21434 h 322551"/>
                  <a:gd name="connsiteX8" fmla="*/ 976019 w 1129532"/>
                  <a:gd name="connsiteY8" fmla="*/ 152072 h 322551"/>
                  <a:gd name="connsiteX9" fmla="*/ 76394 w 1129532"/>
                  <a:gd name="connsiteY9" fmla="*/ 166486 h 322551"/>
                  <a:gd name="connsiteX0" fmla="*/ 76394 w 1033508"/>
                  <a:gd name="connsiteY0" fmla="*/ 133475 h 289540"/>
                  <a:gd name="connsiteX1" fmla="*/ 160143 w 1033508"/>
                  <a:gd name="connsiteY1" fmla="*/ 28904 h 289540"/>
                  <a:gd name="connsiteX2" fmla="*/ 274443 w 1033508"/>
                  <a:gd name="connsiteY2" fmla="*/ 21761 h 289540"/>
                  <a:gd name="connsiteX3" fmla="*/ 448274 w 1033508"/>
                  <a:gd name="connsiteY3" fmla="*/ 19380 h 289540"/>
                  <a:gd name="connsiteX4" fmla="*/ 603055 w 1033508"/>
                  <a:gd name="connsiteY4" fmla="*/ 24142 h 289540"/>
                  <a:gd name="connsiteX5" fmla="*/ 776887 w 1033508"/>
                  <a:gd name="connsiteY5" fmla="*/ 26523 h 289540"/>
                  <a:gd name="connsiteX6" fmla="*/ 924524 w 1033508"/>
                  <a:gd name="connsiteY6" fmla="*/ 9855 h 289540"/>
                  <a:gd name="connsiteX7" fmla="*/ 976019 w 1033508"/>
                  <a:gd name="connsiteY7" fmla="*/ 119061 h 289540"/>
                  <a:gd name="connsiteX8" fmla="*/ 76394 w 1033508"/>
                  <a:gd name="connsiteY8" fmla="*/ 133475 h 289540"/>
                  <a:gd name="connsiteX0" fmla="*/ 76394 w 1006338"/>
                  <a:gd name="connsiteY0" fmla="*/ 132461 h 288526"/>
                  <a:gd name="connsiteX1" fmla="*/ 160143 w 1006338"/>
                  <a:gd name="connsiteY1" fmla="*/ 27890 h 288526"/>
                  <a:gd name="connsiteX2" fmla="*/ 274443 w 1006338"/>
                  <a:gd name="connsiteY2" fmla="*/ 20747 h 288526"/>
                  <a:gd name="connsiteX3" fmla="*/ 448274 w 1006338"/>
                  <a:gd name="connsiteY3" fmla="*/ 18366 h 288526"/>
                  <a:gd name="connsiteX4" fmla="*/ 603055 w 1006338"/>
                  <a:gd name="connsiteY4" fmla="*/ 23128 h 288526"/>
                  <a:gd name="connsiteX5" fmla="*/ 776887 w 1006338"/>
                  <a:gd name="connsiteY5" fmla="*/ 25509 h 288526"/>
                  <a:gd name="connsiteX6" fmla="*/ 976019 w 1006338"/>
                  <a:gd name="connsiteY6" fmla="*/ 118047 h 288526"/>
                  <a:gd name="connsiteX7" fmla="*/ 76394 w 1006338"/>
                  <a:gd name="connsiteY7" fmla="*/ 132461 h 288526"/>
                  <a:gd name="connsiteX0" fmla="*/ 76394 w 1012279"/>
                  <a:gd name="connsiteY0" fmla="*/ 138964 h 295029"/>
                  <a:gd name="connsiteX1" fmla="*/ 160143 w 1012279"/>
                  <a:gd name="connsiteY1" fmla="*/ 34393 h 295029"/>
                  <a:gd name="connsiteX2" fmla="*/ 274443 w 1012279"/>
                  <a:gd name="connsiteY2" fmla="*/ 27250 h 295029"/>
                  <a:gd name="connsiteX3" fmla="*/ 448274 w 1012279"/>
                  <a:gd name="connsiteY3" fmla="*/ 24869 h 295029"/>
                  <a:gd name="connsiteX4" fmla="*/ 603055 w 1012279"/>
                  <a:gd name="connsiteY4" fmla="*/ 29631 h 295029"/>
                  <a:gd name="connsiteX5" fmla="*/ 776887 w 1012279"/>
                  <a:gd name="connsiteY5" fmla="*/ 32012 h 295029"/>
                  <a:gd name="connsiteX6" fmla="*/ 976019 w 1012279"/>
                  <a:gd name="connsiteY6" fmla="*/ 124550 h 295029"/>
                  <a:gd name="connsiteX7" fmla="*/ 76394 w 1012279"/>
                  <a:gd name="connsiteY7" fmla="*/ 138964 h 295029"/>
                  <a:gd name="connsiteX0" fmla="*/ 76394 w 944468"/>
                  <a:gd name="connsiteY0" fmla="*/ 136724 h 300918"/>
                  <a:gd name="connsiteX1" fmla="*/ 160143 w 944468"/>
                  <a:gd name="connsiteY1" fmla="*/ 32153 h 300918"/>
                  <a:gd name="connsiteX2" fmla="*/ 274443 w 944468"/>
                  <a:gd name="connsiteY2" fmla="*/ 25010 h 300918"/>
                  <a:gd name="connsiteX3" fmla="*/ 448274 w 944468"/>
                  <a:gd name="connsiteY3" fmla="*/ 22629 h 300918"/>
                  <a:gd name="connsiteX4" fmla="*/ 603055 w 944468"/>
                  <a:gd name="connsiteY4" fmla="*/ 27391 h 300918"/>
                  <a:gd name="connsiteX5" fmla="*/ 776887 w 944468"/>
                  <a:gd name="connsiteY5" fmla="*/ 29772 h 300918"/>
                  <a:gd name="connsiteX6" fmla="*/ 895056 w 944468"/>
                  <a:gd name="connsiteY6" fmla="*/ 141360 h 300918"/>
                  <a:gd name="connsiteX7" fmla="*/ 76394 w 944468"/>
                  <a:gd name="connsiteY7" fmla="*/ 136724 h 300918"/>
                  <a:gd name="connsiteX0" fmla="*/ 76394 w 944468"/>
                  <a:gd name="connsiteY0" fmla="*/ 136724 h 264385"/>
                  <a:gd name="connsiteX1" fmla="*/ 160143 w 944468"/>
                  <a:gd name="connsiteY1" fmla="*/ 32153 h 264385"/>
                  <a:gd name="connsiteX2" fmla="*/ 274443 w 944468"/>
                  <a:gd name="connsiteY2" fmla="*/ 25010 h 264385"/>
                  <a:gd name="connsiteX3" fmla="*/ 448274 w 944468"/>
                  <a:gd name="connsiteY3" fmla="*/ 22629 h 264385"/>
                  <a:gd name="connsiteX4" fmla="*/ 603055 w 944468"/>
                  <a:gd name="connsiteY4" fmla="*/ 27391 h 264385"/>
                  <a:gd name="connsiteX5" fmla="*/ 776887 w 944468"/>
                  <a:gd name="connsiteY5" fmla="*/ 29772 h 264385"/>
                  <a:gd name="connsiteX6" fmla="*/ 895056 w 944468"/>
                  <a:gd name="connsiteY6" fmla="*/ 141360 h 264385"/>
                  <a:gd name="connsiteX7" fmla="*/ 76394 w 944468"/>
                  <a:gd name="connsiteY7" fmla="*/ 136724 h 264385"/>
                  <a:gd name="connsiteX0" fmla="*/ 76394 w 944468"/>
                  <a:gd name="connsiteY0" fmla="*/ 136724 h 196870"/>
                  <a:gd name="connsiteX1" fmla="*/ 160143 w 944468"/>
                  <a:gd name="connsiteY1" fmla="*/ 32153 h 196870"/>
                  <a:gd name="connsiteX2" fmla="*/ 274443 w 944468"/>
                  <a:gd name="connsiteY2" fmla="*/ 25010 h 196870"/>
                  <a:gd name="connsiteX3" fmla="*/ 448274 w 944468"/>
                  <a:gd name="connsiteY3" fmla="*/ 22629 h 196870"/>
                  <a:gd name="connsiteX4" fmla="*/ 603055 w 944468"/>
                  <a:gd name="connsiteY4" fmla="*/ 27391 h 196870"/>
                  <a:gd name="connsiteX5" fmla="*/ 776887 w 944468"/>
                  <a:gd name="connsiteY5" fmla="*/ 29772 h 196870"/>
                  <a:gd name="connsiteX6" fmla="*/ 895056 w 944468"/>
                  <a:gd name="connsiteY6" fmla="*/ 141360 h 196870"/>
                  <a:gd name="connsiteX7" fmla="*/ 76394 w 944468"/>
                  <a:gd name="connsiteY7" fmla="*/ 136724 h 196870"/>
                  <a:gd name="connsiteX0" fmla="*/ 80454 w 948528"/>
                  <a:gd name="connsiteY0" fmla="*/ 139956 h 200102"/>
                  <a:gd name="connsiteX1" fmla="*/ 164203 w 948528"/>
                  <a:gd name="connsiteY1" fmla="*/ 35385 h 200102"/>
                  <a:gd name="connsiteX2" fmla="*/ 278503 w 948528"/>
                  <a:gd name="connsiteY2" fmla="*/ 28242 h 200102"/>
                  <a:gd name="connsiteX3" fmla="*/ 452334 w 948528"/>
                  <a:gd name="connsiteY3" fmla="*/ 25861 h 200102"/>
                  <a:gd name="connsiteX4" fmla="*/ 607115 w 948528"/>
                  <a:gd name="connsiteY4" fmla="*/ 30623 h 200102"/>
                  <a:gd name="connsiteX5" fmla="*/ 780947 w 948528"/>
                  <a:gd name="connsiteY5" fmla="*/ 33004 h 200102"/>
                  <a:gd name="connsiteX6" fmla="*/ 899116 w 948528"/>
                  <a:gd name="connsiteY6" fmla="*/ 144592 h 200102"/>
                  <a:gd name="connsiteX7" fmla="*/ 80454 w 948528"/>
                  <a:gd name="connsiteY7" fmla="*/ 139956 h 200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8528" h="200102">
                    <a:moveTo>
                      <a:pt x="80454" y="139956"/>
                    </a:moveTo>
                    <a:cubicBezTo>
                      <a:pt x="-94419" y="131280"/>
                      <a:pt x="54201" y="-82521"/>
                      <a:pt x="164203" y="35385"/>
                    </a:cubicBezTo>
                    <a:cubicBezTo>
                      <a:pt x="219766" y="21892"/>
                      <a:pt x="227703" y="-1127"/>
                      <a:pt x="278503" y="28242"/>
                    </a:cubicBezTo>
                    <a:cubicBezTo>
                      <a:pt x="332477" y="11573"/>
                      <a:pt x="381691" y="-7477"/>
                      <a:pt x="452334" y="25861"/>
                    </a:cubicBezTo>
                    <a:cubicBezTo>
                      <a:pt x="522978" y="10779"/>
                      <a:pt x="545996" y="2842"/>
                      <a:pt x="607115" y="30623"/>
                    </a:cubicBezTo>
                    <a:cubicBezTo>
                      <a:pt x="703953" y="2048"/>
                      <a:pt x="710303" y="11572"/>
                      <a:pt x="780947" y="33004"/>
                    </a:cubicBezTo>
                    <a:cubicBezTo>
                      <a:pt x="905020" y="-70239"/>
                      <a:pt x="1015865" y="126767"/>
                      <a:pt x="899116" y="144592"/>
                    </a:cubicBezTo>
                    <a:cubicBezTo>
                      <a:pt x="557866" y="201683"/>
                      <a:pt x="368323" y="235692"/>
                      <a:pt x="80454" y="13995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BB69F4F5-44DC-431D-A5D9-9ABEA2722EA0}"/>
                  </a:ext>
                </a:extLst>
              </p:cNvPr>
              <p:cNvSpPr/>
              <p:nvPr/>
            </p:nvSpPr>
            <p:spPr>
              <a:xfrm>
                <a:off x="3778592" y="4074909"/>
                <a:ext cx="2594675" cy="527486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331098 w 2310413"/>
                  <a:gd name="connsiteY10" fmla="*/ 392562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79525 w 2304604"/>
                  <a:gd name="connsiteY0" fmla="*/ 1784 h 496382"/>
                  <a:gd name="connsiteX1" fmla="*/ 2238173 w 2304604"/>
                  <a:gd name="connsiteY1" fmla="*/ 87980 h 496382"/>
                  <a:gd name="connsiteX2" fmla="*/ 2304604 w 2304604"/>
                  <a:gd name="connsiteY2" fmla="*/ 98377 h 496382"/>
                  <a:gd name="connsiteX3" fmla="*/ 2303102 w 2304604"/>
                  <a:gd name="connsiteY3" fmla="*/ 103213 h 496382"/>
                  <a:gd name="connsiteX4" fmla="*/ 2082428 w 2304604"/>
                  <a:gd name="connsiteY4" fmla="*/ 343202 h 496382"/>
                  <a:gd name="connsiteX5" fmla="*/ 1802234 w 2304604"/>
                  <a:gd name="connsiteY5" fmla="*/ 377333 h 496382"/>
                  <a:gd name="connsiteX6" fmla="*/ 1571252 w 2304604"/>
                  <a:gd name="connsiteY6" fmla="*/ 417814 h 496382"/>
                  <a:gd name="connsiteX7" fmla="*/ 1152152 w 2304604"/>
                  <a:gd name="connsiteY7" fmla="*/ 446389 h 496382"/>
                  <a:gd name="connsiteX8" fmla="*/ 749721 w 2304604"/>
                  <a:gd name="connsiteY8" fmla="*/ 405908 h 496382"/>
                  <a:gd name="connsiteX9" fmla="*/ 546627 w 2304604"/>
                  <a:gd name="connsiteY9" fmla="*/ 390953 h 496382"/>
                  <a:gd name="connsiteX10" fmla="*/ 325289 w 2304604"/>
                  <a:gd name="connsiteY10" fmla="*/ 392562 h 496382"/>
                  <a:gd name="connsiteX11" fmla="*/ -1 w 2304604"/>
                  <a:gd name="connsiteY11" fmla="*/ 107554 h 496382"/>
                  <a:gd name="connsiteX12" fmla="*/ 164036 w 2304604"/>
                  <a:gd name="connsiteY12" fmla="*/ 59144 h 496382"/>
                  <a:gd name="connsiteX13" fmla="*/ 879525 w 2304604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1912708 w 2242076"/>
                  <a:gd name="connsiteY4" fmla="*/ 375031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240574 w 2242076"/>
                  <a:gd name="connsiteY3" fmla="*/ 103535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151247 w 2242076"/>
                  <a:gd name="connsiteY3" fmla="*/ 95579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51247" h="496704">
                    <a:moveTo>
                      <a:pt x="816997" y="2106"/>
                    </a:moveTo>
                    <a:cubicBezTo>
                      <a:pt x="1299844" y="-8651"/>
                      <a:pt x="1686714" y="22443"/>
                      <a:pt x="2081851" y="80345"/>
                    </a:cubicBezTo>
                    <a:lnTo>
                      <a:pt x="2151247" y="95579"/>
                    </a:lnTo>
                    <a:cubicBezTo>
                      <a:pt x="2122561" y="210402"/>
                      <a:pt x="2098446" y="382421"/>
                      <a:pt x="1912708" y="375353"/>
                    </a:cubicBezTo>
                    <a:cubicBezTo>
                      <a:pt x="1824337" y="445782"/>
                      <a:pt x="1756119" y="480393"/>
                      <a:pt x="1663779" y="409484"/>
                    </a:cubicBezTo>
                    <a:cubicBezTo>
                      <a:pt x="1621446" y="460019"/>
                      <a:pt x="1530710" y="452209"/>
                      <a:pt x="1472993" y="418137"/>
                    </a:cubicBezTo>
                    <a:cubicBezTo>
                      <a:pt x="1402746" y="543550"/>
                      <a:pt x="1132883" y="491955"/>
                      <a:pt x="1089624" y="446711"/>
                    </a:cubicBezTo>
                    <a:cubicBezTo>
                      <a:pt x="1055890" y="472905"/>
                      <a:pt x="728336" y="546327"/>
                      <a:pt x="687193" y="406230"/>
                    </a:cubicBezTo>
                    <a:cubicBezTo>
                      <a:pt x="648893" y="435114"/>
                      <a:pt x="557477" y="468269"/>
                      <a:pt x="484099" y="391275"/>
                    </a:cubicBezTo>
                    <a:cubicBezTo>
                      <a:pt x="390966" y="486789"/>
                      <a:pt x="324938" y="430719"/>
                      <a:pt x="262761" y="392884"/>
                    </a:cubicBezTo>
                    <a:cubicBezTo>
                      <a:pt x="31769" y="385864"/>
                      <a:pt x="31626" y="211561"/>
                      <a:pt x="0" y="107876"/>
                    </a:cubicBezTo>
                    <a:lnTo>
                      <a:pt x="101508" y="59466"/>
                    </a:lnTo>
                    <a:cubicBezTo>
                      <a:pt x="333605" y="25315"/>
                      <a:pt x="575574" y="7484"/>
                      <a:pt x="816997" y="210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6EA103E-3F00-48B1-BF8F-593814996D4A}"/>
                  </a:ext>
                </a:extLst>
              </p:cNvPr>
              <p:cNvSpPr/>
              <p:nvPr/>
            </p:nvSpPr>
            <p:spPr>
              <a:xfrm>
                <a:off x="3653117" y="3711594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solidFill>
                <a:srgbClr val="E95958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262B9915-CA7D-42A9-A564-89098B9EF229}"/>
                  </a:ext>
                </a:extLst>
              </p:cNvPr>
              <p:cNvSpPr/>
              <p:nvPr/>
            </p:nvSpPr>
            <p:spPr>
              <a:xfrm rot="12291759">
                <a:off x="3635005" y="4245529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94919437-5574-4409-B958-F6E3ABAD136E}"/>
                  </a:ext>
                </a:extLst>
              </p:cNvPr>
              <p:cNvSpPr/>
              <p:nvPr/>
            </p:nvSpPr>
            <p:spPr>
              <a:xfrm rot="10529348" flipH="1">
                <a:off x="6339292" y="4268388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FD14AA8-33E2-849B-943A-96AFA0A5107F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674081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5D0AD61-1FD6-485B-ADB2-ABC3F12776B8}"/>
              </a:ext>
            </a:extLst>
          </p:cNvPr>
          <p:cNvGrpSpPr/>
          <p:nvPr/>
        </p:nvGrpSpPr>
        <p:grpSpPr>
          <a:xfrm>
            <a:off x="1147771" y="1835328"/>
            <a:ext cx="7762857" cy="4355527"/>
            <a:chOff x="3371220" y="3735779"/>
            <a:chExt cx="2872910" cy="1611911"/>
          </a:xfrm>
        </p:grpSpPr>
        <p:sp>
          <p:nvSpPr>
            <p:cNvPr id="9" name="Rectangle 21">
              <a:extLst>
                <a:ext uri="{FF2B5EF4-FFF2-40B4-BE49-F238E27FC236}">
                  <a16:creationId xmlns:a16="http://schemas.microsoft.com/office/drawing/2014/main" id="{06CC18DA-57A1-47EE-908A-D295FF86C106}"/>
                </a:ext>
              </a:extLst>
            </p:cNvPr>
            <p:cNvSpPr/>
            <p:nvPr/>
          </p:nvSpPr>
          <p:spPr>
            <a:xfrm>
              <a:off x="3422522" y="4179129"/>
              <a:ext cx="2743200" cy="787987"/>
            </a:xfrm>
            <a:custGeom>
              <a:avLst/>
              <a:gdLst>
                <a:gd name="connsiteX0" fmla="*/ 0 w 2197290"/>
                <a:gd name="connsiteY0" fmla="*/ 0 h 750627"/>
                <a:gd name="connsiteX1" fmla="*/ 2197290 w 2197290"/>
                <a:gd name="connsiteY1" fmla="*/ 0 h 750627"/>
                <a:gd name="connsiteX2" fmla="*/ 2197290 w 2197290"/>
                <a:gd name="connsiteY2" fmla="*/ 750627 h 750627"/>
                <a:gd name="connsiteX3" fmla="*/ 0 w 2197290"/>
                <a:gd name="connsiteY3" fmla="*/ 750627 h 750627"/>
                <a:gd name="connsiteX4" fmla="*/ 0 w 2197290"/>
                <a:gd name="connsiteY4" fmla="*/ 0 h 750627"/>
                <a:gd name="connsiteX0" fmla="*/ 0 w 2197290"/>
                <a:gd name="connsiteY0" fmla="*/ 177042 h 927669"/>
                <a:gd name="connsiteX1" fmla="*/ 1076278 w 2197290"/>
                <a:gd name="connsiteY1" fmla="*/ 0 h 927669"/>
                <a:gd name="connsiteX2" fmla="*/ 2197290 w 2197290"/>
                <a:gd name="connsiteY2" fmla="*/ 177042 h 927669"/>
                <a:gd name="connsiteX3" fmla="*/ 2197290 w 2197290"/>
                <a:gd name="connsiteY3" fmla="*/ 927669 h 927669"/>
                <a:gd name="connsiteX4" fmla="*/ 0 w 2197290"/>
                <a:gd name="connsiteY4" fmla="*/ 927669 h 927669"/>
                <a:gd name="connsiteX5" fmla="*/ 0 w 2197290"/>
                <a:gd name="connsiteY5" fmla="*/ 177042 h 927669"/>
                <a:gd name="connsiteX0" fmla="*/ 0 w 2540190"/>
                <a:gd name="connsiteY0" fmla="*/ 177042 h 927669"/>
                <a:gd name="connsiteX1" fmla="*/ 1076278 w 2540190"/>
                <a:gd name="connsiteY1" fmla="*/ 0 h 927669"/>
                <a:gd name="connsiteX2" fmla="*/ 2540190 w 2540190"/>
                <a:gd name="connsiteY2" fmla="*/ 481842 h 927669"/>
                <a:gd name="connsiteX3" fmla="*/ 2197290 w 2540190"/>
                <a:gd name="connsiteY3" fmla="*/ 927669 h 927669"/>
                <a:gd name="connsiteX4" fmla="*/ 0 w 2540190"/>
                <a:gd name="connsiteY4" fmla="*/ 927669 h 927669"/>
                <a:gd name="connsiteX5" fmla="*/ 0 w 2540190"/>
                <a:gd name="connsiteY5" fmla="*/ 1770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266700 w 2806890"/>
                <a:gd name="connsiteY4" fmla="*/ 927669 h 927669"/>
                <a:gd name="connsiteX5" fmla="*/ 0 w 2806890"/>
                <a:gd name="connsiteY5" fmla="*/ 4691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0 w 2806890"/>
                <a:gd name="connsiteY4" fmla="*/ 469142 h 927669"/>
                <a:gd name="connsiteX0" fmla="*/ 0 w 2806890"/>
                <a:gd name="connsiteY0" fmla="*/ 469142 h 481842"/>
                <a:gd name="connsiteX1" fmla="*/ 1342978 w 2806890"/>
                <a:gd name="connsiteY1" fmla="*/ 0 h 481842"/>
                <a:gd name="connsiteX2" fmla="*/ 2806890 w 2806890"/>
                <a:gd name="connsiteY2" fmla="*/ 481842 h 481842"/>
                <a:gd name="connsiteX3" fmla="*/ 0 w 2806890"/>
                <a:gd name="connsiteY3" fmla="*/ 469142 h 481842"/>
                <a:gd name="connsiteX0" fmla="*/ 0 w 2806890"/>
                <a:gd name="connsiteY0" fmla="*/ 534591 h 547291"/>
                <a:gd name="connsiteX1" fmla="*/ 1342978 w 2806890"/>
                <a:gd name="connsiteY1" fmla="*/ 65449 h 547291"/>
                <a:gd name="connsiteX2" fmla="*/ 2806890 w 2806890"/>
                <a:gd name="connsiteY2" fmla="*/ 547291 h 547291"/>
                <a:gd name="connsiteX3" fmla="*/ 0 w 2806890"/>
                <a:gd name="connsiteY3" fmla="*/ 534591 h 547291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37691 h 550391"/>
                <a:gd name="connsiteX1" fmla="*/ 1342978 w 2806890"/>
                <a:gd name="connsiteY1" fmla="*/ 68549 h 550391"/>
                <a:gd name="connsiteX2" fmla="*/ 2806890 w 2806890"/>
                <a:gd name="connsiteY2" fmla="*/ 550391 h 550391"/>
                <a:gd name="connsiteX3" fmla="*/ 0 w 2806890"/>
                <a:gd name="connsiteY3" fmla="*/ 537691 h 550391"/>
                <a:gd name="connsiteX0" fmla="*/ 0 w 2806890"/>
                <a:gd name="connsiteY0" fmla="*/ 528404 h 541104"/>
                <a:gd name="connsiteX1" fmla="*/ 1342978 w 2806890"/>
                <a:gd name="connsiteY1" fmla="*/ 59262 h 541104"/>
                <a:gd name="connsiteX2" fmla="*/ 2806890 w 2806890"/>
                <a:gd name="connsiteY2" fmla="*/ 541104 h 541104"/>
                <a:gd name="connsiteX3" fmla="*/ 0 w 2806890"/>
                <a:gd name="connsiteY3" fmla="*/ 528404 h 541104"/>
                <a:gd name="connsiteX0" fmla="*/ 0 w 2806890"/>
                <a:gd name="connsiteY0" fmla="*/ 537470 h 550170"/>
                <a:gd name="connsiteX1" fmla="*/ 1342978 w 2806890"/>
                <a:gd name="connsiteY1" fmla="*/ 68328 h 550170"/>
                <a:gd name="connsiteX2" fmla="*/ 2806890 w 2806890"/>
                <a:gd name="connsiteY2" fmla="*/ 550170 h 550170"/>
                <a:gd name="connsiteX3" fmla="*/ 0 w 2806890"/>
                <a:gd name="connsiteY3" fmla="*/ 537470 h 550170"/>
                <a:gd name="connsiteX0" fmla="*/ 0 w 2844990"/>
                <a:gd name="connsiteY0" fmla="*/ 514854 h 552954"/>
                <a:gd name="connsiteX1" fmla="*/ 1381078 w 2844990"/>
                <a:gd name="connsiteY1" fmla="*/ 71112 h 552954"/>
                <a:gd name="connsiteX2" fmla="*/ 2844990 w 2844990"/>
                <a:gd name="connsiteY2" fmla="*/ 552954 h 552954"/>
                <a:gd name="connsiteX3" fmla="*/ 0 w 2844990"/>
                <a:gd name="connsiteY3" fmla="*/ 514854 h 552954"/>
                <a:gd name="connsiteX0" fmla="*/ 0 w 2844990"/>
                <a:gd name="connsiteY0" fmla="*/ 504929 h 543029"/>
                <a:gd name="connsiteX1" fmla="*/ 1381078 w 2844990"/>
                <a:gd name="connsiteY1" fmla="*/ 61187 h 543029"/>
                <a:gd name="connsiteX2" fmla="*/ 2844990 w 2844990"/>
                <a:gd name="connsiteY2" fmla="*/ 543029 h 543029"/>
                <a:gd name="connsiteX3" fmla="*/ 0 w 2844990"/>
                <a:gd name="connsiteY3" fmla="*/ 504929 h 543029"/>
                <a:gd name="connsiteX0" fmla="*/ 0 w 2844990"/>
                <a:gd name="connsiteY0" fmla="*/ 504929 h 1116030"/>
                <a:gd name="connsiteX1" fmla="*/ 1381078 w 2844990"/>
                <a:gd name="connsiteY1" fmla="*/ 61187 h 1116030"/>
                <a:gd name="connsiteX2" fmla="*/ 2844990 w 2844990"/>
                <a:gd name="connsiteY2" fmla="*/ 543029 h 1116030"/>
                <a:gd name="connsiteX3" fmla="*/ 0 w 2844990"/>
                <a:gd name="connsiteY3" fmla="*/ 504929 h 1116030"/>
                <a:gd name="connsiteX0" fmla="*/ 0 w 2844990"/>
                <a:gd name="connsiteY0" fmla="*/ 504929 h 1611911"/>
                <a:gd name="connsiteX1" fmla="*/ 1381078 w 2844990"/>
                <a:gd name="connsiteY1" fmla="*/ 61187 h 1611911"/>
                <a:gd name="connsiteX2" fmla="*/ 2844990 w 2844990"/>
                <a:gd name="connsiteY2" fmla="*/ 543029 h 1611911"/>
                <a:gd name="connsiteX3" fmla="*/ 0 w 2844990"/>
                <a:gd name="connsiteY3" fmla="*/ 504929 h 1611911"/>
                <a:gd name="connsiteX0" fmla="*/ 0 w 2851340"/>
                <a:gd name="connsiteY0" fmla="*/ 313239 h 1542672"/>
                <a:gd name="connsiteX1" fmla="*/ 1387428 w 2851340"/>
                <a:gd name="connsiteY1" fmla="*/ 88062 h 1542672"/>
                <a:gd name="connsiteX2" fmla="*/ 2851340 w 2851340"/>
                <a:gd name="connsiteY2" fmla="*/ 569904 h 1542672"/>
                <a:gd name="connsiteX3" fmla="*/ 0 w 2851340"/>
                <a:gd name="connsiteY3" fmla="*/ 313239 h 1542672"/>
                <a:gd name="connsiteX0" fmla="*/ 0 w 2692590"/>
                <a:gd name="connsiteY0" fmla="*/ 313239 h 1412968"/>
                <a:gd name="connsiteX1" fmla="*/ 1387428 w 2692590"/>
                <a:gd name="connsiteY1" fmla="*/ 88062 h 1412968"/>
                <a:gd name="connsiteX2" fmla="*/ 2692590 w 2692590"/>
                <a:gd name="connsiteY2" fmla="*/ 337680 h 1412968"/>
                <a:gd name="connsiteX3" fmla="*/ 0 w 2692590"/>
                <a:gd name="connsiteY3" fmla="*/ 313239 h 1412968"/>
                <a:gd name="connsiteX0" fmla="*/ 0 w 2692590"/>
                <a:gd name="connsiteY0" fmla="*/ 0 h 1099729"/>
                <a:gd name="connsiteX1" fmla="*/ 2692590 w 2692590"/>
                <a:gd name="connsiteY1" fmla="*/ 24441 h 1099729"/>
                <a:gd name="connsiteX2" fmla="*/ 0 w 2692590"/>
                <a:gd name="connsiteY2" fmla="*/ 0 h 1099729"/>
                <a:gd name="connsiteX0" fmla="*/ 0 w 2692590"/>
                <a:gd name="connsiteY0" fmla="*/ 192313 h 1292042"/>
                <a:gd name="connsiteX1" fmla="*/ 2692590 w 2692590"/>
                <a:gd name="connsiteY1" fmla="*/ 216754 h 1292042"/>
                <a:gd name="connsiteX2" fmla="*/ 0 w 2692590"/>
                <a:gd name="connsiteY2" fmla="*/ 192313 h 1292042"/>
                <a:gd name="connsiteX0" fmla="*/ 0 w 2692590"/>
                <a:gd name="connsiteY0" fmla="*/ 240044 h 1339773"/>
                <a:gd name="connsiteX1" fmla="*/ 2692590 w 2692590"/>
                <a:gd name="connsiteY1" fmla="*/ 264485 h 1339773"/>
                <a:gd name="connsiteX2" fmla="*/ 0 w 2692590"/>
                <a:gd name="connsiteY2" fmla="*/ 240044 h 1339773"/>
                <a:gd name="connsiteX0" fmla="*/ 0 w 2692590"/>
                <a:gd name="connsiteY0" fmla="*/ 264809 h 1364538"/>
                <a:gd name="connsiteX1" fmla="*/ 2692590 w 2692590"/>
                <a:gd name="connsiteY1" fmla="*/ 289250 h 1364538"/>
                <a:gd name="connsiteX2" fmla="*/ 0 w 2692590"/>
                <a:gd name="connsiteY2" fmla="*/ 264809 h 1364538"/>
                <a:gd name="connsiteX0" fmla="*/ 0 w 2692590"/>
                <a:gd name="connsiteY0" fmla="*/ 264809 h 1220348"/>
                <a:gd name="connsiteX1" fmla="*/ 2692590 w 2692590"/>
                <a:gd name="connsiteY1" fmla="*/ 289250 h 1220348"/>
                <a:gd name="connsiteX2" fmla="*/ 0 w 2692590"/>
                <a:gd name="connsiteY2" fmla="*/ 264809 h 1220348"/>
                <a:gd name="connsiteX0" fmla="*/ 0 w 2692590"/>
                <a:gd name="connsiteY0" fmla="*/ 264809 h 1546770"/>
                <a:gd name="connsiteX1" fmla="*/ 2692590 w 2692590"/>
                <a:gd name="connsiteY1" fmla="*/ 289250 h 1546770"/>
                <a:gd name="connsiteX2" fmla="*/ 0 w 2692590"/>
                <a:gd name="connsiteY2" fmla="*/ 264809 h 1546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2590" h="1546770">
                  <a:moveTo>
                    <a:pt x="0" y="264809"/>
                  </a:moveTo>
                  <a:cubicBezTo>
                    <a:pt x="878480" y="-177833"/>
                    <a:pt x="1998260" y="7897"/>
                    <a:pt x="2692590" y="289250"/>
                  </a:cubicBezTo>
                  <a:cubicBezTo>
                    <a:pt x="2195110" y="1443462"/>
                    <a:pt x="948330" y="2429665"/>
                    <a:pt x="0" y="264809"/>
                  </a:cubicBezTo>
                  <a:close/>
                </a:path>
              </a:pathLst>
            </a:custGeom>
            <a:solidFill>
              <a:srgbClr val="252B2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14E3B19-9DB0-4A1F-ABB2-CBCB3976E090}"/>
                </a:ext>
              </a:extLst>
            </p:cNvPr>
            <p:cNvGrpSpPr/>
            <p:nvPr/>
          </p:nvGrpSpPr>
          <p:grpSpPr>
            <a:xfrm>
              <a:off x="3371220" y="3735779"/>
              <a:ext cx="2872910" cy="1611911"/>
              <a:chOff x="3633005" y="3711594"/>
              <a:chExt cx="2872910" cy="1611911"/>
            </a:xfrm>
          </p:grpSpPr>
          <p:sp>
            <p:nvSpPr>
              <p:cNvPr id="11" name="Oval 48">
                <a:extLst>
                  <a:ext uri="{FF2B5EF4-FFF2-40B4-BE49-F238E27FC236}">
                    <a16:creationId xmlns:a16="http://schemas.microsoft.com/office/drawing/2014/main" id="{93510E40-C636-452F-99B8-3D055D8DFD48}"/>
                  </a:ext>
                </a:extLst>
              </p:cNvPr>
              <p:cNvSpPr/>
              <p:nvPr/>
            </p:nvSpPr>
            <p:spPr>
              <a:xfrm>
                <a:off x="3873693" y="4445419"/>
                <a:ext cx="2407487" cy="620903"/>
              </a:xfrm>
              <a:custGeom>
                <a:avLst/>
                <a:gdLst>
                  <a:gd name="connsiteX0" fmla="*/ 0 w 1605176"/>
                  <a:gd name="connsiteY0" fmla="*/ 523803 h 1047605"/>
                  <a:gd name="connsiteX1" fmla="*/ 802588 w 1605176"/>
                  <a:gd name="connsiteY1" fmla="*/ 0 h 1047605"/>
                  <a:gd name="connsiteX2" fmla="*/ 1605176 w 1605176"/>
                  <a:gd name="connsiteY2" fmla="*/ 523803 h 1047605"/>
                  <a:gd name="connsiteX3" fmla="*/ 802588 w 1605176"/>
                  <a:gd name="connsiteY3" fmla="*/ 1047606 h 1047605"/>
                  <a:gd name="connsiteX4" fmla="*/ 0 w 1605176"/>
                  <a:gd name="connsiteY4" fmla="*/ 523803 h 1047605"/>
                  <a:gd name="connsiteX0" fmla="*/ 0 w 1627486"/>
                  <a:gd name="connsiteY0" fmla="*/ 65475 h 589278"/>
                  <a:gd name="connsiteX1" fmla="*/ 1605176 w 1627486"/>
                  <a:gd name="connsiteY1" fmla="*/ 65475 h 589278"/>
                  <a:gd name="connsiteX2" fmla="*/ 802588 w 1627486"/>
                  <a:gd name="connsiteY2" fmla="*/ 589278 h 589278"/>
                  <a:gd name="connsiteX3" fmla="*/ 0 w 1627486"/>
                  <a:gd name="connsiteY3" fmla="*/ 65475 h 589278"/>
                  <a:gd name="connsiteX0" fmla="*/ 16221 w 1607759"/>
                  <a:gd name="connsiteY0" fmla="*/ 55424 h 579244"/>
                  <a:gd name="connsiteX1" fmla="*/ 1589647 w 1607759"/>
                  <a:gd name="connsiteY1" fmla="*/ 74474 h 579244"/>
                  <a:gd name="connsiteX2" fmla="*/ 818809 w 1607759"/>
                  <a:gd name="connsiteY2" fmla="*/ 579227 h 579244"/>
                  <a:gd name="connsiteX3" fmla="*/ 16221 w 1607759"/>
                  <a:gd name="connsiteY3" fmla="*/ 55424 h 579244"/>
                  <a:gd name="connsiteX0" fmla="*/ 16221 w 1607759"/>
                  <a:gd name="connsiteY0" fmla="*/ 76391 h 600211"/>
                  <a:gd name="connsiteX1" fmla="*/ 1589647 w 1607759"/>
                  <a:gd name="connsiteY1" fmla="*/ 95441 h 600211"/>
                  <a:gd name="connsiteX2" fmla="*/ 818809 w 1607759"/>
                  <a:gd name="connsiteY2" fmla="*/ 600194 h 600211"/>
                  <a:gd name="connsiteX3" fmla="*/ 16221 w 1607759"/>
                  <a:gd name="connsiteY3" fmla="*/ 76391 h 600211"/>
                  <a:gd name="connsiteX0" fmla="*/ 16221 w 1607759"/>
                  <a:gd name="connsiteY0" fmla="*/ 76391 h 600214"/>
                  <a:gd name="connsiteX1" fmla="*/ 1589647 w 1607759"/>
                  <a:gd name="connsiteY1" fmla="*/ 95441 h 600214"/>
                  <a:gd name="connsiteX2" fmla="*/ 818809 w 1607759"/>
                  <a:gd name="connsiteY2" fmla="*/ 600194 h 600214"/>
                  <a:gd name="connsiteX3" fmla="*/ 16221 w 1607759"/>
                  <a:gd name="connsiteY3" fmla="*/ 76391 h 600214"/>
                  <a:gd name="connsiteX0" fmla="*/ 19041 w 1610579"/>
                  <a:gd name="connsiteY0" fmla="*/ 100548 h 624371"/>
                  <a:gd name="connsiteX1" fmla="*/ 1592467 w 1610579"/>
                  <a:gd name="connsiteY1" fmla="*/ 119598 h 624371"/>
                  <a:gd name="connsiteX2" fmla="*/ 821629 w 1610579"/>
                  <a:gd name="connsiteY2" fmla="*/ 624351 h 624371"/>
                  <a:gd name="connsiteX3" fmla="*/ 19041 w 1610579"/>
                  <a:gd name="connsiteY3" fmla="*/ 100548 h 624371"/>
                  <a:gd name="connsiteX0" fmla="*/ 19300 w 1598089"/>
                  <a:gd name="connsiteY0" fmla="*/ 103441 h 620903"/>
                  <a:gd name="connsiteX1" fmla="*/ 1580026 w 1598089"/>
                  <a:gd name="connsiteY1" fmla="*/ 116141 h 620903"/>
                  <a:gd name="connsiteX2" fmla="*/ 809188 w 1598089"/>
                  <a:gd name="connsiteY2" fmla="*/ 620894 h 620903"/>
                  <a:gd name="connsiteX3" fmla="*/ 19300 w 1598089"/>
                  <a:gd name="connsiteY3" fmla="*/ 103441 h 620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8089" h="620903">
                    <a:moveTo>
                      <a:pt x="19300" y="103441"/>
                    </a:moveTo>
                    <a:cubicBezTo>
                      <a:pt x="160473" y="-44185"/>
                      <a:pt x="1433561" y="-28309"/>
                      <a:pt x="1580026" y="116141"/>
                    </a:cubicBezTo>
                    <a:cubicBezTo>
                      <a:pt x="1713791" y="254242"/>
                      <a:pt x="1069309" y="623011"/>
                      <a:pt x="809188" y="620894"/>
                    </a:cubicBezTo>
                    <a:cubicBezTo>
                      <a:pt x="549067" y="618777"/>
                      <a:pt x="-121873" y="251067"/>
                      <a:pt x="19300" y="103441"/>
                    </a:cubicBezTo>
                    <a:close/>
                  </a:path>
                </a:pathLst>
              </a:custGeom>
              <a:solidFill>
                <a:srgbClr val="D7797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4E708486-2E76-46D1-B308-BC1502D6FA5F}"/>
                  </a:ext>
                </a:extLst>
              </p:cNvPr>
              <p:cNvSpPr/>
              <p:nvPr/>
            </p:nvSpPr>
            <p:spPr>
              <a:xfrm>
                <a:off x="4006850" y="4517550"/>
                <a:ext cx="2098115" cy="429042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  <a:gd name="connsiteX0" fmla="*/ 5556 w 1688959"/>
                  <a:gd name="connsiteY0" fmla="*/ 150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17" fmla="*/ 5556 w 1688959"/>
                  <a:gd name="connsiteY17" fmla="*/ 1503 h 262241"/>
                  <a:gd name="connsiteX0" fmla="*/ 979 w 1688959"/>
                  <a:gd name="connsiteY0" fmla="*/ 18462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0" fmla="*/ 0 w 1688959"/>
                  <a:gd name="connsiteY0" fmla="*/ 4238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0" fmla="*/ 0 w 1605227"/>
                  <a:gd name="connsiteY0" fmla="*/ 87037 h 262241"/>
                  <a:gd name="connsiteX1" fmla="*/ 88512 w 1605227"/>
                  <a:gd name="connsiteY1" fmla="*/ 25329 h 262241"/>
                  <a:gd name="connsiteX2" fmla="*/ 295681 w 1605227"/>
                  <a:gd name="connsiteY2" fmla="*/ 51523 h 262241"/>
                  <a:gd name="connsiteX3" fmla="*/ 431412 w 1605227"/>
                  <a:gd name="connsiteY3" fmla="*/ 63429 h 262241"/>
                  <a:gd name="connsiteX4" fmla="*/ 583812 w 1605227"/>
                  <a:gd name="connsiteY4" fmla="*/ 70573 h 262241"/>
                  <a:gd name="connsiteX5" fmla="*/ 757643 w 1605227"/>
                  <a:gd name="connsiteY5" fmla="*/ 68192 h 262241"/>
                  <a:gd name="connsiteX6" fmla="*/ 912424 w 1605227"/>
                  <a:gd name="connsiteY6" fmla="*/ 72954 h 262241"/>
                  <a:gd name="connsiteX7" fmla="*/ 1086256 w 1605227"/>
                  <a:gd name="connsiteY7" fmla="*/ 75335 h 262241"/>
                  <a:gd name="connsiteX8" fmla="*/ 1233893 w 1605227"/>
                  <a:gd name="connsiteY8" fmla="*/ 58667 h 262241"/>
                  <a:gd name="connsiteX9" fmla="*/ 1433918 w 1605227"/>
                  <a:gd name="connsiteY9" fmla="*/ 37235 h 262241"/>
                  <a:gd name="connsiteX10" fmla="*/ 1588698 w 1605227"/>
                  <a:gd name="connsiteY10" fmla="*/ 8646 h 262241"/>
                  <a:gd name="connsiteX11" fmla="*/ 1601786 w 1605227"/>
                  <a:gd name="connsiteY11" fmla="*/ 41120 h 262241"/>
                  <a:gd name="connsiteX12" fmla="*/ 1605227 w 1605227"/>
                  <a:gd name="connsiteY12" fmla="*/ 58475 h 262241"/>
                  <a:gd name="connsiteX13" fmla="*/ 1480650 w 1605227"/>
                  <a:gd name="connsiteY13" fmla="*/ 115486 h 262241"/>
                  <a:gd name="connsiteX14" fmla="*/ 0 w 1605227"/>
                  <a:gd name="connsiteY14" fmla="*/ 87037 h 262241"/>
                  <a:gd name="connsiteX0" fmla="*/ 0 w 1605227"/>
                  <a:gd name="connsiteY0" fmla="*/ 85881 h 261085"/>
                  <a:gd name="connsiteX1" fmla="*/ 295681 w 1605227"/>
                  <a:gd name="connsiteY1" fmla="*/ 50367 h 261085"/>
                  <a:gd name="connsiteX2" fmla="*/ 431412 w 1605227"/>
                  <a:gd name="connsiteY2" fmla="*/ 62273 h 261085"/>
                  <a:gd name="connsiteX3" fmla="*/ 583812 w 1605227"/>
                  <a:gd name="connsiteY3" fmla="*/ 69417 h 261085"/>
                  <a:gd name="connsiteX4" fmla="*/ 757643 w 1605227"/>
                  <a:gd name="connsiteY4" fmla="*/ 67036 h 261085"/>
                  <a:gd name="connsiteX5" fmla="*/ 912424 w 1605227"/>
                  <a:gd name="connsiteY5" fmla="*/ 71798 h 261085"/>
                  <a:gd name="connsiteX6" fmla="*/ 1086256 w 1605227"/>
                  <a:gd name="connsiteY6" fmla="*/ 74179 h 261085"/>
                  <a:gd name="connsiteX7" fmla="*/ 1233893 w 1605227"/>
                  <a:gd name="connsiteY7" fmla="*/ 57511 h 261085"/>
                  <a:gd name="connsiteX8" fmla="*/ 1433918 w 1605227"/>
                  <a:gd name="connsiteY8" fmla="*/ 36079 h 261085"/>
                  <a:gd name="connsiteX9" fmla="*/ 1588698 w 1605227"/>
                  <a:gd name="connsiteY9" fmla="*/ 7490 h 261085"/>
                  <a:gd name="connsiteX10" fmla="*/ 1601786 w 1605227"/>
                  <a:gd name="connsiteY10" fmla="*/ 39964 h 261085"/>
                  <a:gd name="connsiteX11" fmla="*/ 1605227 w 1605227"/>
                  <a:gd name="connsiteY11" fmla="*/ 57319 h 261085"/>
                  <a:gd name="connsiteX12" fmla="*/ 1480650 w 1605227"/>
                  <a:gd name="connsiteY12" fmla="*/ 114330 h 261085"/>
                  <a:gd name="connsiteX13" fmla="*/ 0 w 1605227"/>
                  <a:gd name="connsiteY13" fmla="*/ 85881 h 261085"/>
                  <a:gd name="connsiteX0" fmla="*/ 0 w 1309952"/>
                  <a:gd name="connsiteY0" fmla="*/ 162081 h 305286"/>
                  <a:gd name="connsiteX1" fmla="*/ 406 w 1309952"/>
                  <a:gd name="connsiteY1" fmla="*/ 50367 h 305286"/>
                  <a:gd name="connsiteX2" fmla="*/ 136137 w 1309952"/>
                  <a:gd name="connsiteY2" fmla="*/ 62273 h 305286"/>
                  <a:gd name="connsiteX3" fmla="*/ 288537 w 1309952"/>
                  <a:gd name="connsiteY3" fmla="*/ 69417 h 305286"/>
                  <a:gd name="connsiteX4" fmla="*/ 462368 w 1309952"/>
                  <a:gd name="connsiteY4" fmla="*/ 67036 h 305286"/>
                  <a:gd name="connsiteX5" fmla="*/ 617149 w 1309952"/>
                  <a:gd name="connsiteY5" fmla="*/ 71798 h 305286"/>
                  <a:gd name="connsiteX6" fmla="*/ 790981 w 1309952"/>
                  <a:gd name="connsiteY6" fmla="*/ 74179 h 305286"/>
                  <a:gd name="connsiteX7" fmla="*/ 938618 w 1309952"/>
                  <a:gd name="connsiteY7" fmla="*/ 57511 h 305286"/>
                  <a:gd name="connsiteX8" fmla="*/ 1138643 w 1309952"/>
                  <a:gd name="connsiteY8" fmla="*/ 36079 h 305286"/>
                  <a:gd name="connsiteX9" fmla="*/ 1293423 w 1309952"/>
                  <a:gd name="connsiteY9" fmla="*/ 7490 h 305286"/>
                  <a:gd name="connsiteX10" fmla="*/ 1306511 w 1309952"/>
                  <a:gd name="connsiteY10" fmla="*/ 39964 h 305286"/>
                  <a:gd name="connsiteX11" fmla="*/ 1309952 w 1309952"/>
                  <a:gd name="connsiteY11" fmla="*/ 57319 h 305286"/>
                  <a:gd name="connsiteX12" fmla="*/ 1185375 w 1309952"/>
                  <a:gd name="connsiteY12" fmla="*/ 114330 h 305286"/>
                  <a:gd name="connsiteX13" fmla="*/ 0 w 1309952"/>
                  <a:gd name="connsiteY13" fmla="*/ 162081 h 305286"/>
                  <a:gd name="connsiteX0" fmla="*/ 59294 w 1369246"/>
                  <a:gd name="connsiteY0" fmla="*/ 162081 h 305286"/>
                  <a:gd name="connsiteX1" fmla="*/ 195431 w 1369246"/>
                  <a:gd name="connsiteY1" fmla="*/ 62273 h 305286"/>
                  <a:gd name="connsiteX2" fmla="*/ 347831 w 1369246"/>
                  <a:gd name="connsiteY2" fmla="*/ 69417 h 305286"/>
                  <a:gd name="connsiteX3" fmla="*/ 521662 w 1369246"/>
                  <a:gd name="connsiteY3" fmla="*/ 67036 h 305286"/>
                  <a:gd name="connsiteX4" fmla="*/ 676443 w 1369246"/>
                  <a:gd name="connsiteY4" fmla="*/ 71798 h 305286"/>
                  <a:gd name="connsiteX5" fmla="*/ 850275 w 1369246"/>
                  <a:gd name="connsiteY5" fmla="*/ 74179 h 305286"/>
                  <a:gd name="connsiteX6" fmla="*/ 997912 w 1369246"/>
                  <a:gd name="connsiteY6" fmla="*/ 57511 h 305286"/>
                  <a:gd name="connsiteX7" fmla="*/ 1197937 w 1369246"/>
                  <a:gd name="connsiteY7" fmla="*/ 36079 h 305286"/>
                  <a:gd name="connsiteX8" fmla="*/ 1352717 w 1369246"/>
                  <a:gd name="connsiteY8" fmla="*/ 7490 h 305286"/>
                  <a:gd name="connsiteX9" fmla="*/ 1365805 w 1369246"/>
                  <a:gd name="connsiteY9" fmla="*/ 39964 h 305286"/>
                  <a:gd name="connsiteX10" fmla="*/ 1369246 w 1369246"/>
                  <a:gd name="connsiteY10" fmla="*/ 57319 h 305286"/>
                  <a:gd name="connsiteX11" fmla="*/ 1244669 w 1369246"/>
                  <a:gd name="connsiteY11" fmla="*/ 114330 h 305286"/>
                  <a:gd name="connsiteX12" fmla="*/ 59294 w 1369246"/>
                  <a:gd name="connsiteY12" fmla="*/ 162081 h 305286"/>
                  <a:gd name="connsiteX0" fmla="*/ 76644 w 1296108"/>
                  <a:gd name="connsiteY0" fmla="*/ 181131 h 317709"/>
                  <a:gd name="connsiteX1" fmla="*/ 122293 w 1296108"/>
                  <a:gd name="connsiteY1" fmla="*/ 62273 h 317709"/>
                  <a:gd name="connsiteX2" fmla="*/ 274693 w 1296108"/>
                  <a:gd name="connsiteY2" fmla="*/ 69417 h 317709"/>
                  <a:gd name="connsiteX3" fmla="*/ 448524 w 1296108"/>
                  <a:gd name="connsiteY3" fmla="*/ 67036 h 317709"/>
                  <a:gd name="connsiteX4" fmla="*/ 603305 w 1296108"/>
                  <a:gd name="connsiteY4" fmla="*/ 71798 h 317709"/>
                  <a:gd name="connsiteX5" fmla="*/ 777137 w 1296108"/>
                  <a:gd name="connsiteY5" fmla="*/ 74179 h 317709"/>
                  <a:gd name="connsiteX6" fmla="*/ 924774 w 1296108"/>
                  <a:gd name="connsiteY6" fmla="*/ 57511 h 317709"/>
                  <a:gd name="connsiteX7" fmla="*/ 1124799 w 1296108"/>
                  <a:gd name="connsiteY7" fmla="*/ 36079 h 317709"/>
                  <a:gd name="connsiteX8" fmla="*/ 1279579 w 1296108"/>
                  <a:gd name="connsiteY8" fmla="*/ 7490 h 317709"/>
                  <a:gd name="connsiteX9" fmla="*/ 1292667 w 1296108"/>
                  <a:gd name="connsiteY9" fmla="*/ 39964 h 317709"/>
                  <a:gd name="connsiteX10" fmla="*/ 1296108 w 1296108"/>
                  <a:gd name="connsiteY10" fmla="*/ 57319 h 317709"/>
                  <a:gd name="connsiteX11" fmla="*/ 1171531 w 1296108"/>
                  <a:gd name="connsiteY11" fmla="*/ 114330 h 317709"/>
                  <a:gd name="connsiteX12" fmla="*/ 76644 w 1296108"/>
                  <a:gd name="connsiteY12" fmla="*/ 181131 h 317709"/>
                  <a:gd name="connsiteX0" fmla="*/ 68286 w 1287750"/>
                  <a:gd name="connsiteY0" fmla="*/ 181131 h 317709"/>
                  <a:gd name="connsiteX1" fmla="*/ 152035 w 1287750"/>
                  <a:gd name="connsiteY1" fmla="*/ 76560 h 317709"/>
                  <a:gd name="connsiteX2" fmla="*/ 266335 w 1287750"/>
                  <a:gd name="connsiteY2" fmla="*/ 69417 h 317709"/>
                  <a:gd name="connsiteX3" fmla="*/ 440166 w 1287750"/>
                  <a:gd name="connsiteY3" fmla="*/ 67036 h 317709"/>
                  <a:gd name="connsiteX4" fmla="*/ 594947 w 1287750"/>
                  <a:gd name="connsiteY4" fmla="*/ 71798 h 317709"/>
                  <a:gd name="connsiteX5" fmla="*/ 768779 w 1287750"/>
                  <a:gd name="connsiteY5" fmla="*/ 74179 h 317709"/>
                  <a:gd name="connsiteX6" fmla="*/ 916416 w 1287750"/>
                  <a:gd name="connsiteY6" fmla="*/ 57511 h 317709"/>
                  <a:gd name="connsiteX7" fmla="*/ 1116441 w 1287750"/>
                  <a:gd name="connsiteY7" fmla="*/ 36079 h 317709"/>
                  <a:gd name="connsiteX8" fmla="*/ 1271221 w 1287750"/>
                  <a:gd name="connsiteY8" fmla="*/ 7490 h 317709"/>
                  <a:gd name="connsiteX9" fmla="*/ 1284309 w 1287750"/>
                  <a:gd name="connsiteY9" fmla="*/ 39964 h 317709"/>
                  <a:gd name="connsiteX10" fmla="*/ 1287750 w 1287750"/>
                  <a:gd name="connsiteY10" fmla="*/ 57319 h 317709"/>
                  <a:gd name="connsiteX11" fmla="*/ 1163173 w 1287750"/>
                  <a:gd name="connsiteY11" fmla="*/ 114330 h 317709"/>
                  <a:gd name="connsiteX12" fmla="*/ 68286 w 1287750"/>
                  <a:gd name="connsiteY12" fmla="*/ 181131 h 317709"/>
                  <a:gd name="connsiteX0" fmla="*/ 76394 w 1295858"/>
                  <a:gd name="connsiteY0" fmla="*/ 181131 h 317709"/>
                  <a:gd name="connsiteX1" fmla="*/ 160143 w 1295858"/>
                  <a:gd name="connsiteY1" fmla="*/ 76560 h 317709"/>
                  <a:gd name="connsiteX2" fmla="*/ 274443 w 1295858"/>
                  <a:gd name="connsiteY2" fmla="*/ 69417 h 317709"/>
                  <a:gd name="connsiteX3" fmla="*/ 448274 w 1295858"/>
                  <a:gd name="connsiteY3" fmla="*/ 67036 h 317709"/>
                  <a:gd name="connsiteX4" fmla="*/ 603055 w 1295858"/>
                  <a:gd name="connsiteY4" fmla="*/ 71798 h 317709"/>
                  <a:gd name="connsiteX5" fmla="*/ 776887 w 1295858"/>
                  <a:gd name="connsiteY5" fmla="*/ 74179 h 317709"/>
                  <a:gd name="connsiteX6" fmla="*/ 924524 w 1295858"/>
                  <a:gd name="connsiteY6" fmla="*/ 57511 h 317709"/>
                  <a:gd name="connsiteX7" fmla="*/ 1124549 w 1295858"/>
                  <a:gd name="connsiteY7" fmla="*/ 36079 h 317709"/>
                  <a:gd name="connsiteX8" fmla="*/ 1279329 w 1295858"/>
                  <a:gd name="connsiteY8" fmla="*/ 7490 h 317709"/>
                  <a:gd name="connsiteX9" fmla="*/ 1292417 w 1295858"/>
                  <a:gd name="connsiteY9" fmla="*/ 39964 h 317709"/>
                  <a:gd name="connsiteX10" fmla="*/ 1295858 w 1295858"/>
                  <a:gd name="connsiteY10" fmla="*/ 57319 h 317709"/>
                  <a:gd name="connsiteX11" fmla="*/ 1171281 w 1295858"/>
                  <a:gd name="connsiteY11" fmla="*/ 114330 h 317709"/>
                  <a:gd name="connsiteX12" fmla="*/ 76394 w 1295858"/>
                  <a:gd name="connsiteY12" fmla="*/ 181131 h 317709"/>
                  <a:gd name="connsiteX0" fmla="*/ 76394 w 1292417"/>
                  <a:gd name="connsiteY0" fmla="*/ 181131 h 317709"/>
                  <a:gd name="connsiteX1" fmla="*/ 160143 w 1292417"/>
                  <a:gd name="connsiteY1" fmla="*/ 76560 h 317709"/>
                  <a:gd name="connsiteX2" fmla="*/ 274443 w 1292417"/>
                  <a:gd name="connsiteY2" fmla="*/ 69417 h 317709"/>
                  <a:gd name="connsiteX3" fmla="*/ 448274 w 1292417"/>
                  <a:gd name="connsiteY3" fmla="*/ 67036 h 317709"/>
                  <a:gd name="connsiteX4" fmla="*/ 603055 w 1292417"/>
                  <a:gd name="connsiteY4" fmla="*/ 71798 h 317709"/>
                  <a:gd name="connsiteX5" fmla="*/ 776887 w 1292417"/>
                  <a:gd name="connsiteY5" fmla="*/ 74179 h 317709"/>
                  <a:gd name="connsiteX6" fmla="*/ 924524 w 1292417"/>
                  <a:gd name="connsiteY6" fmla="*/ 57511 h 317709"/>
                  <a:gd name="connsiteX7" fmla="*/ 1124549 w 1292417"/>
                  <a:gd name="connsiteY7" fmla="*/ 36079 h 317709"/>
                  <a:gd name="connsiteX8" fmla="*/ 1279329 w 1292417"/>
                  <a:gd name="connsiteY8" fmla="*/ 7490 h 317709"/>
                  <a:gd name="connsiteX9" fmla="*/ 1292417 w 1292417"/>
                  <a:gd name="connsiteY9" fmla="*/ 39964 h 317709"/>
                  <a:gd name="connsiteX10" fmla="*/ 1171281 w 1292417"/>
                  <a:gd name="connsiteY10" fmla="*/ 114330 h 317709"/>
                  <a:gd name="connsiteX11" fmla="*/ 76394 w 1292417"/>
                  <a:gd name="connsiteY11" fmla="*/ 181131 h 317709"/>
                  <a:gd name="connsiteX0" fmla="*/ 76394 w 1303664"/>
                  <a:gd name="connsiteY0" fmla="*/ 181131 h 317709"/>
                  <a:gd name="connsiteX1" fmla="*/ 160143 w 1303664"/>
                  <a:gd name="connsiteY1" fmla="*/ 76560 h 317709"/>
                  <a:gd name="connsiteX2" fmla="*/ 274443 w 1303664"/>
                  <a:gd name="connsiteY2" fmla="*/ 69417 h 317709"/>
                  <a:gd name="connsiteX3" fmla="*/ 448274 w 1303664"/>
                  <a:gd name="connsiteY3" fmla="*/ 67036 h 317709"/>
                  <a:gd name="connsiteX4" fmla="*/ 603055 w 1303664"/>
                  <a:gd name="connsiteY4" fmla="*/ 71798 h 317709"/>
                  <a:gd name="connsiteX5" fmla="*/ 776887 w 1303664"/>
                  <a:gd name="connsiteY5" fmla="*/ 74179 h 317709"/>
                  <a:gd name="connsiteX6" fmla="*/ 924524 w 1303664"/>
                  <a:gd name="connsiteY6" fmla="*/ 57511 h 317709"/>
                  <a:gd name="connsiteX7" fmla="*/ 1124549 w 1303664"/>
                  <a:gd name="connsiteY7" fmla="*/ 36079 h 317709"/>
                  <a:gd name="connsiteX8" fmla="*/ 1279329 w 1303664"/>
                  <a:gd name="connsiteY8" fmla="*/ 7490 h 317709"/>
                  <a:gd name="connsiteX9" fmla="*/ 1171281 w 1303664"/>
                  <a:gd name="connsiteY9" fmla="*/ 114330 h 317709"/>
                  <a:gd name="connsiteX10" fmla="*/ 76394 w 1303664"/>
                  <a:gd name="connsiteY10" fmla="*/ 181131 h 317709"/>
                  <a:gd name="connsiteX0" fmla="*/ 76394 w 1279714"/>
                  <a:gd name="connsiteY0" fmla="*/ 181131 h 337196"/>
                  <a:gd name="connsiteX1" fmla="*/ 160143 w 1279714"/>
                  <a:gd name="connsiteY1" fmla="*/ 76560 h 337196"/>
                  <a:gd name="connsiteX2" fmla="*/ 274443 w 1279714"/>
                  <a:gd name="connsiteY2" fmla="*/ 69417 h 337196"/>
                  <a:gd name="connsiteX3" fmla="*/ 448274 w 1279714"/>
                  <a:gd name="connsiteY3" fmla="*/ 67036 h 337196"/>
                  <a:gd name="connsiteX4" fmla="*/ 603055 w 1279714"/>
                  <a:gd name="connsiteY4" fmla="*/ 71798 h 337196"/>
                  <a:gd name="connsiteX5" fmla="*/ 776887 w 1279714"/>
                  <a:gd name="connsiteY5" fmla="*/ 74179 h 337196"/>
                  <a:gd name="connsiteX6" fmla="*/ 924524 w 1279714"/>
                  <a:gd name="connsiteY6" fmla="*/ 57511 h 337196"/>
                  <a:gd name="connsiteX7" fmla="*/ 1124549 w 1279714"/>
                  <a:gd name="connsiteY7" fmla="*/ 36079 h 337196"/>
                  <a:gd name="connsiteX8" fmla="*/ 1279329 w 1279714"/>
                  <a:gd name="connsiteY8" fmla="*/ 7490 h 337196"/>
                  <a:gd name="connsiteX9" fmla="*/ 976019 w 1279714"/>
                  <a:gd name="connsiteY9" fmla="*/ 166717 h 337196"/>
                  <a:gd name="connsiteX10" fmla="*/ 76394 w 1279714"/>
                  <a:gd name="connsiteY10" fmla="*/ 181131 h 337196"/>
                  <a:gd name="connsiteX0" fmla="*/ 76394 w 1129532"/>
                  <a:gd name="connsiteY0" fmla="*/ 166486 h 322551"/>
                  <a:gd name="connsiteX1" fmla="*/ 160143 w 1129532"/>
                  <a:gd name="connsiteY1" fmla="*/ 61915 h 322551"/>
                  <a:gd name="connsiteX2" fmla="*/ 274443 w 1129532"/>
                  <a:gd name="connsiteY2" fmla="*/ 54772 h 322551"/>
                  <a:gd name="connsiteX3" fmla="*/ 448274 w 1129532"/>
                  <a:gd name="connsiteY3" fmla="*/ 52391 h 322551"/>
                  <a:gd name="connsiteX4" fmla="*/ 603055 w 1129532"/>
                  <a:gd name="connsiteY4" fmla="*/ 57153 h 322551"/>
                  <a:gd name="connsiteX5" fmla="*/ 776887 w 1129532"/>
                  <a:gd name="connsiteY5" fmla="*/ 59534 h 322551"/>
                  <a:gd name="connsiteX6" fmla="*/ 924524 w 1129532"/>
                  <a:gd name="connsiteY6" fmla="*/ 42866 h 322551"/>
                  <a:gd name="connsiteX7" fmla="*/ 1124549 w 1129532"/>
                  <a:gd name="connsiteY7" fmla="*/ 21434 h 322551"/>
                  <a:gd name="connsiteX8" fmla="*/ 976019 w 1129532"/>
                  <a:gd name="connsiteY8" fmla="*/ 152072 h 322551"/>
                  <a:gd name="connsiteX9" fmla="*/ 76394 w 1129532"/>
                  <a:gd name="connsiteY9" fmla="*/ 166486 h 322551"/>
                  <a:gd name="connsiteX0" fmla="*/ 76394 w 1033508"/>
                  <a:gd name="connsiteY0" fmla="*/ 133475 h 289540"/>
                  <a:gd name="connsiteX1" fmla="*/ 160143 w 1033508"/>
                  <a:gd name="connsiteY1" fmla="*/ 28904 h 289540"/>
                  <a:gd name="connsiteX2" fmla="*/ 274443 w 1033508"/>
                  <a:gd name="connsiteY2" fmla="*/ 21761 h 289540"/>
                  <a:gd name="connsiteX3" fmla="*/ 448274 w 1033508"/>
                  <a:gd name="connsiteY3" fmla="*/ 19380 h 289540"/>
                  <a:gd name="connsiteX4" fmla="*/ 603055 w 1033508"/>
                  <a:gd name="connsiteY4" fmla="*/ 24142 h 289540"/>
                  <a:gd name="connsiteX5" fmla="*/ 776887 w 1033508"/>
                  <a:gd name="connsiteY5" fmla="*/ 26523 h 289540"/>
                  <a:gd name="connsiteX6" fmla="*/ 924524 w 1033508"/>
                  <a:gd name="connsiteY6" fmla="*/ 9855 h 289540"/>
                  <a:gd name="connsiteX7" fmla="*/ 976019 w 1033508"/>
                  <a:gd name="connsiteY7" fmla="*/ 119061 h 289540"/>
                  <a:gd name="connsiteX8" fmla="*/ 76394 w 1033508"/>
                  <a:gd name="connsiteY8" fmla="*/ 133475 h 289540"/>
                  <a:gd name="connsiteX0" fmla="*/ 76394 w 1006338"/>
                  <a:gd name="connsiteY0" fmla="*/ 132461 h 288526"/>
                  <a:gd name="connsiteX1" fmla="*/ 160143 w 1006338"/>
                  <a:gd name="connsiteY1" fmla="*/ 27890 h 288526"/>
                  <a:gd name="connsiteX2" fmla="*/ 274443 w 1006338"/>
                  <a:gd name="connsiteY2" fmla="*/ 20747 h 288526"/>
                  <a:gd name="connsiteX3" fmla="*/ 448274 w 1006338"/>
                  <a:gd name="connsiteY3" fmla="*/ 18366 h 288526"/>
                  <a:gd name="connsiteX4" fmla="*/ 603055 w 1006338"/>
                  <a:gd name="connsiteY4" fmla="*/ 23128 h 288526"/>
                  <a:gd name="connsiteX5" fmla="*/ 776887 w 1006338"/>
                  <a:gd name="connsiteY5" fmla="*/ 25509 h 288526"/>
                  <a:gd name="connsiteX6" fmla="*/ 976019 w 1006338"/>
                  <a:gd name="connsiteY6" fmla="*/ 118047 h 288526"/>
                  <a:gd name="connsiteX7" fmla="*/ 76394 w 1006338"/>
                  <a:gd name="connsiteY7" fmla="*/ 132461 h 288526"/>
                  <a:gd name="connsiteX0" fmla="*/ 76394 w 1012279"/>
                  <a:gd name="connsiteY0" fmla="*/ 138964 h 295029"/>
                  <a:gd name="connsiteX1" fmla="*/ 160143 w 1012279"/>
                  <a:gd name="connsiteY1" fmla="*/ 34393 h 295029"/>
                  <a:gd name="connsiteX2" fmla="*/ 274443 w 1012279"/>
                  <a:gd name="connsiteY2" fmla="*/ 27250 h 295029"/>
                  <a:gd name="connsiteX3" fmla="*/ 448274 w 1012279"/>
                  <a:gd name="connsiteY3" fmla="*/ 24869 h 295029"/>
                  <a:gd name="connsiteX4" fmla="*/ 603055 w 1012279"/>
                  <a:gd name="connsiteY4" fmla="*/ 29631 h 295029"/>
                  <a:gd name="connsiteX5" fmla="*/ 776887 w 1012279"/>
                  <a:gd name="connsiteY5" fmla="*/ 32012 h 295029"/>
                  <a:gd name="connsiteX6" fmla="*/ 976019 w 1012279"/>
                  <a:gd name="connsiteY6" fmla="*/ 124550 h 295029"/>
                  <a:gd name="connsiteX7" fmla="*/ 76394 w 1012279"/>
                  <a:gd name="connsiteY7" fmla="*/ 138964 h 295029"/>
                  <a:gd name="connsiteX0" fmla="*/ 76394 w 944468"/>
                  <a:gd name="connsiteY0" fmla="*/ 136724 h 300918"/>
                  <a:gd name="connsiteX1" fmla="*/ 160143 w 944468"/>
                  <a:gd name="connsiteY1" fmla="*/ 32153 h 300918"/>
                  <a:gd name="connsiteX2" fmla="*/ 274443 w 944468"/>
                  <a:gd name="connsiteY2" fmla="*/ 25010 h 300918"/>
                  <a:gd name="connsiteX3" fmla="*/ 448274 w 944468"/>
                  <a:gd name="connsiteY3" fmla="*/ 22629 h 300918"/>
                  <a:gd name="connsiteX4" fmla="*/ 603055 w 944468"/>
                  <a:gd name="connsiteY4" fmla="*/ 27391 h 300918"/>
                  <a:gd name="connsiteX5" fmla="*/ 776887 w 944468"/>
                  <a:gd name="connsiteY5" fmla="*/ 29772 h 300918"/>
                  <a:gd name="connsiteX6" fmla="*/ 895056 w 944468"/>
                  <a:gd name="connsiteY6" fmla="*/ 141360 h 300918"/>
                  <a:gd name="connsiteX7" fmla="*/ 76394 w 944468"/>
                  <a:gd name="connsiteY7" fmla="*/ 136724 h 300918"/>
                  <a:gd name="connsiteX0" fmla="*/ 76394 w 944468"/>
                  <a:gd name="connsiteY0" fmla="*/ 136724 h 264385"/>
                  <a:gd name="connsiteX1" fmla="*/ 160143 w 944468"/>
                  <a:gd name="connsiteY1" fmla="*/ 32153 h 264385"/>
                  <a:gd name="connsiteX2" fmla="*/ 274443 w 944468"/>
                  <a:gd name="connsiteY2" fmla="*/ 25010 h 264385"/>
                  <a:gd name="connsiteX3" fmla="*/ 448274 w 944468"/>
                  <a:gd name="connsiteY3" fmla="*/ 22629 h 264385"/>
                  <a:gd name="connsiteX4" fmla="*/ 603055 w 944468"/>
                  <a:gd name="connsiteY4" fmla="*/ 27391 h 264385"/>
                  <a:gd name="connsiteX5" fmla="*/ 776887 w 944468"/>
                  <a:gd name="connsiteY5" fmla="*/ 29772 h 264385"/>
                  <a:gd name="connsiteX6" fmla="*/ 895056 w 944468"/>
                  <a:gd name="connsiteY6" fmla="*/ 141360 h 264385"/>
                  <a:gd name="connsiteX7" fmla="*/ 76394 w 944468"/>
                  <a:gd name="connsiteY7" fmla="*/ 136724 h 264385"/>
                  <a:gd name="connsiteX0" fmla="*/ 76394 w 944468"/>
                  <a:gd name="connsiteY0" fmla="*/ 136724 h 196870"/>
                  <a:gd name="connsiteX1" fmla="*/ 160143 w 944468"/>
                  <a:gd name="connsiteY1" fmla="*/ 32153 h 196870"/>
                  <a:gd name="connsiteX2" fmla="*/ 274443 w 944468"/>
                  <a:gd name="connsiteY2" fmla="*/ 25010 h 196870"/>
                  <a:gd name="connsiteX3" fmla="*/ 448274 w 944468"/>
                  <a:gd name="connsiteY3" fmla="*/ 22629 h 196870"/>
                  <a:gd name="connsiteX4" fmla="*/ 603055 w 944468"/>
                  <a:gd name="connsiteY4" fmla="*/ 27391 h 196870"/>
                  <a:gd name="connsiteX5" fmla="*/ 776887 w 944468"/>
                  <a:gd name="connsiteY5" fmla="*/ 29772 h 196870"/>
                  <a:gd name="connsiteX6" fmla="*/ 895056 w 944468"/>
                  <a:gd name="connsiteY6" fmla="*/ 141360 h 196870"/>
                  <a:gd name="connsiteX7" fmla="*/ 76394 w 944468"/>
                  <a:gd name="connsiteY7" fmla="*/ 136724 h 196870"/>
                  <a:gd name="connsiteX0" fmla="*/ 80454 w 948528"/>
                  <a:gd name="connsiteY0" fmla="*/ 139956 h 200102"/>
                  <a:gd name="connsiteX1" fmla="*/ 164203 w 948528"/>
                  <a:gd name="connsiteY1" fmla="*/ 35385 h 200102"/>
                  <a:gd name="connsiteX2" fmla="*/ 278503 w 948528"/>
                  <a:gd name="connsiteY2" fmla="*/ 28242 h 200102"/>
                  <a:gd name="connsiteX3" fmla="*/ 452334 w 948528"/>
                  <a:gd name="connsiteY3" fmla="*/ 25861 h 200102"/>
                  <a:gd name="connsiteX4" fmla="*/ 607115 w 948528"/>
                  <a:gd name="connsiteY4" fmla="*/ 30623 h 200102"/>
                  <a:gd name="connsiteX5" fmla="*/ 780947 w 948528"/>
                  <a:gd name="connsiteY5" fmla="*/ 33004 h 200102"/>
                  <a:gd name="connsiteX6" fmla="*/ 899116 w 948528"/>
                  <a:gd name="connsiteY6" fmla="*/ 144592 h 200102"/>
                  <a:gd name="connsiteX7" fmla="*/ 80454 w 948528"/>
                  <a:gd name="connsiteY7" fmla="*/ 139956 h 200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8528" h="200102">
                    <a:moveTo>
                      <a:pt x="80454" y="139956"/>
                    </a:moveTo>
                    <a:cubicBezTo>
                      <a:pt x="-94419" y="131280"/>
                      <a:pt x="54201" y="-82521"/>
                      <a:pt x="164203" y="35385"/>
                    </a:cubicBezTo>
                    <a:cubicBezTo>
                      <a:pt x="219766" y="21892"/>
                      <a:pt x="227703" y="-1127"/>
                      <a:pt x="278503" y="28242"/>
                    </a:cubicBezTo>
                    <a:cubicBezTo>
                      <a:pt x="332477" y="11573"/>
                      <a:pt x="381691" y="-7477"/>
                      <a:pt x="452334" y="25861"/>
                    </a:cubicBezTo>
                    <a:cubicBezTo>
                      <a:pt x="522978" y="10779"/>
                      <a:pt x="545996" y="2842"/>
                      <a:pt x="607115" y="30623"/>
                    </a:cubicBezTo>
                    <a:cubicBezTo>
                      <a:pt x="703953" y="2048"/>
                      <a:pt x="710303" y="11572"/>
                      <a:pt x="780947" y="33004"/>
                    </a:cubicBezTo>
                    <a:cubicBezTo>
                      <a:pt x="905020" y="-70239"/>
                      <a:pt x="1015865" y="126767"/>
                      <a:pt x="899116" y="144592"/>
                    </a:cubicBezTo>
                    <a:cubicBezTo>
                      <a:pt x="557866" y="201683"/>
                      <a:pt x="368323" y="235692"/>
                      <a:pt x="80454" y="13995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BB69F4F5-44DC-431D-A5D9-9ABEA2722EA0}"/>
                  </a:ext>
                </a:extLst>
              </p:cNvPr>
              <p:cNvSpPr/>
              <p:nvPr/>
            </p:nvSpPr>
            <p:spPr>
              <a:xfrm>
                <a:off x="3742105" y="4042290"/>
                <a:ext cx="2594675" cy="527486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331098 w 2310413"/>
                  <a:gd name="connsiteY10" fmla="*/ 392562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79525 w 2304604"/>
                  <a:gd name="connsiteY0" fmla="*/ 1784 h 496382"/>
                  <a:gd name="connsiteX1" fmla="*/ 2238173 w 2304604"/>
                  <a:gd name="connsiteY1" fmla="*/ 87980 h 496382"/>
                  <a:gd name="connsiteX2" fmla="*/ 2304604 w 2304604"/>
                  <a:gd name="connsiteY2" fmla="*/ 98377 h 496382"/>
                  <a:gd name="connsiteX3" fmla="*/ 2303102 w 2304604"/>
                  <a:gd name="connsiteY3" fmla="*/ 103213 h 496382"/>
                  <a:gd name="connsiteX4" fmla="*/ 2082428 w 2304604"/>
                  <a:gd name="connsiteY4" fmla="*/ 343202 h 496382"/>
                  <a:gd name="connsiteX5" fmla="*/ 1802234 w 2304604"/>
                  <a:gd name="connsiteY5" fmla="*/ 377333 h 496382"/>
                  <a:gd name="connsiteX6" fmla="*/ 1571252 w 2304604"/>
                  <a:gd name="connsiteY6" fmla="*/ 417814 h 496382"/>
                  <a:gd name="connsiteX7" fmla="*/ 1152152 w 2304604"/>
                  <a:gd name="connsiteY7" fmla="*/ 446389 h 496382"/>
                  <a:gd name="connsiteX8" fmla="*/ 749721 w 2304604"/>
                  <a:gd name="connsiteY8" fmla="*/ 405908 h 496382"/>
                  <a:gd name="connsiteX9" fmla="*/ 546627 w 2304604"/>
                  <a:gd name="connsiteY9" fmla="*/ 390953 h 496382"/>
                  <a:gd name="connsiteX10" fmla="*/ 325289 w 2304604"/>
                  <a:gd name="connsiteY10" fmla="*/ 392562 h 496382"/>
                  <a:gd name="connsiteX11" fmla="*/ -1 w 2304604"/>
                  <a:gd name="connsiteY11" fmla="*/ 107554 h 496382"/>
                  <a:gd name="connsiteX12" fmla="*/ 164036 w 2304604"/>
                  <a:gd name="connsiteY12" fmla="*/ 59144 h 496382"/>
                  <a:gd name="connsiteX13" fmla="*/ 879525 w 2304604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1912708 w 2242076"/>
                  <a:gd name="connsiteY4" fmla="*/ 375031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240574 w 2242076"/>
                  <a:gd name="connsiteY3" fmla="*/ 103535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151247 w 2242076"/>
                  <a:gd name="connsiteY3" fmla="*/ 95579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51247" h="496704">
                    <a:moveTo>
                      <a:pt x="816997" y="2106"/>
                    </a:moveTo>
                    <a:cubicBezTo>
                      <a:pt x="1299844" y="-8651"/>
                      <a:pt x="1686714" y="22443"/>
                      <a:pt x="2081851" y="80345"/>
                    </a:cubicBezTo>
                    <a:lnTo>
                      <a:pt x="2151247" y="95579"/>
                    </a:lnTo>
                    <a:cubicBezTo>
                      <a:pt x="2122561" y="210402"/>
                      <a:pt x="2098446" y="382421"/>
                      <a:pt x="1912708" y="375353"/>
                    </a:cubicBezTo>
                    <a:cubicBezTo>
                      <a:pt x="1824337" y="445782"/>
                      <a:pt x="1756119" y="480393"/>
                      <a:pt x="1663779" y="409484"/>
                    </a:cubicBezTo>
                    <a:cubicBezTo>
                      <a:pt x="1621446" y="460019"/>
                      <a:pt x="1530710" y="452209"/>
                      <a:pt x="1472993" y="418137"/>
                    </a:cubicBezTo>
                    <a:cubicBezTo>
                      <a:pt x="1402746" y="543550"/>
                      <a:pt x="1132883" y="491955"/>
                      <a:pt x="1089624" y="446711"/>
                    </a:cubicBezTo>
                    <a:cubicBezTo>
                      <a:pt x="1055890" y="472905"/>
                      <a:pt x="728336" y="546327"/>
                      <a:pt x="687193" y="406230"/>
                    </a:cubicBezTo>
                    <a:cubicBezTo>
                      <a:pt x="648893" y="435114"/>
                      <a:pt x="557477" y="468269"/>
                      <a:pt x="484099" y="391275"/>
                    </a:cubicBezTo>
                    <a:cubicBezTo>
                      <a:pt x="390966" y="486789"/>
                      <a:pt x="324938" y="430719"/>
                      <a:pt x="262761" y="392884"/>
                    </a:cubicBezTo>
                    <a:cubicBezTo>
                      <a:pt x="31769" y="385864"/>
                      <a:pt x="31626" y="211561"/>
                      <a:pt x="0" y="107876"/>
                    </a:cubicBezTo>
                    <a:lnTo>
                      <a:pt x="101508" y="59466"/>
                    </a:lnTo>
                    <a:cubicBezTo>
                      <a:pt x="333605" y="25315"/>
                      <a:pt x="575574" y="7484"/>
                      <a:pt x="816997" y="210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6EA103E-3F00-48B1-BF8F-593814996D4A}"/>
                  </a:ext>
                </a:extLst>
              </p:cNvPr>
              <p:cNvSpPr/>
              <p:nvPr/>
            </p:nvSpPr>
            <p:spPr>
              <a:xfrm>
                <a:off x="3653117" y="3711594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solidFill>
                <a:srgbClr val="E95958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262B9915-CA7D-42A9-A564-89098B9EF229}"/>
                  </a:ext>
                </a:extLst>
              </p:cNvPr>
              <p:cNvSpPr/>
              <p:nvPr/>
            </p:nvSpPr>
            <p:spPr>
              <a:xfrm rot="12291759">
                <a:off x="3633005" y="4254081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94919437-5574-4409-B958-F6E3ABAD136E}"/>
                  </a:ext>
                </a:extLst>
              </p:cNvPr>
              <p:cNvSpPr/>
              <p:nvPr/>
            </p:nvSpPr>
            <p:spPr>
              <a:xfrm rot="10529348" flipH="1">
                <a:off x="6345622" y="4262170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FD14AA8-33E2-849B-943A-96AFA0A5107F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30675938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5D0AD61-1FD6-485B-ADB2-ABC3F12776B8}"/>
              </a:ext>
            </a:extLst>
          </p:cNvPr>
          <p:cNvGrpSpPr/>
          <p:nvPr/>
        </p:nvGrpSpPr>
        <p:grpSpPr>
          <a:xfrm>
            <a:off x="1136551" y="1747095"/>
            <a:ext cx="7740349" cy="4355527"/>
            <a:chOff x="3373220" y="3735779"/>
            <a:chExt cx="2864580" cy="1611911"/>
          </a:xfrm>
        </p:grpSpPr>
        <p:sp>
          <p:nvSpPr>
            <p:cNvPr id="9" name="Rectangle 21">
              <a:extLst>
                <a:ext uri="{FF2B5EF4-FFF2-40B4-BE49-F238E27FC236}">
                  <a16:creationId xmlns:a16="http://schemas.microsoft.com/office/drawing/2014/main" id="{06CC18DA-57A1-47EE-908A-D295FF86C106}"/>
                </a:ext>
              </a:extLst>
            </p:cNvPr>
            <p:cNvSpPr/>
            <p:nvPr/>
          </p:nvSpPr>
          <p:spPr>
            <a:xfrm>
              <a:off x="3422522" y="4179129"/>
              <a:ext cx="2743200" cy="787987"/>
            </a:xfrm>
            <a:custGeom>
              <a:avLst/>
              <a:gdLst>
                <a:gd name="connsiteX0" fmla="*/ 0 w 2197290"/>
                <a:gd name="connsiteY0" fmla="*/ 0 h 750627"/>
                <a:gd name="connsiteX1" fmla="*/ 2197290 w 2197290"/>
                <a:gd name="connsiteY1" fmla="*/ 0 h 750627"/>
                <a:gd name="connsiteX2" fmla="*/ 2197290 w 2197290"/>
                <a:gd name="connsiteY2" fmla="*/ 750627 h 750627"/>
                <a:gd name="connsiteX3" fmla="*/ 0 w 2197290"/>
                <a:gd name="connsiteY3" fmla="*/ 750627 h 750627"/>
                <a:gd name="connsiteX4" fmla="*/ 0 w 2197290"/>
                <a:gd name="connsiteY4" fmla="*/ 0 h 750627"/>
                <a:gd name="connsiteX0" fmla="*/ 0 w 2197290"/>
                <a:gd name="connsiteY0" fmla="*/ 177042 h 927669"/>
                <a:gd name="connsiteX1" fmla="*/ 1076278 w 2197290"/>
                <a:gd name="connsiteY1" fmla="*/ 0 h 927669"/>
                <a:gd name="connsiteX2" fmla="*/ 2197290 w 2197290"/>
                <a:gd name="connsiteY2" fmla="*/ 177042 h 927669"/>
                <a:gd name="connsiteX3" fmla="*/ 2197290 w 2197290"/>
                <a:gd name="connsiteY3" fmla="*/ 927669 h 927669"/>
                <a:gd name="connsiteX4" fmla="*/ 0 w 2197290"/>
                <a:gd name="connsiteY4" fmla="*/ 927669 h 927669"/>
                <a:gd name="connsiteX5" fmla="*/ 0 w 2197290"/>
                <a:gd name="connsiteY5" fmla="*/ 177042 h 927669"/>
                <a:gd name="connsiteX0" fmla="*/ 0 w 2540190"/>
                <a:gd name="connsiteY0" fmla="*/ 177042 h 927669"/>
                <a:gd name="connsiteX1" fmla="*/ 1076278 w 2540190"/>
                <a:gd name="connsiteY1" fmla="*/ 0 h 927669"/>
                <a:gd name="connsiteX2" fmla="*/ 2540190 w 2540190"/>
                <a:gd name="connsiteY2" fmla="*/ 481842 h 927669"/>
                <a:gd name="connsiteX3" fmla="*/ 2197290 w 2540190"/>
                <a:gd name="connsiteY3" fmla="*/ 927669 h 927669"/>
                <a:gd name="connsiteX4" fmla="*/ 0 w 2540190"/>
                <a:gd name="connsiteY4" fmla="*/ 927669 h 927669"/>
                <a:gd name="connsiteX5" fmla="*/ 0 w 2540190"/>
                <a:gd name="connsiteY5" fmla="*/ 1770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266700 w 2806890"/>
                <a:gd name="connsiteY4" fmla="*/ 927669 h 927669"/>
                <a:gd name="connsiteX5" fmla="*/ 0 w 2806890"/>
                <a:gd name="connsiteY5" fmla="*/ 4691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0 w 2806890"/>
                <a:gd name="connsiteY4" fmla="*/ 469142 h 927669"/>
                <a:gd name="connsiteX0" fmla="*/ 0 w 2806890"/>
                <a:gd name="connsiteY0" fmla="*/ 469142 h 481842"/>
                <a:gd name="connsiteX1" fmla="*/ 1342978 w 2806890"/>
                <a:gd name="connsiteY1" fmla="*/ 0 h 481842"/>
                <a:gd name="connsiteX2" fmla="*/ 2806890 w 2806890"/>
                <a:gd name="connsiteY2" fmla="*/ 481842 h 481842"/>
                <a:gd name="connsiteX3" fmla="*/ 0 w 2806890"/>
                <a:gd name="connsiteY3" fmla="*/ 469142 h 481842"/>
                <a:gd name="connsiteX0" fmla="*/ 0 w 2806890"/>
                <a:gd name="connsiteY0" fmla="*/ 534591 h 547291"/>
                <a:gd name="connsiteX1" fmla="*/ 1342978 w 2806890"/>
                <a:gd name="connsiteY1" fmla="*/ 65449 h 547291"/>
                <a:gd name="connsiteX2" fmla="*/ 2806890 w 2806890"/>
                <a:gd name="connsiteY2" fmla="*/ 547291 h 547291"/>
                <a:gd name="connsiteX3" fmla="*/ 0 w 2806890"/>
                <a:gd name="connsiteY3" fmla="*/ 534591 h 547291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37691 h 550391"/>
                <a:gd name="connsiteX1" fmla="*/ 1342978 w 2806890"/>
                <a:gd name="connsiteY1" fmla="*/ 68549 h 550391"/>
                <a:gd name="connsiteX2" fmla="*/ 2806890 w 2806890"/>
                <a:gd name="connsiteY2" fmla="*/ 550391 h 550391"/>
                <a:gd name="connsiteX3" fmla="*/ 0 w 2806890"/>
                <a:gd name="connsiteY3" fmla="*/ 537691 h 550391"/>
                <a:gd name="connsiteX0" fmla="*/ 0 w 2806890"/>
                <a:gd name="connsiteY0" fmla="*/ 528404 h 541104"/>
                <a:gd name="connsiteX1" fmla="*/ 1342978 w 2806890"/>
                <a:gd name="connsiteY1" fmla="*/ 59262 h 541104"/>
                <a:gd name="connsiteX2" fmla="*/ 2806890 w 2806890"/>
                <a:gd name="connsiteY2" fmla="*/ 541104 h 541104"/>
                <a:gd name="connsiteX3" fmla="*/ 0 w 2806890"/>
                <a:gd name="connsiteY3" fmla="*/ 528404 h 541104"/>
                <a:gd name="connsiteX0" fmla="*/ 0 w 2806890"/>
                <a:gd name="connsiteY0" fmla="*/ 537470 h 550170"/>
                <a:gd name="connsiteX1" fmla="*/ 1342978 w 2806890"/>
                <a:gd name="connsiteY1" fmla="*/ 68328 h 550170"/>
                <a:gd name="connsiteX2" fmla="*/ 2806890 w 2806890"/>
                <a:gd name="connsiteY2" fmla="*/ 550170 h 550170"/>
                <a:gd name="connsiteX3" fmla="*/ 0 w 2806890"/>
                <a:gd name="connsiteY3" fmla="*/ 537470 h 550170"/>
                <a:gd name="connsiteX0" fmla="*/ 0 w 2844990"/>
                <a:gd name="connsiteY0" fmla="*/ 514854 h 552954"/>
                <a:gd name="connsiteX1" fmla="*/ 1381078 w 2844990"/>
                <a:gd name="connsiteY1" fmla="*/ 71112 h 552954"/>
                <a:gd name="connsiteX2" fmla="*/ 2844990 w 2844990"/>
                <a:gd name="connsiteY2" fmla="*/ 552954 h 552954"/>
                <a:gd name="connsiteX3" fmla="*/ 0 w 2844990"/>
                <a:gd name="connsiteY3" fmla="*/ 514854 h 552954"/>
                <a:gd name="connsiteX0" fmla="*/ 0 w 2844990"/>
                <a:gd name="connsiteY0" fmla="*/ 504929 h 543029"/>
                <a:gd name="connsiteX1" fmla="*/ 1381078 w 2844990"/>
                <a:gd name="connsiteY1" fmla="*/ 61187 h 543029"/>
                <a:gd name="connsiteX2" fmla="*/ 2844990 w 2844990"/>
                <a:gd name="connsiteY2" fmla="*/ 543029 h 543029"/>
                <a:gd name="connsiteX3" fmla="*/ 0 w 2844990"/>
                <a:gd name="connsiteY3" fmla="*/ 504929 h 543029"/>
                <a:gd name="connsiteX0" fmla="*/ 0 w 2844990"/>
                <a:gd name="connsiteY0" fmla="*/ 504929 h 1116030"/>
                <a:gd name="connsiteX1" fmla="*/ 1381078 w 2844990"/>
                <a:gd name="connsiteY1" fmla="*/ 61187 h 1116030"/>
                <a:gd name="connsiteX2" fmla="*/ 2844990 w 2844990"/>
                <a:gd name="connsiteY2" fmla="*/ 543029 h 1116030"/>
                <a:gd name="connsiteX3" fmla="*/ 0 w 2844990"/>
                <a:gd name="connsiteY3" fmla="*/ 504929 h 1116030"/>
                <a:gd name="connsiteX0" fmla="*/ 0 w 2844990"/>
                <a:gd name="connsiteY0" fmla="*/ 504929 h 1611911"/>
                <a:gd name="connsiteX1" fmla="*/ 1381078 w 2844990"/>
                <a:gd name="connsiteY1" fmla="*/ 61187 h 1611911"/>
                <a:gd name="connsiteX2" fmla="*/ 2844990 w 2844990"/>
                <a:gd name="connsiteY2" fmla="*/ 543029 h 1611911"/>
                <a:gd name="connsiteX3" fmla="*/ 0 w 2844990"/>
                <a:gd name="connsiteY3" fmla="*/ 504929 h 1611911"/>
                <a:gd name="connsiteX0" fmla="*/ 0 w 2851340"/>
                <a:gd name="connsiteY0" fmla="*/ 313239 h 1542672"/>
                <a:gd name="connsiteX1" fmla="*/ 1387428 w 2851340"/>
                <a:gd name="connsiteY1" fmla="*/ 88062 h 1542672"/>
                <a:gd name="connsiteX2" fmla="*/ 2851340 w 2851340"/>
                <a:gd name="connsiteY2" fmla="*/ 569904 h 1542672"/>
                <a:gd name="connsiteX3" fmla="*/ 0 w 2851340"/>
                <a:gd name="connsiteY3" fmla="*/ 313239 h 1542672"/>
                <a:gd name="connsiteX0" fmla="*/ 0 w 2692590"/>
                <a:gd name="connsiteY0" fmla="*/ 313239 h 1412968"/>
                <a:gd name="connsiteX1" fmla="*/ 1387428 w 2692590"/>
                <a:gd name="connsiteY1" fmla="*/ 88062 h 1412968"/>
                <a:gd name="connsiteX2" fmla="*/ 2692590 w 2692590"/>
                <a:gd name="connsiteY2" fmla="*/ 337680 h 1412968"/>
                <a:gd name="connsiteX3" fmla="*/ 0 w 2692590"/>
                <a:gd name="connsiteY3" fmla="*/ 313239 h 1412968"/>
                <a:gd name="connsiteX0" fmla="*/ 0 w 2692590"/>
                <a:gd name="connsiteY0" fmla="*/ 0 h 1099729"/>
                <a:gd name="connsiteX1" fmla="*/ 2692590 w 2692590"/>
                <a:gd name="connsiteY1" fmla="*/ 24441 h 1099729"/>
                <a:gd name="connsiteX2" fmla="*/ 0 w 2692590"/>
                <a:gd name="connsiteY2" fmla="*/ 0 h 1099729"/>
                <a:gd name="connsiteX0" fmla="*/ 0 w 2692590"/>
                <a:gd name="connsiteY0" fmla="*/ 192313 h 1292042"/>
                <a:gd name="connsiteX1" fmla="*/ 2692590 w 2692590"/>
                <a:gd name="connsiteY1" fmla="*/ 216754 h 1292042"/>
                <a:gd name="connsiteX2" fmla="*/ 0 w 2692590"/>
                <a:gd name="connsiteY2" fmla="*/ 192313 h 1292042"/>
                <a:gd name="connsiteX0" fmla="*/ 0 w 2692590"/>
                <a:gd name="connsiteY0" fmla="*/ 240044 h 1339773"/>
                <a:gd name="connsiteX1" fmla="*/ 2692590 w 2692590"/>
                <a:gd name="connsiteY1" fmla="*/ 264485 h 1339773"/>
                <a:gd name="connsiteX2" fmla="*/ 0 w 2692590"/>
                <a:gd name="connsiteY2" fmla="*/ 240044 h 1339773"/>
                <a:gd name="connsiteX0" fmla="*/ 0 w 2692590"/>
                <a:gd name="connsiteY0" fmla="*/ 264809 h 1364538"/>
                <a:gd name="connsiteX1" fmla="*/ 2692590 w 2692590"/>
                <a:gd name="connsiteY1" fmla="*/ 289250 h 1364538"/>
                <a:gd name="connsiteX2" fmla="*/ 0 w 2692590"/>
                <a:gd name="connsiteY2" fmla="*/ 264809 h 1364538"/>
                <a:gd name="connsiteX0" fmla="*/ 0 w 2692590"/>
                <a:gd name="connsiteY0" fmla="*/ 264809 h 1220348"/>
                <a:gd name="connsiteX1" fmla="*/ 2692590 w 2692590"/>
                <a:gd name="connsiteY1" fmla="*/ 289250 h 1220348"/>
                <a:gd name="connsiteX2" fmla="*/ 0 w 2692590"/>
                <a:gd name="connsiteY2" fmla="*/ 264809 h 1220348"/>
                <a:gd name="connsiteX0" fmla="*/ 0 w 2692590"/>
                <a:gd name="connsiteY0" fmla="*/ 264809 h 1546770"/>
                <a:gd name="connsiteX1" fmla="*/ 2692590 w 2692590"/>
                <a:gd name="connsiteY1" fmla="*/ 289250 h 1546770"/>
                <a:gd name="connsiteX2" fmla="*/ 0 w 2692590"/>
                <a:gd name="connsiteY2" fmla="*/ 264809 h 1546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2590" h="1546770">
                  <a:moveTo>
                    <a:pt x="0" y="264809"/>
                  </a:moveTo>
                  <a:cubicBezTo>
                    <a:pt x="878480" y="-177833"/>
                    <a:pt x="1998260" y="7897"/>
                    <a:pt x="2692590" y="289250"/>
                  </a:cubicBezTo>
                  <a:cubicBezTo>
                    <a:pt x="2195110" y="1443462"/>
                    <a:pt x="948330" y="2429665"/>
                    <a:pt x="0" y="264809"/>
                  </a:cubicBezTo>
                  <a:close/>
                </a:path>
              </a:pathLst>
            </a:custGeom>
            <a:solidFill>
              <a:srgbClr val="252B2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14E3B19-9DB0-4A1F-ABB2-CBCB3976E090}"/>
                </a:ext>
              </a:extLst>
            </p:cNvPr>
            <p:cNvGrpSpPr/>
            <p:nvPr/>
          </p:nvGrpSpPr>
          <p:grpSpPr>
            <a:xfrm>
              <a:off x="3373220" y="3735779"/>
              <a:ext cx="2864580" cy="1611911"/>
              <a:chOff x="3635005" y="3711594"/>
              <a:chExt cx="2864580" cy="1611911"/>
            </a:xfrm>
          </p:grpSpPr>
          <p:sp>
            <p:nvSpPr>
              <p:cNvPr id="11" name="Oval 48">
                <a:extLst>
                  <a:ext uri="{FF2B5EF4-FFF2-40B4-BE49-F238E27FC236}">
                    <a16:creationId xmlns:a16="http://schemas.microsoft.com/office/drawing/2014/main" id="{93510E40-C636-452F-99B8-3D055D8DFD48}"/>
                  </a:ext>
                </a:extLst>
              </p:cNvPr>
              <p:cNvSpPr/>
              <p:nvPr/>
            </p:nvSpPr>
            <p:spPr>
              <a:xfrm>
                <a:off x="4289052" y="4445419"/>
                <a:ext cx="1598089" cy="620903"/>
              </a:xfrm>
              <a:custGeom>
                <a:avLst/>
                <a:gdLst>
                  <a:gd name="connsiteX0" fmla="*/ 0 w 1605176"/>
                  <a:gd name="connsiteY0" fmla="*/ 523803 h 1047605"/>
                  <a:gd name="connsiteX1" fmla="*/ 802588 w 1605176"/>
                  <a:gd name="connsiteY1" fmla="*/ 0 h 1047605"/>
                  <a:gd name="connsiteX2" fmla="*/ 1605176 w 1605176"/>
                  <a:gd name="connsiteY2" fmla="*/ 523803 h 1047605"/>
                  <a:gd name="connsiteX3" fmla="*/ 802588 w 1605176"/>
                  <a:gd name="connsiteY3" fmla="*/ 1047606 h 1047605"/>
                  <a:gd name="connsiteX4" fmla="*/ 0 w 1605176"/>
                  <a:gd name="connsiteY4" fmla="*/ 523803 h 1047605"/>
                  <a:gd name="connsiteX0" fmla="*/ 0 w 1627486"/>
                  <a:gd name="connsiteY0" fmla="*/ 65475 h 589278"/>
                  <a:gd name="connsiteX1" fmla="*/ 1605176 w 1627486"/>
                  <a:gd name="connsiteY1" fmla="*/ 65475 h 589278"/>
                  <a:gd name="connsiteX2" fmla="*/ 802588 w 1627486"/>
                  <a:gd name="connsiteY2" fmla="*/ 589278 h 589278"/>
                  <a:gd name="connsiteX3" fmla="*/ 0 w 1627486"/>
                  <a:gd name="connsiteY3" fmla="*/ 65475 h 589278"/>
                  <a:gd name="connsiteX0" fmla="*/ 16221 w 1607759"/>
                  <a:gd name="connsiteY0" fmla="*/ 55424 h 579244"/>
                  <a:gd name="connsiteX1" fmla="*/ 1589647 w 1607759"/>
                  <a:gd name="connsiteY1" fmla="*/ 74474 h 579244"/>
                  <a:gd name="connsiteX2" fmla="*/ 818809 w 1607759"/>
                  <a:gd name="connsiteY2" fmla="*/ 579227 h 579244"/>
                  <a:gd name="connsiteX3" fmla="*/ 16221 w 1607759"/>
                  <a:gd name="connsiteY3" fmla="*/ 55424 h 579244"/>
                  <a:gd name="connsiteX0" fmla="*/ 16221 w 1607759"/>
                  <a:gd name="connsiteY0" fmla="*/ 76391 h 600211"/>
                  <a:gd name="connsiteX1" fmla="*/ 1589647 w 1607759"/>
                  <a:gd name="connsiteY1" fmla="*/ 95441 h 600211"/>
                  <a:gd name="connsiteX2" fmla="*/ 818809 w 1607759"/>
                  <a:gd name="connsiteY2" fmla="*/ 600194 h 600211"/>
                  <a:gd name="connsiteX3" fmla="*/ 16221 w 1607759"/>
                  <a:gd name="connsiteY3" fmla="*/ 76391 h 600211"/>
                  <a:gd name="connsiteX0" fmla="*/ 16221 w 1607759"/>
                  <a:gd name="connsiteY0" fmla="*/ 76391 h 600214"/>
                  <a:gd name="connsiteX1" fmla="*/ 1589647 w 1607759"/>
                  <a:gd name="connsiteY1" fmla="*/ 95441 h 600214"/>
                  <a:gd name="connsiteX2" fmla="*/ 818809 w 1607759"/>
                  <a:gd name="connsiteY2" fmla="*/ 600194 h 600214"/>
                  <a:gd name="connsiteX3" fmla="*/ 16221 w 1607759"/>
                  <a:gd name="connsiteY3" fmla="*/ 76391 h 600214"/>
                  <a:gd name="connsiteX0" fmla="*/ 19041 w 1610579"/>
                  <a:gd name="connsiteY0" fmla="*/ 100548 h 624371"/>
                  <a:gd name="connsiteX1" fmla="*/ 1592467 w 1610579"/>
                  <a:gd name="connsiteY1" fmla="*/ 119598 h 624371"/>
                  <a:gd name="connsiteX2" fmla="*/ 821629 w 1610579"/>
                  <a:gd name="connsiteY2" fmla="*/ 624351 h 624371"/>
                  <a:gd name="connsiteX3" fmla="*/ 19041 w 1610579"/>
                  <a:gd name="connsiteY3" fmla="*/ 100548 h 624371"/>
                  <a:gd name="connsiteX0" fmla="*/ 19300 w 1598089"/>
                  <a:gd name="connsiteY0" fmla="*/ 103441 h 620903"/>
                  <a:gd name="connsiteX1" fmla="*/ 1580026 w 1598089"/>
                  <a:gd name="connsiteY1" fmla="*/ 116141 h 620903"/>
                  <a:gd name="connsiteX2" fmla="*/ 809188 w 1598089"/>
                  <a:gd name="connsiteY2" fmla="*/ 620894 h 620903"/>
                  <a:gd name="connsiteX3" fmla="*/ 19300 w 1598089"/>
                  <a:gd name="connsiteY3" fmla="*/ 103441 h 620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8089" h="620903">
                    <a:moveTo>
                      <a:pt x="19300" y="103441"/>
                    </a:moveTo>
                    <a:cubicBezTo>
                      <a:pt x="160473" y="-44185"/>
                      <a:pt x="1433561" y="-28309"/>
                      <a:pt x="1580026" y="116141"/>
                    </a:cubicBezTo>
                    <a:cubicBezTo>
                      <a:pt x="1713791" y="254242"/>
                      <a:pt x="1069309" y="623011"/>
                      <a:pt x="809188" y="620894"/>
                    </a:cubicBezTo>
                    <a:cubicBezTo>
                      <a:pt x="549067" y="618777"/>
                      <a:pt x="-121873" y="251067"/>
                      <a:pt x="19300" y="103441"/>
                    </a:cubicBezTo>
                    <a:close/>
                  </a:path>
                </a:pathLst>
              </a:custGeom>
              <a:solidFill>
                <a:srgbClr val="D7797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4E708486-2E76-46D1-B308-BC1502D6FA5F}"/>
                  </a:ext>
                </a:extLst>
              </p:cNvPr>
              <p:cNvSpPr/>
              <p:nvPr/>
            </p:nvSpPr>
            <p:spPr>
              <a:xfrm>
                <a:off x="4006850" y="4517550"/>
                <a:ext cx="2098115" cy="429042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  <a:gd name="connsiteX0" fmla="*/ 5556 w 1688959"/>
                  <a:gd name="connsiteY0" fmla="*/ 150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17" fmla="*/ 5556 w 1688959"/>
                  <a:gd name="connsiteY17" fmla="*/ 1503 h 262241"/>
                  <a:gd name="connsiteX0" fmla="*/ 979 w 1688959"/>
                  <a:gd name="connsiteY0" fmla="*/ 18462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0" fmla="*/ 0 w 1688959"/>
                  <a:gd name="connsiteY0" fmla="*/ 4238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0" fmla="*/ 0 w 1605227"/>
                  <a:gd name="connsiteY0" fmla="*/ 87037 h 262241"/>
                  <a:gd name="connsiteX1" fmla="*/ 88512 w 1605227"/>
                  <a:gd name="connsiteY1" fmla="*/ 25329 h 262241"/>
                  <a:gd name="connsiteX2" fmla="*/ 295681 w 1605227"/>
                  <a:gd name="connsiteY2" fmla="*/ 51523 h 262241"/>
                  <a:gd name="connsiteX3" fmla="*/ 431412 w 1605227"/>
                  <a:gd name="connsiteY3" fmla="*/ 63429 h 262241"/>
                  <a:gd name="connsiteX4" fmla="*/ 583812 w 1605227"/>
                  <a:gd name="connsiteY4" fmla="*/ 70573 h 262241"/>
                  <a:gd name="connsiteX5" fmla="*/ 757643 w 1605227"/>
                  <a:gd name="connsiteY5" fmla="*/ 68192 h 262241"/>
                  <a:gd name="connsiteX6" fmla="*/ 912424 w 1605227"/>
                  <a:gd name="connsiteY6" fmla="*/ 72954 h 262241"/>
                  <a:gd name="connsiteX7" fmla="*/ 1086256 w 1605227"/>
                  <a:gd name="connsiteY7" fmla="*/ 75335 h 262241"/>
                  <a:gd name="connsiteX8" fmla="*/ 1233893 w 1605227"/>
                  <a:gd name="connsiteY8" fmla="*/ 58667 h 262241"/>
                  <a:gd name="connsiteX9" fmla="*/ 1433918 w 1605227"/>
                  <a:gd name="connsiteY9" fmla="*/ 37235 h 262241"/>
                  <a:gd name="connsiteX10" fmla="*/ 1588698 w 1605227"/>
                  <a:gd name="connsiteY10" fmla="*/ 8646 h 262241"/>
                  <a:gd name="connsiteX11" fmla="*/ 1601786 w 1605227"/>
                  <a:gd name="connsiteY11" fmla="*/ 41120 h 262241"/>
                  <a:gd name="connsiteX12" fmla="*/ 1605227 w 1605227"/>
                  <a:gd name="connsiteY12" fmla="*/ 58475 h 262241"/>
                  <a:gd name="connsiteX13" fmla="*/ 1480650 w 1605227"/>
                  <a:gd name="connsiteY13" fmla="*/ 115486 h 262241"/>
                  <a:gd name="connsiteX14" fmla="*/ 0 w 1605227"/>
                  <a:gd name="connsiteY14" fmla="*/ 87037 h 262241"/>
                  <a:gd name="connsiteX0" fmla="*/ 0 w 1605227"/>
                  <a:gd name="connsiteY0" fmla="*/ 85881 h 261085"/>
                  <a:gd name="connsiteX1" fmla="*/ 295681 w 1605227"/>
                  <a:gd name="connsiteY1" fmla="*/ 50367 h 261085"/>
                  <a:gd name="connsiteX2" fmla="*/ 431412 w 1605227"/>
                  <a:gd name="connsiteY2" fmla="*/ 62273 h 261085"/>
                  <a:gd name="connsiteX3" fmla="*/ 583812 w 1605227"/>
                  <a:gd name="connsiteY3" fmla="*/ 69417 h 261085"/>
                  <a:gd name="connsiteX4" fmla="*/ 757643 w 1605227"/>
                  <a:gd name="connsiteY4" fmla="*/ 67036 h 261085"/>
                  <a:gd name="connsiteX5" fmla="*/ 912424 w 1605227"/>
                  <a:gd name="connsiteY5" fmla="*/ 71798 h 261085"/>
                  <a:gd name="connsiteX6" fmla="*/ 1086256 w 1605227"/>
                  <a:gd name="connsiteY6" fmla="*/ 74179 h 261085"/>
                  <a:gd name="connsiteX7" fmla="*/ 1233893 w 1605227"/>
                  <a:gd name="connsiteY7" fmla="*/ 57511 h 261085"/>
                  <a:gd name="connsiteX8" fmla="*/ 1433918 w 1605227"/>
                  <a:gd name="connsiteY8" fmla="*/ 36079 h 261085"/>
                  <a:gd name="connsiteX9" fmla="*/ 1588698 w 1605227"/>
                  <a:gd name="connsiteY9" fmla="*/ 7490 h 261085"/>
                  <a:gd name="connsiteX10" fmla="*/ 1601786 w 1605227"/>
                  <a:gd name="connsiteY10" fmla="*/ 39964 h 261085"/>
                  <a:gd name="connsiteX11" fmla="*/ 1605227 w 1605227"/>
                  <a:gd name="connsiteY11" fmla="*/ 57319 h 261085"/>
                  <a:gd name="connsiteX12" fmla="*/ 1480650 w 1605227"/>
                  <a:gd name="connsiteY12" fmla="*/ 114330 h 261085"/>
                  <a:gd name="connsiteX13" fmla="*/ 0 w 1605227"/>
                  <a:gd name="connsiteY13" fmla="*/ 85881 h 261085"/>
                  <a:gd name="connsiteX0" fmla="*/ 0 w 1309952"/>
                  <a:gd name="connsiteY0" fmla="*/ 162081 h 305286"/>
                  <a:gd name="connsiteX1" fmla="*/ 406 w 1309952"/>
                  <a:gd name="connsiteY1" fmla="*/ 50367 h 305286"/>
                  <a:gd name="connsiteX2" fmla="*/ 136137 w 1309952"/>
                  <a:gd name="connsiteY2" fmla="*/ 62273 h 305286"/>
                  <a:gd name="connsiteX3" fmla="*/ 288537 w 1309952"/>
                  <a:gd name="connsiteY3" fmla="*/ 69417 h 305286"/>
                  <a:gd name="connsiteX4" fmla="*/ 462368 w 1309952"/>
                  <a:gd name="connsiteY4" fmla="*/ 67036 h 305286"/>
                  <a:gd name="connsiteX5" fmla="*/ 617149 w 1309952"/>
                  <a:gd name="connsiteY5" fmla="*/ 71798 h 305286"/>
                  <a:gd name="connsiteX6" fmla="*/ 790981 w 1309952"/>
                  <a:gd name="connsiteY6" fmla="*/ 74179 h 305286"/>
                  <a:gd name="connsiteX7" fmla="*/ 938618 w 1309952"/>
                  <a:gd name="connsiteY7" fmla="*/ 57511 h 305286"/>
                  <a:gd name="connsiteX8" fmla="*/ 1138643 w 1309952"/>
                  <a:gd name="connsiteY8" fmla="*/ 36079 h 305286"/>
                  <a:gd name="connsiteX9" fmla="*/ 1293423 w 1309952"/>
                  <a:gd name="connsiteY9" fmla="*/ 7490 h 305286"/>
                  <a:gd name="connsiteX10" fmla="*/ 1306511 w 1309952"/>
                  <a:gd name="connsiteY10" fmla="*/ 39964 h 305286"/>
                  <a:gd name="connsiteX11" fmla="*/ 1309952 w 1309952"/>
                  <a:gd name="connsiteY11" fmla="*/ 57319 h 305286"/>
                  <a:gd name="connsiteX12" fmla="*/ 1185375 w 1309952"/>
                  <a:gd name="connsiteY12" fmla="*/ 114330 h 305286"/>
                  <a:gd name="connsiteX13" fmla="*/ 0 w 1309952"/>
                  <a:gd name="connsiteY13" fmla="*/ 162081 h 305286"/>
                  <a:gd name="connsiteX0" fmla="*/ 59294 w 1369246"/>
                  <a:gd name="connsiteY0" fmla="*/ 162081 h 305286"/>
                  <a:gd name="connsiteX1" fmla="*/ 195431 w 1369246"/>
                  <a:gd name="connsiteY1" fmla="*/ 62273 h 305286"/>
                  <a:gd name="connsiteX2" fmla="*/ 347831 w 1369246"/>
                  <a:gd name="connsiteY2" fmla="*/ 69417 h 305286"/>
                  <a:gd name="connsiteX3" fmla="*/ 521662 w 1369246"/>
                  <a:gd name="connsiteY3" fmla="*/ 67036 h 305286"/>
                  <a:gd name="connsiteX4" fmla="*/ 676443 w 1369246"/>
                  <a:gd name="connsiteY4" fmla="*/ 71798 h 305286"/>
                  <a:gd name="connsiteX5" fmla="*/ 850275 w 1369246"/>
                  <a:gd name="connsiteY5" fmla="*/ 74179 h 305286"/>
                  <a:gd name="connsiteX6" fmla="*/ 997912 w 1369246"/>
                  <a:gd name="connsiteY6" fmla="*/ 57511 h 305286"/>
                  <a:gd name="connsiteX7" fmla="*/ 1197937 w 1369246"/>
                  <a:gd name="connsiteY7" fmla="*/ 36079 h 305286"/>
                  <a:gd name="connsiteX8" fmla="*/ 1352717 w 1369246"/>
                  <a:gd name="connsiteY8" fmla="*/ 7490 h 305286"/>
                  <a:gd name="connsiteX9" fmla="*/ 1365805 w 1369246"/>
                  <a:gd name="connsiteY9" fmla="*/ 39964 h 305286"/>
                  <a:gd name="connsiteX10" fmla="*/ 1369246 w 1369246"/>
                  <a:gd name="connsiteY10" fmla="*/ 57319 h 305286"/>
                  <a:gd name="connsiteX11" fmla="*/ 1244669 w 1369246"/>
                  <a:gd name="connsiteY11" fmla="*/ 114330 h 305286"/>
                  <a:gd name="connsiteX12" fmla="*/ 59294 w 1369246"/>
                  <a:gd name="connsiteY12" fmla="*/ 162081 h 305286"/>
                  <a:gd name="connsiteX0" fmla="*/ 76644 w 1296108"/>
                  <a:gd name="connsiteY0" fmla="*/ 181131 h 317709"/>
                  <a:gd name="connsiteX1" fmla="*/ 122293 w 1296108"/>
                  <a:gd name="connsiteY1" fmla="*/ 62273 h 317709"/>
                  <a:gd name="connsiteX2" fmla="*/ 274693 w 1296108"/>
                  <a:gd name="connsiteY2" fmla="*/ 69417 h 317709"/>
                  <a:gd name="connsiteX3" fmla="*/ 448524 w 1296108"/>
                  <a:gd name="connsiteY3" fmla="*/ 67036 h 317709"/>
                  <a:gd name="connsiteX4" fmla="*/ 603305 w 1296108"/>
                  <a:gd name="connsiteY4" fmla="*/ 71798 h 317709"/>
                  <a:gd name="connsiteX5" fmla="*/ 777137 w 1296108"/>
                  <a:gd name="connsiteY5" fmla="*/ 74179 h 317709"/>
                  <a:gd name="connsiteX6" fmla="*/ 924774 w 1296108"/>
                  <a:gd name="connsiteY6" fmla="*/ 57511 h 317709"/>
                  <a:gd name="connsiteX7" fmla="*/ 1124799 w 1296108"/>
                  <a:gd name="connsiteY7" fmla="*/ 36079 h 317709"/>
                  <a:gd name="connsiteX8" fmla="*/ 1279579 w 1296108"/>
                  <a:gd name="connsiteY8" fmla="*/ 7490 h 317709"/>
                  <a:gd name="connsiteX9" fmla="*/ 1292667 w 1296108"/>
                  <a:gd name="connsiteY9" fmla="*/ 39964 h 317709"/>
                  <a:gd name="connsiteX10" fmla="*/ 1296108 w 1296108"/>
                  <a:gd name="connsiteY10" fmla="*/ 57319 h 317709"/>
                  <a:gd name="connsiteX11" fmla="*/ 1171531 w 1296108"/>
                  <a:gd name="connsiteY11" fmla="*/ 114330 h 317709"/>
                  <a:gd name="connsiteX12" fmla="*/ 76644 w 1296108"/>
                  <a:gd name="connsiteY12" fmla="*/ 181131 h 317709"/>
                  <a:gd name="connsiteX0" fmla="*/ 68286 w 1287750"/>
                  <a:gd name="connsiteY0" fmla="*/ 181131 h 317709"/>
                  <a:gd name="connsiteX1" fmla="*/ 152035 w 1287750"/>
                  <a:gd name="connsiteY1" fmla="*/ 76560 h 317709"/>
                  <a:gd name="connsiteX2" fmla="*/ 266335 w 1287750"/>
                  <a:gd name="connsiteY2" fmla="*/ 69417 h 317709"/>
                  <a:gd name="connsiteX3" fmla="*/ 440166 w 1287750"/>
                  <a:gd name="connsiteY3" fmla="*/ 67036 h 317709"/>
                  <a:gd name="connsiteX4" fmla="*/ 594947 w 1287750"/>
                  <a:gd name="connsiteY4" fmla="*/ 71798 h 317709"/>
                  <a:gd name="connsiteX5" fmla="*/ 768779 w 1287750"/>
                  <a:gd name="connsiteY5" fmla="*/ 74179 h 317709"/>
                  <a:gd name="connsiteX6" fmla="*/ 916416 w 1287750"/>
                  <a:gd name="connsiteY6" fmla="*/ 57511 h 317709"/>
                  <a:gd name="connsiteX7" fmla="*/ 1116441 w 1287750"/>
                  <a:gd name="connsiteY7" fmla="*/ 36079 h 317709"/>
                  <a:gd name="connsiteX8" fmla="*/ 1271221 w 1287750"/>
                  <a:gd name="connsiteY8" fmla="*/ 7490 h 317709"/>
                  <a:gd name="connsiteX9" fmla="*/ 1284309 w 1287750"/>
                  <a:gd name="connsiteY9" fmla="*/ 39964 h 317709"/>
                  <a:gd name="connsiteX10" fmla="*/ 1287750 w 1287750"/>
                  <a:gd name="connsiteY10" fmla="*/ 57319 h 317709"/>
                  <a:gd name="connsiteX11" fmla="*/ 1163173 w 1287750"/>
                  <a:gd name="connsiteY11" fmla="*/ 114330 h 317709"/>
                  <a:gd name="connsiteX12" fmla="*/ 68286 w 1287750"/>
                  <a:gd name="connsiteY12" fmla="*/ 181131 h 317709"/>
                  <a:gd name="connsiteX0" fmla="*/ 76394 w 1295858"/>
                  <a:gd name="connsiteY0" fmla="*/ 181131 h 317709"/>
                  <a:gd name="connsiteX1" fmla="*/ 160143 w 1295858"/>
                  <a:gd name="connsiteY1" fmla="*/ 76560 h 317709"/>
                  <a:gd name="connsiteX2" fmla="*/ 274443 w 1295858"/>
                  <a:gd name="connsiteY2" fmla="*/ 69417 h 317709"/>
                  <a:gd name="connsiteX3" fmla="*/ 448274 w 1295858"/>
                  <a:gd name="connsiteY3" fmla="*/ 67036 h 317709"/>
                  <a:gd name="connsiteX4" fmla="*/ 603055 w 1295858"/>
                  <a:gd name="connsiteY4" fmla="*/ 71798 h 317709"/>
                  <a:gd name="connsiteX5" fmla="*/ 776887 w 1295858"/>
                  <a:gd name="connsiteY5" fmla="*/ 74179 h 317709"/>
                  <a:gd name="connsiteX6" fmla="*/ 924524 w 1295858"/>
                  <a:gd name="connsiteY6" fmla="*/ 57511 h 317709"/>
                  <a:gd name="connsiteX7" fmla="*/ 1124549 w 1295858"/>
                  <a:gd name="connsiteY7" fmla="*/ 36079 h 317709"/>
                  <a:gd name="connsiteX8" fmla="*/ 1279329 w 1295858"/>
                  <a:gd name="connsiteY8" fmla="*/ 7490 h 317709"/>
                  <a:gd name="connsiteX9" fmla="*/ 1292417 w 1295858"/>
                  <a:gd name="connsiteY9" fmla="*/ 39964 h 317709"/>
                  <a:gd name="connsiteX10" fmla="*/ 1295858 w 1295858"/>
                  <a:gd name="connsiteY10" fmla="*/ 57319 h 317709"/>
                  <a:gd name="connsiteX11" fmla="*/ 1171281 w 1295858"/>
                  <a:gd name="connsiteY11" fmla="*/ 114330 h 317709"/>
                  <a:gd name="connsiteX12" fmla="*/ 76394 w 1295858"/>
                  <a:gd name="connsiteY12" fmla="*/ 181131 h 317709"/>
                  <a:gd name="connsiteX0" fmla="*/ 76394 w 1292417"/>
                  <a:gd name="connsiteY0" fmla="*/ 181131 h 317709"/>
                  <a:gd name="connsiteX1" fmla="*/ 160143 w 1292417"/>
                  <a:gd name="connsiteY1" fmla="*/ 76560 h 317709"/>
                  <a:gd name="connsiteX2" fmla="*/ 274443 w 1292417"/>
                  <a:gd name="connsiteY2" fmla="*/ 69417 h 317709"/>
                  <a:gd name="connsiteX3" fmla="*/ 448274 w 1292417"/>
                  <a:gd name="connsiteY3" fmla="*/ 67036 h 317709"/>
                  <a:gd name="connsiteX4" fmla="*/ 603055 w 1292417"/>
                  <a:gd name="connsiteY4" fmla="*/ 71798 h 317709"/>
                  <a:gd name="connsiteX5" fmla="*/ 776887 w 1292417"/>
                  <a:gd name="connsiteY5" fmla="*/ 74179 h 317709"/>
                  <a:gd name="connsiteX6" fmla="*/ 924524 w 1292417"/>
                  <a:gd name="connsiteY6" fmla="*/ 57511 h 317709"/>
                  <a:gd name="connsiteX7" fmla="*/ 1124549 w 1292417"/>
                  <a:gd name="connsiteY7" fmla="*/ 36079 h 317709"/>
                  <a:gd name="connsiteX8" fmla="*/ 1279329 w 1292417"/>
                  <a:gd name="connsiteY8" fmla="*/ 7490 h 317709"/>
                  <a:gd name="connsiteX9" fmla="*/ 1292417 w 1292417"/>
                  <a:gd name="connsiteY9" fmla="*/ 39964 h 317709"/>
                  <a:gd name="connsiteX10" fmla="*/ 1171281 w 1292417"/>
                  <a:gd name="connsiteY10" fmla="*/ 114330 h 317709"/>
                  <a:gd name="connsiteX11" fmla="*/ 76394 w 1292417"/>
                  <a:gd name="connsiteY11" fmla="*/ 181131 h 317709"/>
                  <a:gd name="connsiteX0" fmla="*/ 76394 w 1303664"/>
                  <a:gd name="connsiteY0" fmla="*/ 181131 h 317709"/>
                  <a:gd name="connsiteX1" fmla="*/ 160143 w 1303664"/>
                  <a:gd name="connsiteY1" fmla="*/ 76560 h 317709"/>
                  <a:gd name="connsiteX2" fmla="*/ 274443 w 1303664"/>
                  <a:gd name="connsiteY2" fmla="*/ 69417 h 317709"/>
                  <a:gd name="connsiteX3" fmla="*/ 448274 w 1303664"/>
                  <a:gd name="connsiteY3" fmla="*/ 67036 h 317709"/>
                  <a:gd name="connsiteX4" fmla="*/ 603055 w 1303664"/>
                  <a:gd name="connsiteY4" fmla="*/ 71798 h 317709"/>
                  <a:gd name="connsiteX5" fmla="*/ 776887 w 1303664"/>
                  <a:gd name="connsiteY5" fmla="*/ 74179 h 317709"/>
                  <a:gd name="connsiteX6" fmla="*/ 924524 w 1303664"/>
                  <a:gd name="connsiteY6" fmla="*/ 57511 h 317709"/>
                  <a:gd name="connsiteX7" fmla="*/ 1124549 w 1303664"/>
                  <a:gd name="connsiteY7" fmla="*/ 36079 h 317709"/>
                  <a:gd name="connsiteX8" fmla="*/ 1279329 w 1303664"/>
                  <a:gd name="connsiteY8" fmla="*/ 7490 h 317709"/>
                  <a:gd name="connsiteX9" fmla="*/ 1171281 w 1303664"/>
                  <a:gd name="connsiteY9" fmla="*/ 114330 h 317709"/>
                  <a:gd name="connsiteX10" fmla="*/ 76394 w 1303664"/>
                  <a:gd name="connsiteY10" fmla="*/ 181131 h 317709"/>
                  <a:gd name="connsiteX0" fmla="*/ 76394 w 1279714"/>
                  <a:gd name="connsiteY0" fmla="*/ 181131 h 337196"/>
                  <a:gd name="connsiteX1" fmla="*/ 160143 w 1279714"/>
                  <a:gd name="connsiteY1" fmla="*/ 76560 h 337196"/>
                  <a:gd name="connsiteX2" fmla="*/ 274443 w 1279714"/>
                  <a:gd name="connsiteY2" fmla="*/ 69417 h 337196"/>
                  <a:gd name="connsiteX3" fmla="*/ 448274 w 1279714"/>
                  <a:gd name="connsiteY3" fmla="*/ 67036 h 337196"/>
                  <a:gd name="connsiteX4" fmla="*/ 603055 w 1279714"/>
                  <a:gd name="connsiteY4" fmla="*/ 71798 h 337196"/>
                  <a:gd name="connsiteX5" fmla="*/ 776887 w 1279714"/>
                  <a:gd name="connsiteY5" fmla="*/ 74179 h 337196"/>
                  <a:gd name="connsiteX6" fmla="*/ 924524 w 1279714"/>
                  <a:gd name="connsiteY6" fmla="*/ 57511 h 337196"/>
                  <a:gd name="connsiteX7" fmla="*/ 1124549 w 1279714"/>
                  <a:gd name="connsiteY7" fmla="*/ 36079 h 337196"/>
                  <a:gd name="connsiteX8" fmla="*/ 1279329 w 1279714"/>
                  <a:gd name="connsiteY8" fmla="*/ 7490 h 337196"/>
                  <a:gd name="connsiteX9" fmla="*/ 976019 w 1279714"/>
                  <a:gd name="connsiteY9" fmla="*/ 166717 h 337196"/>
                  <a:gd name="connsiteX10" fmla="*/ 76394 w 1279714"/>
                  <a:gd name="connsiteY10" fmla="*/ 181131 h 337196"/>
                  <a:gd name="connsiteX0" fmla="*/ 76394 w 1129532"/>
                  <a:gd name="connsiteY0" fmla="*/ 166486 h 322551"/>
                  <a:gd name="connsiteX1" fmla="*/ 160143 w 1129532"/>
                  <a:gd name="connsiteY1" fmla="*/ 61915 h 322551"/>
                  <a:gd name="connsiteX2" fmla="*/ 274443 w 1129532"/>
                  <a:gd name="connsiteY2" fmla="*/ 54772 h 322551"/>
                  <a:gd name="connsiteX3" fmla="*/ 448274 w 1129532"/>
                  <a:gd name="connsiteY3" fmla="*/ 52391 h 322551"/>
                  <a:gd name="connsiteX4" fmla="*/ 603055 w 1129532"/>
                  <a:gd name="connsiteY4" fmla="*/ 57153 h 322551"/>
                  <a:gd name="connsiteX5" fmla="*/ 776887 w 1129532"/>
                  <a:gd name="connsiteY5" fmla="*/ 59534 h 322551"/>
                  <a:gd name="connsiteX6" fmla="*/ 924524 w 1129532"/>
                  <a:gd name="connsiteY6" fmla="*/ 42866 h 322551"/>
                  <a:gd name="connsiteX7" fmla="*/ 1124549 w 1129532"/>
                  <a:gd name="connsiteY7" fmla="*/ 21434 h 322551"/>
                  <a:gd name="connsiteX8" fmla="*/ 976019 w 1129532"/>
                  <a:gd name="connsiteY8" fmla="*/ 152072 h 322551"/>
                  <a:gd name="connsiteX9" fmla="*/ 76394 w 1129532"/>
                  <a:gd name="connsiteY9" fmla="*/ 166486 h 322551"/>
                  <a:gd name="connsiteX0" fmla="*/ 76394 w 1033508"/>
                  <a:gd name="connsiteY0" fmla="*/ 133475 h 289540"/>
                  <a:gd name="connsiteX1" fmla="*/ 160143 w 1033508"/>
                  <a:gd name="connsiteY1" fmla="*/ 28904 h 289540"/>
                  <a:gd name="connsiteX2" fmla="*/ 274443 w 1033508"/>
                  <a:gd name="connsiteY2" fmla="*/ 21761 h 289540"/>
                  <a:gd name="connsiteX3" fmla="*/ 448274 w 1033508"/>
                  <a:gd name="connsiteY3" fmla="*/ 19380 h 289540"/>
                  <a:gd name="connsiteX4" fmla="*/ 603055 w 1033508"/>
                  <a:gd name="connsiteY4" fmla="*/ 24142 h 289540"/>
                  <a:gd name="connsiteX5" fmla="*/ 776887 w 1033508"/>
                  <a:gd name="connsiteY5" fmla="*/ 26523 h 289540"/>
                  <a:gd name="connsiteX6" fmla="*/ 924524 w 1033508"/>
                  <a:gd name="connsiteY6" fmla="*/ 9855 h 289540"/>
                  <a:gd name="connsiteX7" fmla="*/ 976019 w 1033508"/>
                  <a:gd name="connsiteY7" fmla="*/ 119061 h 289540"/>
                  <a:gd name="connsiteX8" fmla="*/ 76394 w 1033508"/>
                  <a:gd name="connsiteY8" fmla="*/ 133475 h 289540"/>
                  <a:gd name="connsiteX0" fmla="*/ 76394 w 1006338"/>
                  <a:gd name="connsiteY0" fmla="*/ 132461 h 288526"/>
                  <a:gd name="connsiteX1" fmla="*/ 160143 w 1006338"/>
                  <a:gd name="connsiteY1" fmla="*/ 27890 h 288526"/>
                  <a:gd name="connsiteX2" fmla="*/ 274443 w 1006338"/>
                  <a:gd name="connsiteY2" fmla="*/ 20747 h 288526"/>
                  <a:gd name="connsiteX3" fmla="*/ 448274 w 1006338"/>
                  <a:gd name="connsiteY3" fmla="*/ 18366 h 288526"/>
                  <a:gd name="connsiteX4" fmla="*/ 603055 w 1006338"/>
                  <a:gd name="connsiteY4" fmla="*/ 23128 h 288526"/>
                  <a:gd name="connsiteX5" fmla="*/ 776887 w 1006338"/>
                  <a:gd name="connsiteY5" fmla="*/ 25509 h 288526"/>
                  <a:gd name="connsiteX6" fmla="*/ 976019 w 1006338"/>
                  <a:gd name="connsiteY6" fmla="*/ 118047 h 288526"/>
                  <a:gd name="connsiteX7" fmla="*/ 76394 w 1006338"/>
                  <a:gd name="connsiteY7" fmla="*/ 132461 h 288526"/>
                  <a:gd name="connsiteX0" fmla="*/ 76394 w 1012279"/>
                  <a:gd name="connsiteY0" fmla="*/ 138964 h 295029"/>
                  <a:gd name="connsiteX1" fmla="*/ 160143 w 1012279"/>
                  <a:gd name="connsiteY1" fmla="*/ 34393 h 295029"/>
                  <a:gd name="connsiteX2" fmla="*/ 274443 w 1012279"/>
                  <a:gd name="connsiteY2" fmla="*/ 27250 h 295029"/>
                  <a:gd name="connsiteX3" fmla="*/ 448274 w 1012279"/>
                  <a:gd name="connsiteY3" fmla="*/ 24869 h 295029"/>
                  <a:gd name="connsiteX4" fmla="*/ 603055 w 1012279"/>
                  <a:gd name="connsiteY4" fmla="*/ 29631 h 295029"/>
                  <a:gd name="connsiteX5" fmla="*/ 776887 w 1012279"/>
                  <a:gd name="connsiteY5" fmla="*/ 32012 h 295029"/>
                  <a:gd name="connsiteX6" fmla="*/ 976019 w 1012279"/>
                  <a:gd name="connsiteY6" fmla="*/ 124550 h 295029"/>
                  <a:gd name="connsiteX7" fmla="*/ 76394 w 1012279"/>
                  <a:gd name="connsiteY7" fmla="*/ 138964 h 295029"/>
                  <a:gd name="connsiteX0" fmla="*/ 76394 w 944468"/>
                  <a:gd name="connsiteY0" fmla="*/ 136724 h 300918"/>
                  <a:gd name="connsiteX1" fmla="*/ 160143 w 944468"/>
                  <a:gd name="connsiteY1" fmla="*/ 32153 h 300918"/>
                  <a:gd name="connsiteX2" fmla="*/ 274443 w 944468"/>
                  <a:gd name="connsiteY2" fmla="*/ 25010 h 300918"/>
                  <a:gd name="connsiteX3" fmla="*/ 448274 w 944468"/>
                  <a:gd name="connsiteY3" fmla="*/ 22629 h 300918"/>
                  <a:gd name="connsiteX4" fmla="*/ 603055 w 944468"/>
                  <a:gd name="connsiteY4" fmla="*/ 27391 h 300918"/>
                  <a:gd name="connsiteX5" fmla="*/ 776887 w 944468"/>
                  <a:gd name="connsiteY5" fmla="*/ 29772 h 300918"/>
                  <a:gd name="connsiteX6" fmla="*/ 895056 w 944468"/>
                  <a:gd name="connsiteY6" fmla="*/ 141360 h 300918"/>
                  <a:gd name="connsiteX7" fmla="*/ 76394 w 944468"/>
                  <a:gd name="connsiteY7" fmla="*/ 136724 h 300918"/>
                  <a:gd name="connsiteX0" fmla="*/ 76394 w 944468"/>
                  <a:gd name="connsiteY0" fmla="*/ 136724 h 264385"/>
                  <a:gd name="connsiteX1" fmla="*/ 160143 w 944468"/>
                  <a:gd name="connsiteY1" fmla="*/ 32153 h 264385"/>
                  <a:gd name="connsiteX2" fmla="*/ 274443 w 944468"/>
                  <a:gd name="connsiteY2" fmla="*/ 25010 h 264385"/>
                  <a:gd name="connsiteX3" fmla="*/ 448274 w 944468"/>
                  <a:gd name="connsiteY3" fmla="*/ 22629 h 264385"/>
                  <a:gd name="connsiteX4" fmla="*/ 603055 w 944468"/>
                  <a:gd name="connsiteY4" fmla="*/ 27391 h 264385"/>
                  <a:gd name="connsiteX5" fmla="*/ 776887 w 944468"/>
                  <a:gd name="connsiteY5" fmla="*/ 29772 h 264385"/>
                  <a:gd name="connsiteX6" fmla="*/ 895056 w 944468"/>
                  <a:gd name="connsiteY6" fmla="*/ 141360 h 264385"/>
                  <a:gd name="connsiteX7" fmla="*/ 76394 w 944468"/>
                  <a:gd name="connsiteY7" fmla="*/ 136724 h 264385"/>
                  <a:gd name="connsiteX0" fmla="*/ 76394 w 944468"/>
                  <a:gd name="connsiteY0" fmla="*/ 136724 h 196870"/>
                  <a:gd name="connsiteX1" fmla="*/ 160143 w 944468"/>
                  <a:gd name="connsiteY1" fmla="*/ 32153 h 196870"/>
                  <a:gd name="connsiteX2" fmla="*/ 274443 w 944468"/>
                  <a:gd name="connsiteY2" fmla="*/ 25010 h 196870"/>
                  <a:gd name="connsiteX3" fmla="*/ 448274 w 944468"/>
                  <a:gd name="connsiteY3" fmla="*/ 22629 h 196870"/>
                  <a:gd name="connsiteX4" fmla="*/ 603055 w 944468"/>
                  <a:gd name="connsiteY4" fmla="*/ 27391 h 196870"/>
                  <a:gd name="connsiteX5" fmla="*/ 776887 w 944468"/>
                  <a:gd name="connsiteY5" fmla="*/ 29772 h 196870"/>
                  <a:gd name="connsiteX6" fmla="*/ 895056 w 944468"/>
                  <a:gd name="connsiteY6" fmla="*/ 141360 h 196870"/>
                  <a:gd name="connsiteX7" fmla="*/ 76394 w 944468"/>
                  <a:gd name="connsiteY7" fmla="*/ 136724 h 196870"/>
                  <a:gd name="connsiteX0" fmla="*/ 80454 w 948528"/>
                  <a:gd name="connsiteY0" fmla="*/ 139956 h 200102"/>
                  <a:gd name="connsiteX1" fmla="*/ 164203 w 948528"/>
                  <a:gd name="connsiteY1" fmla="*/ 35385 h 200102"/>
                  <a:gd name="connsiteX2" fmla="*/ 278503 w 948528"/>
                  <a:gd name="connsiteY2" fmla="*/ 28242 h 200102"/>
                  <a:gd name="connsiteX3" fmla="*/ 452334 w 948528"/>
                  <a:gd name="connsiteY3" fmla="*/ 25861 h 200102"/>
                  <a:gd name="connsiteX4" fmla="*/ 607115 w 948528"/>
                  <a:gd name="connsiteY4" fmla="*/ 30623 h 200102"/>
                  <a:gd name="connsiteX5" fmla="*/ 780947 w 948528"/>
                  <a:gd name="connsiteY5" fmla="*/ 33004 h 200102"/>
                  <a:gd name="connsiteX6" fmla="*/ 899116 w 948528"/>
                  <a:gd name="connsiteY6" fmla="*/ 144592 h 200102"/>
                  <a:gd name="connsiteX7" fmla="*/ 80454 w 948528"/>
                  <a:gd name="connsiteY7" fmla="*/ 139956 h 200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8528" h="200102">
                    <a:moveTo>
                      <a:pt x="80454" y="139956"/>
                    </a:moveTo>
                    <a:cubicBezTo>
                      <a:pt x="-94419" y="131280"/>
                      <a:pt x="54201" y="-82521"/>
                      <a:pt x="164203" y="35385"/>
                    </a:cubicBezTo>
                    <a:cubicBezTo>
                      <a:pt x="219766" y="21892"/>
                      <a:pt x="227703" y="-1127"/>
                      <a:pt x="278503" y="28242"/>
                    </a:cubicBezTo>
                    <a:cubicBezTo>
                      <a:pt x="332477" y="11573"/>
                      <a:pt x="381691" y="-7477"/>
                      <a:pt x="452334" y="25861"/>
                    </a:cubicBezTo>
                    <a:cubicBezTo>
                      <a:pt x="522978" y="10779"/>
                      <a:pt x="545996" y="2842"/>
                      <a:pt x="607115" y="30623"/>
                    </a:cubicBezTo>
                    <a:cubicBezTo>
                      <a:pt x="703953" y="2048"/>
                      <a:pt x="710303" y="11572"/>
                      <a:pt x="780947" y="33004"/>
                    </a:cubicBezTo>
                    <a:cubicBezTo>
                      <a:pt x="905020" y="-70239"/>
                      <a:pt x="1015865" y="126767"/>
                      <a:pt x="899116" y="144592"/>
                    </a:cubicBezTo>
                    <a:cubicBezTo>
                      <a:pt x="557866" y="201683"/>
                      <a:pt x="368323" y="235692"/>
                      <a:pt x="80454" y="13995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BB69F4F5-44DC-431D-A5D9-9ABEA2722EA0}"/>
                  </a:ext>
                </a:extLst>
              </p:cNvPr>
              <p:cNvSpPr/>
              <p:nvPr/>
            </p:nvSpPr>
            <p:spPr>
              <a:xfrm>
                <a:off x="3778592" y="4074909"/>
                <a:ext cx="2594675" cy="527486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331098 w 2310413"/>
                  <a:gd name="connsiteY10" fmla="*/ 392562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79525 w 2304604"/>
                  <a:gd name="connsiteY0" fmla="*/ 1784 h 496382"/>
                  <a:gd name="connsiteX1" fmla="*/ 2238173 w 2304604"/>
                  <a:gd name="connsiteY1" fmla="*/ 87980 h 496382"/>
                  <a:gd name="connsiteX2" fmla="*/ 2304604 w 2304604"/>
                  <a:gd name="connsiteY2" fmla="*/ 98377 h 496382"/>
                  <a:gd name="connsiteX3" fmla="*/ 2303102 w 2304604"/>
                  <a:gd name="connsiteY3" fmla="*/ 103213 h 496382"/>
                  <a:gd name="connsiteX4" fmla="*/ 2082428 w 2304604"/>
                  <a:gd name="connsiteY4" fmla="*/ 343202 h 496382"/>
                  <a:gd name="connsiteX5" fmla="*/ 1802234 w 2304604"/>
                  <a:gd name="connsiteY5" fmla="*/ 377333 h 496382"/>
                  <a:gd name="connsiteX6" fmla="*/ 1571252 w 2304604"/>
                  <a:gd name="connsiteY6" fmla="*/ 417814 h 496382"/>
                  <a:gd name="connsiteX7" fmla="*/ 1152152 w 2304604"/>
                  <a:gd name="connsiteY7" fmla="*/ 446389 h 496382"/>
                  <a:gd name="connsiteX8" fmla="*/ 749721 w 2304604"/>
                  <a:gd name="connsiteY8" fmla="*/ 405908 h 496382"/>
                  <a:gd name="connsiteX9" fmla="*/ 546627 w 2304604"/>
                  <a:gd name="connsiteY9" fmla="*/ 390953 h 496382"/>
                  <a:gd name="connsiteX10" fmla="*/ 325289 w 2304604"/>
                  <a:gd name="connsiteY10" fmla="*/ 392562 h 496382"/>
                  <a:gd name="connsiteX11" fmla="*/ -1 w 2304604"/>
                  <a:gd name="connsiteY11" fmla="*/ 107554 h 496382"/>
                  <a:gd name="connsiteX12" fmla="*/ 164036 w 2304604"/>
                  <a:gd name="connsiteY12" fmla="*/ 59144 h 496382"/>
                  <a:gd name="connsiteX13" fmla="*/ 879525 w 2304604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1912708 w 2242076"/>
                  <a:gd name="connsiteY4" fmla="*/ 375031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240574 w 2242076"/>
                  <a:gd name="connsiteY3" fmla="*/ 103535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151247 w 2242076"/>
                  <a:gd name="connsiteY3" fmla="*/ 95579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51247" h="496704">
                    <a:moveTo>
                      <a:pt x="816997" y="2106"/>
                    </a:moveTo>
                    <a:cubicBezTo>
                      <a:pt x="1299844" y="-8651"/>
                      <a:pt x="1686714" y="22443"/>
                      <a:pt x="2081851" y="80345"/>
                    </a:cubicBezTo>
                    <a:lnTo>
                      <a:pt x="2151247" y="95579"/>
                    </a:lnTo>
                    <a:cubicBezTo>
                      <a:pt x="2122561" y="210402"/>
                      <a:pt x="2098446" y="382421"/>
                      <a:pt x="1912708" y="375353"/>
                    </a:cubicBezTo>
                    <a:cubicBezTo>
                      <a:pt x="1824337" y="445782"/>
                      <a:pt x="1756119" y="480393"/>
                      <a:pt x="1663779" y="409484"/>
                    </a:cubicBezTo>
                    <a:cubicBezTo>
                      <a:pt x="1621446" y="460019"/>
                      <a:pt x="1530710" y="452209"/>
                      <a:pt x="1472993" y="418137"/>
                    </a:cubicBezTo>
                    <a:cubicBezTo>
                      <a:pt x="1402746" y="543550"/>
                      <a:pt x="1132883" y="491955"/>
                      <a:pt x="1089624" y="446711"/>
                    </a:cubicBezTo>
                    <a:cubicBezTo>
                      <a:pt x="1055890" y="472905"/>
                      <a:pt x="728336" y="546327"/>
                      <a:pt x="687193" y="406230"/>
                    </a:cubicBezTo>
                    <a:cubicBezTo>
                      <a:pt x="648893" y="435114"/>
                      <a:pt x="557477" y="468269"/>
                      <a:pt x="484099" y="391275"/>
                    </a:cubicBezTo>
                    <a:cubicBezTo>
                      <a:pt x="390966" y="486789"/>
                      <a:pt x="324938" y="430719"/>
                      <a:pt x="262761" y="392884"/>
                    </a:cubicBezTo>
                    <a:cubicBezTo>
                      <a:pt x="31769" y="385864"/>
                      <a:pt x="31626" y="211561"/>
                      <a:pt x="0" y="107876"/>
                    </a:cubicBezTo>
                    <a:lnTo>
                      <a:pt x="101508" y="59466"/>
                    </a:lnTo>
                    <a:cubicBezTo>
                      <a:pt x="333605" y="25315"/>
                      <a:pt x="575574" y="7484"/>
                      <a:pt x="816997" y="210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6EA103E-3F00-48B1-BF8F-593814996D4A}"/>
                  </a:ext>
                </a:extLst>
              </p:cNvPr>
              <p:cNvSpPr/>
              <p:nvPr/>
            </p:nvSpPr>
            <p:spPr>
              <a:xfrm>
                <a:off x="3653117" y="3711594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solidFill>
                <a:srgbClr val="E95958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262B9915-CA7D-42A9-A564-89098B9EF229}"/>
                  </a:ext>
                </a:extLst>
              </p:cNvPr>
              <p:cNvSpPr/>
              <p:nvPr/>
            </p:nvSpPr>
            <p:spPr>
              <a:xfrm rot="12291759">
                <a:off x="3635005" y="4245529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94919437-5574-4409-B958-F6E3ABAD136E}"/>
                  </a:ext>
                </a:extLst>
              </p:cNvPr>
              <p:cNvSpPr/>
              <p:nvPr/>
            </p:nvSpPr>
            <p:spPr>
              <a:xfrm rot="10529348" flipH="1">
                <a:off x="6339292" y="4268388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FD14AA8-33E2-849B-943A-96AFA0A5107F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Z</a:t>
            </a:r>
          </a:p>
        </p:txBody>
      </p:sp>
    </p:spTree>
    <p:extLst>
      <p:ext uri="{BB962C8B-B14F-4D97-AF65-F5344CB8AC3E}">
        <p14:creationId xmlns:p14="http://schemas.microsoft.com/office/powerpoint/2010/main" val="2022855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</TotalTime>
  <Words>26</Words>
  <Application>Microsoft Office PowerPoint</Application>
  <PresentationFormat>Custom</PresentationFormat>
  <Paragraphs>26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hellotuners1@outlook.com</dc:creator>
  <cp:lastModifiedBy>hellotuners1@outlook.com</cp:lastModifiedBy>
  <cp:revision>20</cp:revision>
  <dcterms:created xsi:type="dcterms:W3CDTF">2025-04-04T21:06:29Z</dcterms:created>
  <dcterms:modified xsi:type="dcterms:W3CDTF">2025-05-15T13:55:32Z</dcterms:modified>
</cp:coreProperties>
</file>